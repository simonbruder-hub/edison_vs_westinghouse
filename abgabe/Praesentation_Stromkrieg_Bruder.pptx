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39"/>
  </p:notesMasterIdLst>
  <p:sldIdLst>
    <p:sldId id="293" r:id="rId57"/>
    <p:sldId id="256" r:id="rId2"/>
    <p:sldId id="259" r:id="rId5"/>
    <p:sldId id="272" r:id="rId18"/>
    <p:sldId id="266" r:id="rId12"/>
    <p:sldId id="280" r:id="rId26"/>
    <p:sldId id="294" r:id="rId58"/>
    <p:sldId id="264" r:id="rId10"/>
    <p:sldId id="284" r:id="rId30"/>
    <p:sldId id="274" r:id="rId20"/>
    <p:sldId id="285" r:id="rId31"/>
    <p:sldId id="261" r:id="rId7"/>
    <p:sldId id="290" r:id="rId36"/>
    <p:sldId id="300" r:id="rId64"/>
  </p:sldIdLst>
  <p:sldSz cx="9144000" cy="5143500" type="screen16x9"/>
  <p:notesSz cx="6858000" cy="9144000"/>
  <p:embeddedFontLst>
    <p:embeddedFont>
      <p:font typeface="Anaheim" panose="020B0604020202020204" charset="0"/>
      <p:regular r:id="rId40"/>
      <p:bold r:id="rId41"/>
    </p:embeddedFont>
    <p:embeddedFont>
      <p:font typeface="Libre Baskerville" panose="020F0502020204030204" pitchFamily="2" charset="0"/>
      <p:regular r:id="rId42"/>
      <p:bold r:id="rId43"/>
      <p:italic r:id="rId44"/>
      <p:boldItalic r:id="rId45"/>
    </p:embeddedFont>
    <p:embeddedFont>
      <p:font typeface="Nunito Light" pitchFamily="2" charset="0"/>
      <p:regular r:id="rId46"/>
    </p:embeddedFont>
    <p:embeddedFont>
      <p:font typeface="Source Sans 3" panose="020B0604020202020204" charset="0"/>
      <p:regular r:id="rId47"/>
      <p:bold r:id="rId48"/>
      <p:italic r:id="rId49"/>
      <p:boldItalic r:id="rId50"/>
    </p:embeddedFont>
    <p:embeddedFont>
      <p:font typeface="Source Sans Pro" panose="020B0503030403020204" pitchFamily="34" charset="0"/>
      <p:regular r:id="rId51"/>
      <p:bold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02D88B3-22BB-41FE-A7F5-9A3F9A6575C7}">
  <a:tblStyle styleId="{A02D88B3-22BB-41FE-A7F5-9A3F9A6575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3A605CF-E138-47C1-8A13-604126F4E99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5" Type="http://schemas.openxmlformats.org/officeDocument/2006/relationships/slide" Target="slides/slide3.xml"/><Relationship Id="rId7" Type="http://schemas.openxmlformats.org/officeDocument/2006/relationships/slide" Target="slides/slide12.xml"/><Relationship Id="rId10" Type="http://schemas.openxmlformats.org/officeDocument/2006/relationships/slide" Target="slides/slide8.xml"/><Relationship Id="rId12" Type="http://schemas.openxmlformats.org/officeDocument/2006/relationships/slide" Target="slides/slide5.xml"/><Relationship Id="rId18" Type="http://schemas.openxmlformats.org/officeDocument/2006/relationships/slide" Target="slides/slide4.xml"/><Relationship Id="rId20" Type="http://schemas.openxmlformats.org/officeDocument/2006/relationships/slide" Target="slides/slide10.xml"/><Relationship Id="rId26" Type="http://schemas.openxmlformats.org/officeDocument/2006/relationships/slide" Target="slides/slide6.xml"/><Relationship Id="rId30" Type="http://schemas.openxmlformats.org/officeDocument/2006/relationships/slide" Target="slides/slide9.xml"/><Relationship Id="rId31" Type="http://schemas.openxmlformats.org/officeDocument/2006/relationships/slide" Target="slides/slide11.xml"/><Relationship Id="rId36" Type="http://schemas.openxmlformats.org/officeDocument/2006/relationships/slide" Target="slides/slide20.xml"/><Relationship Id="rId39" Type="http://schemas.openxmlformats.org/officeDocument/2006/relationships/notesMaster" Target="notesMasters/notesMaster1.xml"/><Relationship Id="rId40" Type="http://schemas.openxmlformats.org/officeDocument/2006/relationships/font" Target="fonts/font1.fntdata"/><Relationship Id="rId41" Type="http://schemas.openxmlformats.org/officeDocument/2006/relationships/font" Target="fonts/font2.fntdata"/><Relationship Id="rId42" Type="http://schemas.openxmlformats.org/officeDocument/2006/relationships/font" Target="fonts/font3.fntdata"/><Relationship Id="rId43" Type="http://schemas.openxmlformats.org/officeDocument/2006/relationships/font" Target="fonts/font4.fntdata"/><Relationship Id="rId44" Type="http://schemas.openxmlformats.org/officeDocument/2006/relationships/font" Target="fonts/font5.fntdata"/><Relationship Id="rId45" Type="http://schemas.openxmlformats.org/officeDocument/2006/relationships/font" Target="fonts/font6.fntdata"/><Relationship Id="rId46" Type="http://schemas.openxmlformats.org/officeDocument/2006/relationships/font" Target="fonts/font7.fntdata"/><Relationship Id="rId47" Type="http://schemas.openxmlformats.org/officeDocument/2006/relationships/font" Target="fonts/font8.fntdata"/><Relationship Id="rId48" Type="http://schemas.openxmlformats.org/officeDocument/2006/relationships/font" Target="fonts/font9.fntdata"/><Relationship Id="rId49" Type="http://schemas.openxmlformats.org/officeDocument/2006/relationships/font" Target="fonts/font10.fntdata"/><Relationship Id="rId50" Type="http://schemas.openxmlformats.org/officeDocument/2006/relationships/font" Target="fonts/font11.fntdata"/><Relationship Id="rId51" Type="http://schemas.openxmlformats.org/officeDocument/2006/relationships/font" Target="fonts/font12.fntdata"/><Relationship Id="rId52" Type="http://schemas.openxmlformats.org/officeDocument/2006/relationships/font" Target="fonts/font13.fnt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openxmlformats.org/officeDocument/2006/relationships/slide" Target="slides/slide1.xml"/><Relationship Id="rId58" Type="http://schemas.openxmlformats.org/officeDocument/2006/relationships/slide" Target="slides/slide7.xml"/><Relationship Id="rId64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Titelfolie – kurz begrüssen: «Ich spreche heute über den Stromkrieg – den Kampf zwischen Edison und Westinghouse um Amerikas Stromnetz.»</a:t>
            </a:r>
          </a:p>
          <a:p>
            <a:r>
              <a:t>Animation: Nach dem Morph fliegen automatisch Edison (links) und Tesla mit dem Westinghouse-Logo (rechts) ein. Erst danach weiterklicken.</a:t>
            </a:r>
          </a:p>
          <a:p>
            <a:r>
              <a:t>Fotos einsetzen (optional): Oval anklicken → Rechtsklick → Form formatieren → Füllung → Bild- oder Texturfüllung → Einfügen; danach den Buchstaben im Oval löschen. Animation und Morph bleiben erhalten. Beim Logo-Kreis («W») genauso.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[0:00–0:45] Einstieg</a:t>
            </a:r>
          </a:p>
          <a:p>
            <a:r>
              <a:t>Auburn, New York, 6. August 1890: William Kemmler wird als erster Mensch auf dem elektrischen Stuhl hingerichtet. Der Generator stammt von Westinghouse – beschafft hatte ihn aber das Lager um Edison, um Wechselstrom als «Todesstrom» abzustempeln.</a:t>
            </a:r>
          </a:p>
          <a:p>
            <a:r>
              <a:t>Leitfrage: Warum setzte sich in den USA trotzdem der Wechselstrom durch – und was zeigt der Konflikt über den Aufstieg der USA zur führenden Industriemacht?</a:t>
            </a:r>
          </a:p>
          <a:p>
            <a:r>
              <a:t>These: Entschieden haben nicht Propaganda oder Genies, sondern Kosten, Kapital und Netzlogik.</a:t>
            </a:r>
          </a:p>
          <a:p>
            <a:r>
              <a:t>Quellen: [6], [9].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Google Shape;2337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8" name="Google Shape;2338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[9:30–10:00] Fazit</a:t>
            </a:r>
          </a:p>
          <a:p>
            <a:r>
              <a:t>Zurück zur Leitfrage: Wechselstrom gewann, weil er sich billiger skalieren liess und weil das grosse Kapital – J. P. Morgan und GE – am Ende darauf setzte. Die Angstkampagne hat daran nichts geändert.</a:t>
            </a:r>
          </a:p>
          <a:p>
            <a:r>
              <a:t>Für die «Weltmacht USA»: Der Stromkrieg steht am Anfang eines Musters – Standardkriege, die mit Kapital entschieden werden, und Grosskonzerne, die danach den Markt aufteilen.</a:t>
            </a:r>
          </a:p>
          <a:p>
            <a:r>
              <a:t>Pointe: Heute kehrt der Gleichstrom für lange Strecken zurück – mit HGÜ, zuerst 1954 auf Gotland, gebaut von ASEA, heute wie die BBC Teil von ABB.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6" name="Google Shape;2376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[5:30–6:30] Warum Wechselstrom gewann</a:t>
            </a:r>
          </a:p>
          <a:p>
            <a:r>
              <a:t>Erstens Kosten: Wenige grosse Kraftwerke und dünnere Leitungen waren billiger als viele kleine Gleichstromzentralen.</a:t>
            </a:r>
          </a:p>
          <a:p>
            <a:r>
              <a:t>Zweitens: Die Angstkampagne scheiterte. Cole und Chandler (2019) beschreiben sie als «kompetitives Impression Management» – Edisons Lager wollte das Bild des Konkurrenzprodukts beschädigen, schaffte es aber nicht, Wechselstrom in der Öffentlichkeit dauerhaft mit dem Tod zu verknüpfen.</a:t>
            </a:r>
          </a:p>
          <a:p>
            <a:r>
              <a:t>Drittens der Schweizer Bezug: 1891 übertragen AEG und die Maschinenfabrik Oerlikon Drehstrom über 175 km von Lauffen nach Frankfurt. Der Oerlikon-Ingenieur Charles E. L. Brown gründet im selben Jahr in Baden die BBC – heute ABB.</a:t>
            </a:r>
          </a:p>
          <a:p>
            <a:r>
              <a:t>Kein K.-o.-Sieg: Umformer verbanden alte und neue Netze; in Manhattan lief Gleichstrom bis 2007 [12]–[14].</a:t>
            </a:r>
          </a:p>
          <a:p>
            <a:r>
              <a:t>Deutung: Paul David nennt das Pfadabhängigkeit – ein Standard setzt sich in einem kurzen, offenen Zeitfenster durch und verfestigt sich dann [15].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7" name="Google Shape;2427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[1:45–3:00] Akteure</a:t>
            </a:r>
          </a:p>
          <a:p>
            <a:r>
              <a:t>Im Kern stritten zwei Aktiengesellschaften mit ihren Investoren, nicht bloss zwei Erfinder [2].</a:t>
            </a:r>
          </a:p>
          <a:p>
            <a:r>
              <a:t>Edison (1847–1931) hatte viel Geld und Ruf in Gleichstrom-Kraftwerke gesteckt. Seine Warnungen vor Hochspannung waren nicht nur Taktik – er hielt sie auch für gefährlich.</a:t>
            </a:r>
          </a:p>
          <a:p>
            <a:r>
              <a:t>Westinghouse (1846–1914), bekannt durch die Druckluftbremse, war Industrieller: Er kaufte die nötigen Patente zu, darunter 1888 Teslas Motorpatente.</a:t>
            </a:r>
          </a:p>
          <a:p>
            <a:r>
              <a:t>Tesla (1856–1943), 1884 kurz bei Edison, lieferte mit dem Wechselstrommotor das fehlende Stück für Fabriken.</a:t>
            </a:r>
          </a:p>
          <a:p>
            <a:r>
              <a:t>Harold P. Brown war das öffentliche Gesicht der Kampagne gegen Wechselstrom; Edisons Labor half im Hintergrund.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Startbild, während alle Platz nehmen. Erster Klick: Der Titel morpht auf die Titelfolie, danach fliegen Edison und Tesla automatisch ein.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[4:15–5:30] Verlauf, Teil 2</a:t>
            </a:r>
          </a:p>
          <a:p>
            <a:r>
              <a:t>Phase 3: Jetzt entscheiden Markt und Kapital.</a:t>
            </a:r>
          </a:p>
          <a:p>
            <a:r>
              <a:t>1891 ist Westinghouse finanziell unter Druck; Tesla verzichtet auf seine Lizenzgebühren.</a:t>
            </a:r>
          </a:p>
          <a:p>
            <a:r>
              <a:t>Wendepunkt 1892: Der Bankier J. P. Morgan fusioniert Edisons Firma mit Thomson-Houston zu General Electric. Edison verliert die Kontrolle – und GE setzt ebenfalls auf Wechselstrom. Damit ist der Systemstreit faktisch entschieden.</a:t>
            </a:r>
          </a:p>
          <a:p>
            <a:r>
              <a:t>1893 beleuchtet Westinghouse die Weltausstellung in Chicago, deutlich günstiger als GE. 1896 fliesst Strom von den Niagarafällen nach Buffalo; im selben Jahr teilen GE und Westinghouse ihre Patente – aus Rivalen wird ein Duopol.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Anhang – nur bei Nachfragen zeigen. Vollständiges IEEE-Verzeichnis (30 Einträge) im Handout; Nummern identisch.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7" name="Google Shape;3477;g258a3198316_0_9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8" name="Google Shape;3478;g258a3198316_0_9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[0:45–1:45] Technik</a:t>
            </a:r>
          </a:p>
          <a:p>
            <a:r>
              <a:t>Kernidee: Strom lässt sich nur mit hoher Spannung billig über weite Strecken schicken.</a:t>
            </a:r>
          </a:p>
          <a:p>
            <a:r>
              <a:t>Der Verlust in der Leitung wächst mit dem Quadrat der Stromstärke. Zehnfache Spannung heisst bei gleicher Leistung ein Zehntel des Stroms – und nur noch ein Hundertstel des Verlusts.</a:t>
            </a:r>
          </a:p>
          <a:p>
            <a:r>
              <a:t>Um 1890 liess sich nur Wechselstrom mit Transformatoren hoch- und heruntersetzen. Edisons Gleichstrom brauchte viele kleine Kraftwerke mitten in der Stadt und viel Kupfer.</a:t>
            </a:r>
          </a:p>
          <a:p>
            <a:r>
              <a:t>Quellen: [1]–[3].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9" name="Google Shape;3949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0" name="Google Shape;3950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[7:30–8:30] Bedeutung für die USA (2)</a:t>
            </a:r>
          </a:p>
          <a:p>
            <a:r>
              <a:t>Fabriken: 1899 lieferten Elektromotoren knapp 5 Prozent der Antriebsleistung der US-Industrie, 1929 rund 78 Prozent.</a:t>
            </a:r>
          </a:p>
          <a:p>
            <a:r>
              <a:t>Die Produktivität wuchs vor 1919 um 1,3 Prozent pro Jahr, danach um 3,1 Prozent. Paul David erklärt die Verzögerung: Erst als Fabriken um viele Elektromotoren herum neu gebaut wurden, zahlte sich die Technik aus.</a:t>
            </a:r>
          </a:p>
          <a:p>
            <a:r>
              <a:t>Big Business: GE war 1896 einer der zwölf ersten Werte im Dow Jones; mit Westinghouse bildete es ein Duopol mit Patentpool – typisch für das Gilded Age. An den Niagarafällen zog billige Wasserkraft Aluminium- und Chemieindustrie an [21].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5" name="Google Shape;4355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6" name="Google Shape;4356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[3:00–4:15] Verlauf, Teil 1</a:t>
            </a:r>
          </a:p>
          <a:p>
            <a:r>
              <a:t>Phase 1, offener Wettbewerb: 1882 startet Edisons Pearl Street Station, 1886 läuft in Great Barrington das erste Wechselstromnetz der USA mit Transformatoren; im selben Jahr gründet Westinghouse seine Elektrofirma.</a:t>
            </a:r>
          </a:p>
          <a:p>
            <a:r>
              <a:t>Phase 2, Propagandakrieg: 1888 warnt Edisons Firma mit der Broschüre «A Warning», Harold Brown tötet öffentlich Hunde mit Wechselstrom.</a:t>
            </a:r>
          </a:p>
          <a:p>
            <a:r>
              <a:t>1889 führt New York den elektrischen Stuhl ein – bewusst mit einem Westinghouse-Generator. Edison und Westinghouse streiten sich zudem in der North American Review [7], [8].</a:t>
            </a:r>
          </a:p>
          <a:p>
            <a:r>
              <a:t>1890 die Hinrichtung Kemmlers: kein «sauberer» Tod, sondern ein Debakel – zurück zum Einstieg.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3" name="Google Shape;4453;g258a3198316_0_10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4" name="Google Shape;4454;g258a3198316_0_10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[6:30–7:30] Bedeutung für die USA (1)</a:t>
            </a:r>
          </a:p>
          <a:p>
            <a:r>
              <a:t>Bezug zum Modul «Weltmacht USA». Die Daten stammen vom Wirtschaftshistoriker Paul Bairoch.</a:t>
            </a:r>
          </a:p>
          <a:p>
            <a:r>
              <a:t>1880 lag Grossbritannien klar vorne. Zwischen 1880 und 1900 – im Jahrzehnt des Stromkriegs – ziehen die USA vorbei. 1913 stellen sie knapp ein Drittel der Weltindustrieproduktion, mehr als Grossbritannien und Deutschland zusammen (28,4 %).</a:t>
            </a:r>
          </a:p>
          <a:p>
            <a:r>
              <a:t>Vorsicht bei der Deutung: Der Stromkrieg hat das nicht allein verursacht. Aber billiger, übertragbarer Strom wurde zu einer Basistechnologie dieses Aufstiegs [17].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6" name="Google Shape;4466;g258a319831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7" name="Google Shape;4467;g258a3198316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[8:30–9:30] Mythen und Quellenkritik</a:t>
            </a:r>
          </a:p>
          <a:p>
            <a:r>
              <a:t>Erstens Topsy: Ein ABB-Beitrag behauptet, Edison habe zur Abschreckung einen Elefanten töten lassen. Die Edison Papers der Rutgers University zeigen: Das war 1903, über zehn Jahre nach dem Stromkrieg, und Edison war nicht beteiligt.</a:t>
            </a:r>
          </a:p>
          <a:p>
            <a:r>
              <a:t>Zweitens «Tesla gegen Edison»: Filme wie «The Current War» machen daraus ein Duell der Genies; tatsächlich stritten Firmen und Investoren.</a:t>
            </a:r>
          </a:p>
          <a:p>
            <a:r>
              <a:t>Drittens der zerrissene Vertrag: Dafür gibt es keinen Beleg – belegt ist nur der Verzicht auf Lizenzgebühren (1891) und der spätere Patentverkauf für 216 000 Dollar (Carlson).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2" name="Google Shape;4512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3" name="Google Shape;4513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Danke – Fragen?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1" name="Google Shape;11;p2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2361575" y="1453450"/>
            <a:ext cx="4421100" cy="205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2494100" y="3578625"/>
            <a:ext cx="4155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oogle Shape;23;p3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4" name="Google Shape;24;p3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2477400" y="2167355"/>
            <a:ext cx="4189200" cy="96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 idx="2" hasCustomPrompt="1"/>
          </p:nvPr>
        </p:nvSpPr>
        <p:spPr>
          <a:xfrm>
            <a:off x="3745950" y="1111621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3"/>
          <p:cNvSpPr txBox="1">
            <a:spLocks noGrp="1"/>
          </p:cNvSpPr>
          <p:nvPr>
            <p:ph type="subTitle" idx="1"/>
          </p:nvPr>
        </p:nvSpPr>
        <p:spPr>
          <a:xfrm>
            <a:off x="2477400" y="3418375"/>
            <a:ext cx="41892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4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oogle Shape;37;p4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38" name="Google Shape;38;p4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291951"/>
            <a:ext cx="77040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5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5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51" name="Google Shape;51;p5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5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ubTitle" idx="1"/>
          </p:nvPr>
        </p:nvSpPr>
        <p:spPr>
          <a:xfrm>
            <a:off x="5055284" y="38146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2"/>
          </p:nvPr>
        </p:nvSpPr>
        <p:spPr>
          <a:xfrm>
            <a:off x="1583300" y="38146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3"/>
          </p:nvPr>
        </p:nvSpPr>
        <p:spPr>
          <a:xfrm>
            <a:off x="5055275" y="32419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4"/>
          </p:nvPr>
        </p:nvSpPr>
        <p:spPr>
          <a:xfrm>
            <a:off x="1583075" y="32419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6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6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67" name="Google Shape;67;p6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" name="Google Shape;75;p6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7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7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79" name="Google Shape;79;p7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7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7"/>
          <p:cNvSpPr txBox="1">
            <a:spLocks noGrp="1"/>
          </p:cNvSpPr>
          <p:nvPr>
            <p:ph type="title"/>
          </p:nvPr>
        </p:nvSpPr>
        <p:spPr>
          <a:xfrm>
            <a:off x="4613575" y="945275"/>
            <a:ext cx="3817200" cy="9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subTitle" idx="1"/>
          </p:nvPr>
        </p:nvSpPr>
        <p:spPr>
          <a:xfrm>
            <a:off x="4613575" y="2124600"/>
            <a:ext cx="38172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Source Sans 3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7"/>
          <p:cNvSpPr>
            <a:spLocks noGrp="1"/>
          </p:cNvSpPr>
          <p:nvPr>
            <p:ph type="pic" idx="2"/>
          </p:nvPr>
        </p:nvSpPr>
        <p:spPr>
          <a:xfrm>
            <a:off x="938600" y="1061400"/>
            <a:ext cx="3020700" cy="302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C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8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8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93" name="Google Shape;93;p8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8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8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8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" name="Google Shape;101;p8"/>
          <p:cNvSpPr txBox="1">
            <a:spLocks noGrp="1"/>
          </p:cNvSpPr>
          <p:nvPr>
            <p:ph type="title"/>
          </p:nvPr>
        </p:nvSpPr>
        <p:spPr>
          <a:xfrm>
            <a:off x="1768550" y="12084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9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9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05" name="Google Shape;105;p9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9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9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9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9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9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9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9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" name="Google Shape;113;p9"/>
          <p:cNvSpPr txBox="1">
            <a:spLocks noGrp="1"/>
          </p:cNvSpPr>
          <p:nvPr>
            <p:ph type="title"/>
          </p:nvPr>
        </p:nvSpPr>
        <p:spPr>
          <a:xfrm>
            <a:off x="2135550" y="1412138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9"/>
          <p:cNvSpPr txBox="1">
            <a:spLocks noGrp="1"/>
          </p:cNvSpPr>
          <p:nvPr>
            <p:ph type="subTitle" idx="1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117" name="Google Shape;117;p10"/>
          <p:cNvSpPr txBox="1">
            <a:spLocks noGrp="1"/>
          </p:cNvSpPr>
          <p:nvPr>
            <p:ph type="title"/>
          </p:nvPr>
        </p:nvSpPr>
        <p:spPr>
          <a:xfrm>
            <a:off x="1082575" y="3959850"/>
            <a:ext cx="6978900" cy="6441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1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1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21" name="Google Shape;121;p11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11"/>
          <p:cNvSpPr txBox="1">
            <a:spLocks noGrp="1"/>
          </p:cNvSpPr>
          <p:nvPr>
            <p:ph type="title" hasCustomPrompt="1"/>
          </p:nvPr>
        </p:nvSpPr>
        <p:spPr>
          <a:xfrm>
            <a:off x="1958450" y="1463550"/>
            <a:ext cx="5227200" cy="123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0" name="Google Shape;130;p11"/>
          <p:cNvSpPr txBox="1">
            <a:spLocks noGrp="1"/>
          </p:cNvSpPr>
          <p:nvPr>
            <p:ph type="subTitle" idx="1"/>
          </p:nvPr>
        </p:nvSpPr>
        <p:spPr>
          <a:xfrm>
            <a:off x="1958450" y="2850300"/>
            <a:ext cx="52272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3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" name="Google Shape;134;p13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35" name="Google Shape;135;p13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" name="Google Shape;143;p13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subTitle" idx="1"/>
          </p:nvPr>
        </p:nvSpPr>
        <p:spPr>
          <a:xfrm>
            <a:off x="796000" y="2111290"/>
            <a:ext cx="225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2"/>
          </p:nvPr>
        </p:nvSpPr>
        <p:spPr>
          <a:xfrm>
            <a:off x="3442015" y="2111290"/>
            <a:ext cx="225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3"/>
          <p:cNvSpPr txBox="1">
            <a:spLocks noGrp="1"/>
          </p:cNvSpPr>
          <p:nvPr>
            <p:ph type="subTitle" idx="3"/>
          </p:nvPr>
        </p:nvSpPr>
        <p:spPr>
          <a:xfrm>
            <a:off x="796000" y="3844474"/>
            <a:ext cx="225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3"/>
          <p:cNvSpPr txBox="1">
            <a:spLocks noGrp="1"/>
          </p:cNvSpPr>
          <p:nvPr>
            <p:ph type="subTitle" idx="4"/>
          </p:nvPr>
        </p:nvSpPr>
        <p:spPr>
          <a:xfrm>
            <a:off x="3442015" y="3844474"/>
            <a:ext cx="225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subTitle" idx="5"/>
          </p:nvPr>
        </p:nvSpPr>
        <p:spPr>
          <a:xfrm>
            <a:off x="6088037" y="2111290"/>
            <a:ext cx="225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3"/>
          <p:cNvSpPr txBox="1">
            <a:spLocks noGrp="1"/>
          </p:cNvSpPr>
          <p:nvPr>
            <p:ph type="subTitle" idx="6"/>
          </p:nvPr>
        </p:nvSpPr>
        <p:spPr>
          <a:xfrm>
            <a:off x="6088037" y="3844474"/>
            <a:ext cx="225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title" idx="7" hasCustomPrompt="1"/>
          </p:nvPr>
        </p:nvSpPr>
        <p:spPr>
          <a:xfrm>
            <a:off x="1565904" y="1332025"/>
            <a:ext cx="72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1" name="Google Shape;151;p13"/>
          <p:cNvSpPr txBox="1">
            <a:spLocks noGrp="1"/>
          </p:cNvSpPr>
          <p:nvPr>
            <p:ph type="title" idx="8" hasCustomPrompt="1"/>
          </p:nvPr>
        </p:nvSpPr>
        <p:spPr>
          <a:xfrm>
            <a:off x="1565904" y="3064624"/>
            <a:ext cx="72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2" name="Google Shape;152;p13"/>
          <p:cNvSpPr txBox="1">
            <a:spLocks noGrp="1"/>
          </p:cNvSpPr>
          <p:nvPr>
            <p:ph type="title" idx="9" hasCustomPrompt="1"/>
          </p:nvPr>
        </p:nvSpPr>
        <p:spPr>
          <a:xfrm>
            <a:off x="4211919" y="1332025"/>
            <a:ext cx="72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3" name="Google Shape;153;p13"/>
          <p:cNvSpPr txBox="1">
            <a:spLocks noGrp="1"/>
          </p:cNvSpPr>
          <p:nvPr>
            <p:ph type="title" idx="13" hasCustomPrompt="1"/>
          </p:nvPr>
        </p:nvSpPr>
        <p:spPr>
          <a:xfrm>
            <a:off x="4211919" y="3064624"/>
            <a:ext cx="72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4" name="Google Shape;154;p13"/>
          <p:cNvSpPr txBox="1">
            <a:spLocks noGrp="1"/>
          </p:cNvSpPr>
          <p:nvPr>
            <p:ph type="title" idx="14" hasCustomPrompt="1"/>
          </p:nvPr>
        </p:nvSpPr>
        <p:spPr>
          <a:xfrm>
            <a:off x="6857941" y="1332025"/>
            <a:ext cx="72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5" name="Google Shape;155;p13"/>
          <p:cNvSpPr txBox="1">
            <a:spLocks noGrp="1"/>
          </p:cNvSpPr>
          <p:nvPr>
            <p:ph type="title" idx="15" hasCustomPrompt="1"/>
          </p:nvPr>
        </p:nvSpPr>
        <p:spPr>
          <a:xfrm>
            <a:off x="6857941" y="3064624"/>
            <a:ext cx="72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6" name="Google Shape;156;p13"/>
          <p:cNvSpPr txBox="1">
            <a:spLocks noGrp="1"/>
          </p:cNvSpPr>
          <p:nvPr>
            <p:ph type="subTitle" idx="16"/>
          </p:nvPr>
        </p:nvSpPr>
        <p:spPr>
          <a:xfrm>
            <a:off x="796000" y="1779408"/>
            <a:ext cx="2259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57" name="Google Shape;157;p13"/>
          <p:cNvSpPr txBox="1">
            <a:spLocks noGrp="1"/>
          </p:cNvSpPr>
          <p:nvPr>
            <p:ph type="subTitle" idx="17"/>
          </p:nvPr>
        </p:nvSpPr>
        <p:spPr>
          <a:xfrm>
            <a:off x="3442015" y="1779408"/>
            <a:ext cx="2259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58" name="Google Shape;158;p13"/>
          <p:cNvSpPr txBox="1">
            <a:spLocks noGrp="1"/>
          </p:cNvSpPr>
          <p:nvPr>
            <p:ph type="subTitle" idx="18"/>
          </p:nvPr>
        </p:nvSpPr>
        <p:spPr>
          <a:xfrm>
            <a:off x="6088037" y="1779408"/>
            <a:ext cx="2259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subTitle" idx="19"/>
          </p:nvPr>
        </p:nvSpPr>
        <p:spPr>
          <a:xfrm>
            <a:off x="796000" y="3512074"/>
            <a:ext cx="2259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subTitle" idx="20"/>
          </p:nvPr>
        </p:nvSpPr>
        <p:spPr>
          <a:xfrm>
            <a:off x="3442015" y="3512074"/>
            <a:ext cx="2259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21"/>
          </p:nvPr>
        </p:nvSpPr>
        <p:spPr>
          <a:xfrm>
            <a:off x="6088037" y="3512074"/>
            <a:ext cx="2259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4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4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65" name="Google Shape;165;p14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" name="Google Shape;173;p14"/>
          <p:cNvSpPr txBox="1">
            <a:spLocks noGrp="1"/>
          </p:cNvSpPr>
          <p:nvPr>
            <p:ph type="title"/>
          </p:nvPr>
        </p:nvSpPr>
        <p:spPr>
          <a:xfrm>
            <a:off x="3065400" y="3370075"/>
            <a:ext cx="3013200" cy="4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74" name="Google Shape;174;p14"/>
          <p:cNvSpPr txBox="1">
            <a:spLocks noGrp="1"/>
          </p:cNvSpPr>
          <p:nvPr>
            <p:ph type="subTitle" idx="1"/>
          </p:nvPr>
        </p:nvSpPr>
        <p:spPr>
          <a:xfrm>
            <a:off x="1749300" y="1491475"/>
            <a:ext cx="5645400" cy="161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5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" name="Google Shape;177;p15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78" name="Google Shape;178;p15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" name="Google Shape;186;p15"/>
          <p:cNvSpPr txBox="1">
            <a:spLocks noGrp="1"/>
          </p:cNvSpPr>
          <p:nvPr>
            <p:ph type="title"/>
          </p:nvPr>
        </p:nvSpPr>
        <p:spPr>
          <a:xfrm>
            <a:off x="720000" y="1370888"/>
            <a:ext cx="3519600" cy="150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5"/>
          <p:cNvSpPr txBox="1">
            <a:spLocks noGrp="1"/>
          </p:cNvSpPr>
          <p:nvPr>
            <p:ph type="subTitle" idx="1"/>
          </p:nvPr>
        </p:nvSpPr>
        <p:spPr>
          <a:xfrm>
            <a:off x="720000" y="2875613"/>
            <a:ext cx="3519600" cy="8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5"/>
          <p:cNvSpPr>
            <a:spLocks noGrp="1"/>
          </p:cNvSpPr>
          <p:nvPr>
            <p:ph type="pic" idx="2"/>
          </p:nvPr>
        </p:nvSpPr>
        <p:spPr>
          <a:xfrm>
            <a:off x="4931805" y="1000781"/>
            <a:ext cx="3246900" cy="3246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CH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6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16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92" name="Google Shape;192;p16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6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6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6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6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6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6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0" name="Google Shape;200;p16"/>
          <p:cNvSpPr txBox="1">
            <a:spLocks noGrp="1"/>
          </p:cNvSpPr>
          <p:nvPr>
            <p:ph type="title"/>
          </p:nvPr>
        </p:nvSpPr>
        <p:spPr>
          <a:xfrm>
            <a:off x="872400" y="1362425"/>
            <a:ext cx="26382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6"/>
          <p:cNvSpPr txBox="1">
            <a:spLocks noGrp="1"/>
          </p:cNvSpPr>
          <p:nvPr>
            <p:ph type="subTitle" idx="1"/>
          </p:nvPr>
        </p:nvSpPr>
        <p:spPr>
          <a:xfrm>
            <a:off x="872400" y="2501825"/>
            <a:ext cx="2638200" cy="11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7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p17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05" name="Google Shape;205;p17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" name="Google Shape;213;p17"/>
          <p:cNvSpPr txBox="1">
            <a:spLocks noGrp="1"/>
          </p:cNvSpPr>
          <p:nvPr>
            <p:ph type="title"/>
          </p:nvPr>
        </p:nvSpPr>
        <p:spPr>
          <a:xfrm>
            <a:off x="5640175" y="1362425"/>
            <a:ext cx="26382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7"/>
          <p:cNvSpPr txBox="1">
            <a:spLocks noGrp="1"/>
          </p:cNvSpPr>
          <p:nvPr>
            <p:ph type="subTitle" idx="1"/>
          </p:nvPr>
        </p:nvSpPr>
        <p:spPr>
          <a:xfrm>
            <a:off x="5640175" y="2501825"/>
            <a:ext cx="2638200" cy="11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_AND_BODY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8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" name="Google Shape;217;p18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18" name="Google Shape;218;p18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8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" name="Google Shape;226;p18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8"/>
          <p:cNvSpPr txBox="1">
            <a:spLocks noGrp="1"/>
          </p:cNvSpPr>
          <p:nvPr>
            <p:ph type="body" idx="1"/>
          </p:nvPr>
        </p:nvSpPr>
        <p:spPr>
          <a:xfrm>
            <a:off x="720000" y="1291938"/>
            <a:ext cx="7704000" cy="33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_AND_BODY_1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9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" name="Google Shape;230;p19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31" name="Google Shape;231;p19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9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9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9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9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" name="Google Shape;239;p19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720000" y="1291951"/>
            <a:ext cx="7704000" cy="14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Source Sans 3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0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20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44" name="Google Shape;244;p20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" name="Google Shape;252;p20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0"/>
          <p:cNvSpPr txBox="1">
            <a:spLocks noGrp="1"/>
          </p:cNvSpPr>
          <p:nvPr>
            <p:ph type="subTitle" idx="1"/>
          </p:nvPr>
        </p:nvSpPr>
        <p:spPr>
          <a:xfrm>
            <a:off x="4914510" y="3016575"/>
            <a:ext cx="2574900" cy="11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0"/>
          <p:cNvSpPr txBox="1">
            <a:spLocks noGrp="1"/>
          </p:cNvSpPr>
          <p:nvPr>
            <p:ph type="subTitle" idx="2"/>
          </p:nvPr>
        </p:nvSpPr>
        <p:spPr>
          <a:xfrm>
            <a:off x="1654588" y="3016575"/>
            <a:ext cx="2574900" cy="11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0"/>
          <p:cNvSpPr txBox="1">
            <a:spLocks noGrp="1"/>
          </p:cNvSpPr>
          <p:nvPr>
            <p:ph type="subTitle" idx="3"/>
          </p:nvPr>
        </p:nvSpPr>
        <p:spPr>
          <a:xfrm>
            <a:off x="1654588" y="2457675"/>
            <a:ext cx="2574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256" name="Google Shape;256;p20"/>
          <p:cNvSpPr txBox="1">
            <a:spLocks noGrp="1"/>
          </p:cNvSpPr>
          <p:nvPr>
            <p:ph type="subTitle" idx="4"/>
          </p:nvPr>
        </p:nvSpPr>
        <p:spPr>
          <a:xfrm>
            <a:off x="4914511" y="2457675"/>
            <a:ext cx="2574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1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21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60" name="Google Shape;260;p21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1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1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1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8" name="Google Shape;268;p21"/>
          <p:cNvSpPr txBox="1">
            <a:spLocks noGrp="1"/>
          </p:cNvSpPr>
          <p:nvPr>
            <p:ph type="title"/>
          </p:nvPr>
        </p:nvSpPr>
        <p:spPr>
          <a:xfrm>
            <a:off x="1144550" y="597425"/>
            <a:ext cx="6855300" cy="9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1"/>
          <p:cNvSpPr txBox="1">
            <a:spLocks noGrp="1"/>
          </p:cNvSpPr>
          <p:nvPr>
            <p:ph type="subTitle" idx="1"/>
          </p:nvPr>
        </p:nvSpPr>
        <p:spPr>
          <a:xfrm>
            <a:off x="4825664" y="2070950"/>
            <a:ext cx="3174000" cy="18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1"/>
          <p:cNvSpPr txBox="1">
            <a:spLocks noGrp="1"/>
          </p:cNvSpPr>
          <p:nvPr>
            <p:ph type="subTitle" idx="2"/>
          </p:nvPr>
        </p:nvSpPr>
        <p:spPr>
          <a:xfrm>
            <a:off x="1144550" y="2070950"/>
            <a:ext cx="3174000" cy="18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BODY_1_1_1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2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3" name="Google Shape;273;p22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74" name="Google Shape;274;p22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2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2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2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2" name="Google Shape;282;p22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22"/>
          <p:cNvSpPr txBox="1">
            <a:spLocks noGrp="1"/>
          </p:cNvSpPr>
          <p:nvPr>
            <p:ph type="body" idx="1"/>
          </p:nvPr>
        </p:nvSpPr>
        <p:spPr>
          <a:xfrm>
            <a:off x="1077138" y="2757175"/>
            <a:ext cx="3243600" cy="16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84" name="Google Shape;284;p22"/>
          <p:cNvSpPr txBox="1">
            <a:spLocks noGrp="1"/>
          </p:cNvSpPr>
          <p:nvPr>
            <p:ph type="body" idx="2"/>
          </p:nvPr>
        </p:nvSpPr>
        <p:spPr>
          <a:xfrm>
            <a:off x="4823266" y="2757175"/>
            <a:ext cx="3243600" cy="16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85" name="Google Shape;285;p22"/>
          <p:cNvSpPr txBox="1">
            <a:spLocks noGrp="1"/>
          </p:cNvSpPr>
          <p:nvPr>
            <p:ph type="subTitle" idx="3"/>
          </p:nvPr>
        </p:nvSpPr>
        <p:spPr>
          <a:xfrm>
            <a:off x="1077112" y="2198275"/>
            <a:ext cx="3243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286" name="Google Shape;286;p22"/>
          <p:cNvSpPr txBox="1">
            <a:spLocks noGrp="1"/>
          </p:cNvSpPr>
          <p:nvPr>
            <p:ph type="subTitle" idx="4"/>
          </p:nvPr>
        </p:nvSpPr>
        <p:spPr>
          <a:xfrm>
            <a:off x="4823276" y="2198275"/>
            <a:ext cx="3243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3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9" name="Google Shape;289;p23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90" name="Google Shape;290;p23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3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3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3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3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8" name="Google Shape;298;p23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3"/>
          <p:cNvSpPr txBox="1">
            <a:spLocks noGrp="1"/>
          </p:cNvSpPr>
          <p:nvPr>
            <p:ph type="subTitle" idx="1"/>
          </p:nvPr>
        </p:nvSpPr>
        <p:spPr>
          <a:xfrm>
            <a:off x="937625" y="3117025"/>
            <a:ext cx="2175300" cy="9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3"/>
          <p:cNvSpPr txBox="1">
            <a:spLocks noGrp="1"/>
          </p:cNvSpPr>
          <p:nvPr>
            <p:ph type="subTitle" idx="2"/>
          </p:nvPr>
        </p:nvSpPr>
        <p:spPr>
          <a:xfrm>
            <a:off x="3484347" y="3117025"/>
            <a:ext cx="2175300" cy="9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23"/>
          <p:cNvSpPr txBox="1">
            <a:spLocks noGrp="1"/>
          </p:cNvSpPr>
          <p:nvPr>
            <p:ph type="subTitle" idx="3"/>
          </p:nvPr>
        </p:nvSpPr>
        <p:spPr>
          <a:xfrm>
            <a:off x="6031075" y="3117025"/>
            <a:ext cx="2175300" cy="9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23"/>
          <p:cNvSpPr txBox="1">
            <a:spLocks noGrp="1"/>
          </p:cNvSpPr>
          <p:nvPr>
            <p:ph type="subTitle" idx="4"/>
          </p:nvPr>
        </p:nvSpPr>
        <p:spPr>
          <a:xfrm>
            <a:off x="937625" y="2669922"/>
            <a:ext cx="21753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03" name="Google Shape;303;p23"/>
          <p:cNvSpPr txBox="1">
            <a:spLocks noGrp="1"/>
          </p:cNvSpPr>
          <p:nvPr>
            <p:ph type="subTitle" idx="5"/>
          </p:nvPr>
        </p:nvSpPr>
        <p:spPr>
          <a:xfrm>
            <a:off x="3484350" y="2669922"/>
            <a:ext cx="21753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04" name="Google Shape;304;p23"/>
          <p:cNvSpPr txBox="1">
            <a:spLocks noGrp="1"/>
          </p:cNvSpPr>
          <p:nvPr>
            <p:ph type="subTitle" idx="6"/>
          </p:nvPr>
        </p:nvSpPr>
        <p:spPr>
          <a:xfrm>
            <a:off x="6031075" y="2669922"/>
            <a:ext cx="21753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4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7" name="Google Shape;307;p24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308" name="Google Shape;308;p24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4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4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4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4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6" name="Google Shape;316;p24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24"/>
          <p:cNvSpPr txBox="1">
            <a:spLocks noGrp="1"/>
          </p:cNvSpPr>
          <p:nvPr>
            <p:ph type="subTitle" idx="1"/>
          </p:nvPr>
        </p:nvSpPr>
        <p:spPr>
          <a:xfrm>
            <a:off x="2110300" y="1983750"/>
            <a:ext cx="19782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24"/>
          <p:cNvSpPr txBox="1">
            <a:spLocks noGrp="1"/>
          </p:cNvSpPr>
          <p:nvPr>
            <p:ph type="subTitle" idx="2"/>
          </p:nvPr>
        </p:nvSpPr>
        <p:spPr>
          <a:xfrm>
            <a:off x="5055497" y="1983750"/>
            <a:ext cx="19782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24"/>
          <p:cNvSpPr txBox="1">
            <a:spLocks noGrp="1"/>
          </p:cNvSpPr>
          <p:nvPr>
            <p:ph type="subTitle" idx="3"/>
          </p:nvPr>
        </p:nvSpPr>
        <p:spPr>
          <a:xfrm>
            <a:off x="2110300" y="3424519"/>
            <a:ext cx="19782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24"/>
          <p:cNvSpPr txBox="1">
            <a:spLocks noGrp="1"/>
          </p:cNvSpPr>
          <p:nvPr>
            <p:ph type="subTitle" idx="4"/>
          </p:nvPr>
        </p:nvSpPr>
        <p:spPr>
          <a:xfrm>
            <a:off x="5055497" y="3424519"/>
            <a:ext cx="19782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24"/>
          <p:cNvSpPr txBox="1">
            <a:spLocks noGrp="1"/>
          </p:cNvSpPr>
          <p:nvPr>
            <p:ph type="subTitle" idx="5"/>
          </p:nvPr>
        </p:nvSpPr>
        <p:spPr>
          <a:xfrm>
            <a:off x="2110300" y="1616550"/>
            <a:ext cx="1978200" cy="4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22" name="Google Shape;322;p24"/>
          <p:cNvSpPr txBox="1">
            <a:spLocks noGrp="1"/>
          </p:cNvSpPr>
          <p:nvPr>
            <p:ph type="subTitle" idx="6"/>
          </p:nvPr>
        </p:nvSpPr>
        <p:spPr>
          <a:xfrm>
            <a:off x="2110300" y="3057405"/>
            <a:ext cx="1978200" cy="4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23" name="Google Shape;323;p24"/>
          <p:cNvSpPr txBox="1">
            <a:spLocks noGrp="1"/>
          </p:cNvSpPr>
          <p:nvPr>
            <p:ph type="subTitle" idx="7"/>
          </p:nvPr>
        </p:nvSpPr>
        <p:spPr>
          <a:xfrm>
            <a:off x="5055493" y="1616550"/>
            <a:ext cx="1978200" cy="4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24" name="Google Shape;324;p24"/>
          <p:cNvSpPr txBox="1">
            <a:spLocks noGrp="1"/>
          </p:cNvSpPr>
          <p:nvPr>
            <p:ph type="subTitle" idx="8"/>
          </p:nvPr>
        </p:nvSpPr>
        <p:spPr>
          <a:xfrm>
            <a:off x="5055493" y="3057405"/>
            <a:ext cx="1978200" cy="4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5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7" name="Google Shape;327;p25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328" name="Google Shape;328;p25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5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5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5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5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5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5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6" name="Google Shape;336;p25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25"/>
          <p:cNvSpPr txBox="1">
            <a:spLocks noGrp="1"/>
          </p:cNvSpPr>
          <p:nvPr>
            <p:ph type="subTitle" idx="1"/>
          </p:nvPr>
        </p:nvSpPr>
        <p:spPr>
          <a:xfrm>
            <a:off x="1109152" y="21754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25"/>
          <p:cNvSpPr txBox="1">
            <a:spLocks noGrp="1"/>
          </p:cNvSpPr>
          <p:nvPr>
            <p:ph type="subTitle" idx="2"/>
          </p:nvPr>
        </p:nvSpPr>
        <p:spPr>
          <a:xfrm>
            <a:off x="3579000" y="21754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5"/>
          <p:cNvSpPr txBox="1">
            <a:spLocks noGrp="1"/>
          </p:cNvSpPr>
          <p:nvPr>
            <p:ph type="subTitle" idx="3"/>
          </p:nvPr>
        </p:nvSpPr>
        <p:spPr>
          <a:xfrm>
            <a:off x="1109152" y="389240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25"/>
          <p:cNvSpPr txBox="1">
            <a:spLocks noGrp="1"/>
          </p:cNvSpPr>
          <p:nvPr>
            <p:ph type="subTitle" idx="4"/>
          </p:nvPr>
        </p:nvSpPr>
        <p:spPr>
          <a:xfrm>
            <a:off x="3579000" y="389240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25"/>
          <p:cNvSpPr txBox="1">
            <a:spLocks noGrp="1"/>
          </p:cNvSpPr>
          <p:nvPr>
            <p:ph type="subTitle" idx="5"/>
          </p:nvPr>
        </p:nvSpPr>
        <p:spPr>
          <a:xfrm>
            <a:off x="6048848" y="21754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25"/>
          <p:cNvSpPr txBox="1">
            <a:spLocks noGrp="1"/>
          </p:cNvSpPr>
          <p:nvPr>
            <p:ph type="subTitle" idx="6"/>
          </p:nvPr>
        </p:nvSpPr>
        <p:spPr>
          <a:xfrm>
            <a:off x="6048848" y="389240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25"/>
          <p:cNvSpPr txBox="1">
            <a:spLocks noGrp="1"/>
          </p:cNvSpPr>
          <p:nvPr>
            <p:ph type="subTitle" idx="7"/>
          </p:nvPr>
        </p:nvSpPr>
        <p:spPr>
          <a:xfrm>
            <a:off x="1113052" y="183524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44" name="Google Shape;344;p25"/>
          <p:cNvSpPr txBox="1">
            <a:spLocks noGrp="1"/>
          </p:cNvSpPr>
          <p:nvPr>
            <p:ph type="subTitle" idx="8"/>
          </p:nvPr>
        </p:nvSpPr>
        <p:spPr>
          <a:xfrm>
            <a:off x="3582900" y="183524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45" name="Google Shape;345;p25"/>
          <p:cNvSpPr txBox="1">
            <a:spLocks noGrp="1"/>
          </p:cNvSpPr>
          <p:nvPr>
            <p:ph type="subTitle" idx="9"/>
          </p:nvPr>
        </p:nvSpPr>
        <p:spPr>
          <a:xfrm>
            <a:off x="6052748" y="183524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46" name="Google Shape;346;p25"/>
          <p:cNvSpPr txBox="1">
            <a:spLocks noGrp="1"/>
          </p:cNvSpPr>
          <p:nvPr>
            <p:ph type="subTitle" idx="13"/>
          </p:nvPr>
        </p:nvSpPr>
        <p:spPr>
          <a:xfrm>
            <a:off x="1113052" y="3552175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47" name="Google Shape;347;p25"/>
          <p:cNvSpPr txBox="1">
            <a:spLocks noGrp="1"/>
          </p:cNvSpPr>
          <p:nvPr>
            <p:ph type="subTitle" idx="14"/>
          </p:nvPr>
        </p:nvSpPr>
        <p:spPr>
          <a:xfrm>
            <a:off x="3582900" y="3552175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48" name="Google Shape;348;p25"/>
          <p:cNvSpPr txBox="1">
            <a:spLocks noGrp="1"/>
          </p:cNvSpPr>
          <p:nvPr>
            <p:ph type="subTitle" idx="15"/>
          </p:nvPr>
        </p:nvSpPr>
        <p:spPr>
          <a:xfrm>
            <a:off x="6052748" y="3552175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6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1" name="Google Shape;351;p26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352" name="Google Shape;352;p26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6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0" name="Google Shape;360;p26"/>
          <p:cNvSpPr txBox="1">
            <a:spLocks noGrp="1"/>
          </p:cNvSpPr>
          <p:nvPr>
            <p:ph type="title" hasCustomPrompt="1"/>
          </p:nvPr>
        </p:nvSpPr>
        <p:spPr>
          <a:xfrm>
            <a:off x="2223600" y="638357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1" name="Google Shape;361;p26"/>
          <p:cNvSpPr txBox="1">
            <a:spLocks noGrp="1"/>
          </p:cNvSpPr>
          <p:nvPr>
            <p:ph type="subTitle" idx="1"/>
          </p:nvPr>
        </p:nvSpPr>
        <p:spPr>
          <a:xfrm>
            <a:off x="2223600" y="1327276"/>
            <a:ext cx="4696800" cy="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2" name="Google Shape;362;p26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90612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3" name="Google Shape;363;p26"/>
          <p:cNvSpPr txBox="1">
            <a:spLocks noGrp="1"/>
          </p:cNvSpPr>
          <p:nvPr>
            <p:ph type="subTitle" idx="3"/>
          </p:nvPr>
        </p:nvSpPr>
        <p:spPr>
          <a:xfrm>
            <a:off x="2223600" y="2679528"/>
            <a:ext cx="4696800" cy="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4" name="Google Shape;364;p26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34286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5" name="Google Shape;365;p26"/>
          <p:cNvSpPr txBox="1">
            <a:spLocks noGrp="1"/>
          </p:cNvSpPr>
          <p:nvPr>
            <p:ph type="subTitle" idx="5"/>
          </p:nvPr>
        </p:nvSpPr>
        <p:spPr>
          <a:xfrm>
            <a:off x="2223600" y="4031797"/>
            <a:ext cx="4696800" cy="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27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8" name="Google Shape;368;p27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369" name="Google Shape;369;p27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7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7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7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7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7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7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7" name="Google Shape;377;p27"/>
          <p:cNvSpPr txBox="1">
            <a:spLocks noGrp="1"/>
          </p:cNvSpPr>
          <p:nvPr>
            <p:ph type="title" hasCustomPrompt="1"/>
          </p:nvPr>
        </p:nvSpPr>
        <p:spPr>
          <a:xfrm>
            <a:off x="1216350" y="1339675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8" name="Google Shape;378;p27"/>
          <p:cNvSpPr txBox="1">
            <a:spLocks noGrp="1"/>
          </p:cNvSpPr>
          <p:nvPr>
            <p:ph type="subTitle" idx="1"/>
          </p:nvPr>
        </p:nvSpPr>
        <p:spPr>
          <a:xfrm>
            <a:off x="720000" y="3645875"/>
            <a:ext cx="23916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9" name="Google Shape;379;p27"/>
          <p:cNvSpPr txBox="1">
            <a:spLocks noGrp="1"/>
          </p:cNvSpPr>
          <p:nvPr>
            <p:ph type="subTitle" idx="2"/>
          </p:nvPr>
        </p:nvSpPr>
        <p:spPr>
          <a:xfrm>
            <a:off x="720000" y="3225050"/>
            <a:ext cx="23916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80" name="Google Shape;380;p27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339675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1" name="Google Shape;381;p27"/>
          <p:cNvSpPr txBox="1">
            <a:spLocks noGrp="1"/>
          </p:cNvSpPr>
          <p:nvPr>
            <p:ph type="subTitle" idx="4"/>
          </p:nvPr>
        </p:nvSpPr>
        <p:spPr>
          <a:xfrm>
            <a:off x="3376200" y="3645875"/>
            <a:ext cx="23916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2" name="Google Shape;382;p27"/>
          <p:cNvSpPr txBox="1">
            <a:spLocks noGrp="1"/>
          </p:cNvSpPr>
          <p:nvPr>
            <p:ph type="subTitle" idx="5"/>
          </p:nvPr>
        </p:nvSpPr>
        <p:spPr>
          <a:xfrm>
            <a:off x="3376200" y="3225050"/>
            <a:ext cx="23916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83" name="Google Shape;383;p27"/>
          <p:cNvSpPr txBox="1">
            <a:spLocks noGrp="1"/>
          </p:cNvSpPr>
          <p:nvPr>
            <p:ph type="title" idx="6" hasCustomPrompt="1"/>
          </p:nvPr>
        </p:nvSpPr>
        <p:spPr>
          <a:xfrm>
            <a:off x="6528650" y="1339675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4" name="Google Shape;384;p27"/>
          <p:cNvSpPr txBox="1">
            <a:spLocks noGrp="1"/>
          </p:cNvSpPr>
          <p:nvPr>
            <p:ph type="subTitle" idx="7"/>
          </p:nvPr>
        </p:nvSpPr>
        <p:spPr>
          <a:xfrm>
            <a:off x="6032300" y="3645875"/>
            <a:ext cx="23916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5" name="Google Shape;385;p27"/>
          <p:cNvSpPr txBox="1">
            <a:spLocks noGrp="1"/>
          </p:cNvSpPr>
          <p:nvPr>
            <p:ph type="subTitle" idx="8"/>
          </p:nvPr>
        </p:nvSpPr>
        <p:spPr>
          <a:xfrm>
            <a:off x="6032300" y="3225050"/>
            <a:ext cx="23916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sz="24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386" name="Google Shape;386;p27"/>
          <p:cNvSpPr txBox="1">
            <a:spLocks noGrp="1"/>
          </p:cNvSpPr>
          <p:nvPr>
            <p:ph type="title" idx="9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28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" name="Google Shape;389;p28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390" name="Google Shape;390;p28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8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8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8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8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8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8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8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8" name="Google Shape;398;p28"/>
          <p:cNvSpPr txBox="1">
            <a:spLocks noGrp="1"/>
          </p:cNvSpPr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28"/>
          <p:cNvSpPr txBox="1">
            <a:spLocks noGrp="1"/>
          </p:cNvSpPr>
          <p:nvPr>
            <p:ph type="subTitle" idx="1"/>
          </p:nvPr>
        </p:nvSpPr>
        <p:spPr>
          <a:xfrm>
            <a:off x="2347900" y="17652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28"/>
          <p:cNvSpPr txBox="1"/>
          <p:nvPr/>
        </p:nvSpPr>
        <p:spPr>
          <a:xfrm>
            <a:off x="2405700" y="3611950"/>
            <a:ext cx="43326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CREDITS:</a:t>
            </a:r>
            <a:r>
              <a:rPr lang="en"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This presentation template was created by </a:t>
            </a:r>
            <a:r>
              <a:rPr lang="en" sz="1000" b="1" u="sng">
                <a:solidFill>
                  <a:schemeClr val="hlink"/>
                </a:solidFill>
                <a:latin typeface="Source Sans 3"/>
                <a:ea typeface="Source Sans 3"/>
                <a:cs typeface="Source Sans 3"/>
                <a:sym typeface="Source Sans 3"/>
                <a:hlinkClick r:id="rId3"/>
              </a:rPr>
              <a:t>Slidesgo</a:t>
            </a:r>
            <a:r>
              <a:rPr lang="en"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endParaRPr sz="1000" b="1" u="sng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29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3" name="Google Shape;403;p29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404" name="Google Shape;404;p29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9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9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9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9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9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9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9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2" name="Google Shape;412;p29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413" name="Google Shape;413;p29"/>
            <p:cNvSpPr/>
            <p:nvPr/>
          </p:nvSpPr>
          <p:spPr>
            <a:xfrm>
              <a:off x="83952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9"/>
            <p:cNvSpPr/>
            <p:nvPr/>
          </p:nvSpPr>
          <p:spPr>
            <a:xfrm>
              <a:off x="844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9"/>
            <p:cNvSpPr/>
            <p:nvPr/>
          </p:nvSpPr>
          <p:spPr>
            <a:xfrm>
              <a:off x="898575" y="13480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9"/>
            <p:cNvSpPr/>
            <p:nvPr/>
          </p:nvSpPr>
          <p:spPr>
            <a:xfrm>
              <a:off x="9448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9"/>
            <p:cNvSpPr/>
            <p:nvPr/>
          </p:nvSpPr>
          <p:spPr>
            <a:xfrm>
              <a:off x="752350" y="1240875"/>
              <a:ext cx="206850" cy="104050"/>
            </a:xfrm>
            <a:custGeom>
              <a:avLst/>
              <a:gdLst/>
              <a:ahLst/>
              <a:cxnLst/>
              <a:rect l="l" t="t" r="r" b="b"/>
              <a:pathLst>
                <a:path w="8274" h="4162" extrusionOk="0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9"/>
            <p:cNvSpPr/>
            <p:nvPr/>
          </p:nvSpPr>
          <p:spPr>
            <a:xfrm>
              <a:off x="1012600" y="1245875"/>
              <a:ext cx="88750" cy="80000"/>
            </a:xfrm>
            <a:custGeom>
              <a:avLst/>
              <a:gdLst/>
              <a:ahLst/>
              <a:cxnLst/>
              <a:rect l="l" t="t" r="r" b="b"/>
              <a:pathLst>
                <a:path w="3550" h="3200" extrusionOk="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9"/>
            <p:cNvSpPr/>
            <p:nvPr/>
          </p:nvSpPr>
          <p:spPr>
            <a:xfrm>
              <a:off x="1123500" y="1272100"/>
              <a:ext cx="33450" cy="43775"/>
            </a:xfrm>
            <a:custGeom>
              <a:avLst/>
              <a:gdLst/>
              <a:ahLst/>
              <a:cxnLst/>
              <a:rect l="l" t="t" r="r" b="b"/>
              <a:pathLst>
                <a:path w="1338" h="1751" extrusionOk="0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9"/>
            <p:cNvSpPr/>
            <p:nvPr/>
          </p:nvSpPr>
          <p:spPr>
            <a:xfrm>
              <a:off x="732975" y="129210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809225" y="1274925"/>
              <a:ext cx="77800" cy="113125"/>
            </a:xfrm>
            <a:custGeom>
              <a:avLst/>
              <a:gdLst/>
              <a:ahLst/>
              <a:cxnLst/>
              <a:rect l="l" t="t" r="r" b="b"/>
              <a:pathLst>
                <a:path w="3112" h="4525" extrusionOk="0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9"/>
            <p:cNvSpPr/>
            <p:nvPr/>
          </p:nvSpPr>
          <p:spPr>
            <a:xfrm>
              <a:off x="792650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9"/>
            <p:cNvSpPr/>
            <p:nvPr/>
          </p:nvSpPr>
          <p:spPr>
            <a:xfrm>
              <a:off x="841400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9"/>
            <p:cNvSpPr/>
            <p:nvPr/>
          </p:nvSpPr>
          <p:spPr>
            <a:xfrm>
              <a:off x="973550" y="1363650"/>
              <a:ext cx="9700" cy="6900"/>
            </a:xfrm>
            <a:custGeom>
              <a:avLst/>
              <a:gdLst/>
              <a:ahLst/>
              <a:cxnLst/>
              <a:rect l="l" t="t" r="r" b="b"/>
              <a:pathLst>
                <a:path w="388" h="276" extrusionOk="0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9"/>
            <p:cNvSpPr/>
            <p:nvPr/>
          </p:nvSpPr>
          <p:spPr>
            <a:xfrm>
              <a:off x="832025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9"/>
            <p:cNvSpPr/>
            <p:nvPr/>
          </p:nvSpPr>
          <p:spPr>
            <a:xfrm>
              <a:off x="810775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9"/>
            <p:cNvSpPr/>
            <p:nvPr/>
          </p:nvSpPr>
          <p:spPr>
            <a:xfrm>
              <a:off x="766400" y="1291175"/>
              <a:ext cx="73150" cy="22525"/>
            </a:xfrm>
            <a:custGeom>
              <a:avLst/>
              <a:gdLst/>
              <a:ahLst/>
              <a:cxnLst/>
              <a:rect l="l" t="t" r="r" b="b"/>
              <a:pathLst>
                <a:path w="2926" h="901" extrusionOk="0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9"/>
            <p:cNvSpPr/>
            <p:nvPr/>
          </p:nvSpPr>
          <p:spPr>
            <a:xfrm>
              <a:off x="767350" y="12968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919500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9"/>
            <p:cNvSpPr/>
            <p:nvPr/>
          </p:nvSpPr>
          <p:spPr>
            <a:xfrm>
              <a:off x="914500" y="1250875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9"/>
            <p:cNvSpPr/>
            <p:nvPr/>
          </p:nvSpPr>
          <p:spPr>
            <a:xfrm>
              <a:off x="1186925" y="1310225"/>
              <a:ext cx="83125" cy="26900"/>
            </a:xfrm>
            <a:custGeom>
              <a:avLst/>
              <a:gdLst/>
              <a:ahLst/>
              <a:cxnLst/>
              <a:rect l="l" t="t" r="r" b="b"/>
              <a:pathLst>
                <a:path w="3325" h="1076" extrusionOk="0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1187250" y="1314900"/>
              <a:ext cx="100600" cy="30975"/>
            </a:xfrm>
            <a:custGeom>
              <a:avLst/>
              <a:gdLst/>
              <a:ahLst/>
              <a:cxnLst/>
              <a:rect l="l" t="t" r="r" b="b"/>
              <a:pathLst>
                <a:path w="4024" h="1239" extrusionOk="0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5855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762975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9"/>
            <p:cNvSpPr/>
            <p:nvPr/>
          </p:nvSpPr>
          <p:spPr>
            <a:xfrm>
              <a:off x="741425" y="1520175"/>
              <a:ext cx="77175" cy="73125"/>
            </a:xfrm>
            <a:custGeom>
              <a:avLst/>
              <a:gdLst/>
              <a:ahLst/>
              <a:cxnLst/>
              <a:rect l="l" t="t" r="r" b="b"/>
              <a:pathLst>
                <a:path w="3087" h="2925" extrusionOk="0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9"/>
            <p:cNvSpPr/>
            <p:nvPr/>
          </p:nvSpPr>
          <p:spPr>
            <a:xfrm>
              <a:off x="812325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633950" y="13739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9"/>
            <p:cNvSpPr/>
            <p:nvPr/>
          </p:nvSpPr>
          <p:spPr>
            <a:xfrm>
              <a:off x="638950" y="1634200"/>
              <a:ext cx="81550" cy="88450"/>
            </a:xfrm>
            <a:custGeom>
              <a:avLst/>
              <a:gdLst/>
              <a:ahLst/>
              <a:cxnLst/>
              <a:rect l="l" t="t" r="r" b="b"/>
              <a:pathLst>
                <a:path w="3262" h="3538" extrusionOk="0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9"/>
            <p:cNvSpPr/>
            <p:nvPr/>
          </p:nvSpPr>
          <p:spPr>
            <a:xfrm>
              <a:off x="66520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9"/>
            <p:cNvSpPr/>
            <p:nvPr/>
          </p:nvSpPr>
          <p:spPr>
            <a:xfrm>
              <a:off x="68517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9"/>
            <p:cNvSpPr/>
            <p:nvPr/>
          </p:nvSpPr>
          <p:spPr>
            <a:xfrm>
              <a:off x="6683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9"/>
            <p:cNvSpPr/>
            <p:nvPr/>
          </p:nvSpPr>
          <p:spPr>
            <a:xfrm>
              <a:off x="769525" y="1413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9"/>
            <p:cNvSpPr/>
            <p:nvPr/>
          </p:nvSpPr>
          <p:spPr>
            <a:xfrm>
              <a:off x="786400" y="1462675"/>
              <a:ext cx="10025" cy="5975"/>
            </a:xfrm>
            <a:custGeom>
              <a:avLst/>
              <a:gdLst/>
              <a:ahLst/>
              <a:cxnLst/>
              <a:rect l="l" t="t" r="r" b="b"/>
              <a:pathLst>
                <a:path w="401" h="239" extrusionOk="0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9"/>
            <p:cNvSpPr/>
            <p:nvPr/>
          </p:nvSpPr>
          <p:spPr>
            <a:xfrm>
              <a:off x="756725" y="1594850"/>
              <a:ext cx="7200" cy="10000"/>
            </a:xfrm>
            <a:custGeom>
              <a:avLst/>
              <a:gdLst/>
              <a:ahLst/>
              <a:cxnLst/>
              <a:rect l="l" t="t" r="r" b="b"/>
              <a:pathLst>
                <a:path w="288" h="400" extrusionOk="0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9"/>
            <p:cNvSpPr/>
            <p:nvPr/>
          </p:nvSpPr>
          <p:spPr>
            <a:xfrm>
              <a:off x="62707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9"/>
            <p:cNvSpPr/>
            <p:nvPr/>
          </p:nvSpPr>
          <p:spPr>
            <a:xfrm>
              <a:off x="627075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9"/>
            <p:cNvSpPr/>
            <p:nvPr/>
          </p:nvSpPr>
          <p:spPr>
            <a:xfrm>
              <a:off x="684550" y="1388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9"/>
            <p:cNvSpPr/>
            <p:nvPr/>
          </p:nvSpPr>
          <p:spPr>
            <a:xfrm>
              <a:off x="690175" y="1388950"/>
              <a:ext cx="23775" cy="70625"/>
            </a:xfrm>
            <a:custGeom>
              <a:avLst/>
              <a:gdLst/>
              <a:ahLst/>
              <a:cxnLst/>
              <a:rect l="l" t="t" r="r" b="b"/>
              <a:pathLst>
                <a:path w="951" h="2825" extrusionOk="0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9"/>
            <p:cNvSpPr/>
            <p:nvPr/>
          </p:nvSpPr>
          <p:spPr>
            <a:xfrm>
              <a:off x="6420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9"/>
            <p:cNvSpPr/>
            <p:nvPr/>
          </p:nvSpPr>
          <p:spPr>
            <a:xfrm>
              <a:off x="642375" y="1531100"/>
              <a:ext cx="55950" cy="20950"/>
            </a:xfrm>
            <a:custGeom>
              <a:avLst/>
              <a:gdLst/>
              <a:ahLst/>
              <a:cxnLst/>
              <a:rect l="l" t="t" r="r" b="b"/>
              <a:pathLst>
                <a:path w="2238" h="838" extrusionOk="0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9"/>
            <p:cNvSpPr/>
            <p:nvPr/>
          </p:nvSpPr>
          <p:spPr>
            <a:xfrm>
              <a:off x="703625" y="1808525"/>
              <a:ext cx="26875" cy="82825"/>
            </a:xfrm>
            <a:custGeom>
              <a:avLst/>
              <a:gdLst/>
              <a:ahLst/>
              <a:cxnLst/>
              <a:rect l="l" t="t" r="r" b="b"/>
              <a:pathLst>
                <a:path w="1075" h="3313" extrusionOk="0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9"/>
            <p:cNvSpPr/>
            <p:nvPr/>
          </p:nvSpPr>
          <p:spPr>
            <a:xfrm>
              <a:off x="708300" y="1808525"/>
              <a:ext cx="30950" cy="100950"/>
            </a:xfrm>
            <a:custGeom>
              <a:avLst/>
              <a:gdLst/>
              <a:ahLst/>
              <a:cxnLst/>
              <a:rect l="l" t="t" r="r" b="b"/>
              <a:pathLst>
                <a:path w="1238" h="4038" extrusionOk="0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88700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893575" y="1496125"/>
              <a:ext cx="58750" cy="15000"/>
            </a:xfrm>
            <a:custGeom>
              <a:avLst/>
              <a:gdLst/>
              <a:ahLst/>
              <a:cxnLst/>
              <a:rect l="l" t="t" r="r" b="b"/>
              <a:pathLst>
                <a:path w="2350" h="600" extrusionOk="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927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88670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897000" y="1522975"/>
              <a:ext cx="17200" cy="34700"/>
            </a:xfrm>
            <a:custGeom>
              <a:avLst/>
              <a:gdLst/>
              <a:ahLst/>
              <a:cxnLst/>
              <a:rect l="l" t="t" r="r" b="b"/>
              <a:pathLst>
                <a:path w="688" h="1388" extrusionOk="0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9"/>
            <p:cNvSpPr/>
            <p:nvPr/>
          </p:nvSpPr>
          <p:spPr>
            <a:xfrm>
              <a:off x="907925" y="1521425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9"/>
            <p:cNvSpPr/>
            <p:nvPr/>
          </p:nvSpPr>
          <p:spPr>
            <a:xfrm>
              <a:off x="915425" y="1512975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917300" y="1513300"/>
              <a:ext cx="17225" cy="6900"/>
            </a:xfrm>
            <a:custGeom>
              <a:avLst/>
              <a:gdLst/>
              <a:ahLst/>
              <a:cxnLst/>
              <a:rect l="l" t="t" r="r" b="b"/>
              <a:pathLst>
                <a:path w="689" h="276" extrusionOk="0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92605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620967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9"/>
            <p:cNvSpPr/>
            <p:nvPr/>
          </p:nvSpPr>
          <p:spPr>
            <a:xfrm>
              <a:off x="6575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9"/>
            <p:cNvSpPr/>
            <p:nvPr/>
          </p:nvSpPr>
          <p:spPr>
            <a:xfrm>
              <a:off x="6628300" y="1348025"/>
              <a:ext cx="73450" cy="77200"/>
            </a:xfrm>
            <a:custGeom>
              <a:avLst/>
              <a:gdLst/>
              <a:ahLst/>
              <a:cxnLst/>
              <a:rect l="l" t="t" r="r" b="b"/>
              <a:pathLst>
                <a:path w="2938" h="3088" extrusionOk="0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9"/>
            <p:cNvSpPr/>
            <p:nvPr/>
          </p:nvSpPr>
          <p:spPr>
            <a:xfrm>
              <a:off x="66555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9"/>
            <p:cNvSpPr/>
            <p:nvPr/>
          </p:nvSpPr>
          <p:spPr>
            <a:xfrm>
              <a:off x="6641425" y="1240875"/>
              <a:ext cx="206550" cy="104050"/>
            </a:xfrm>
            <a:custGeom>
              <a:avLst/>
              <a:gdLst/>
              <a:ahLst/>
              <a:cxnLst/>
              <a:rect l="l" t="t" r="r" b="b"/>
              <a:pathLst>
                <a:path w="8262" h="4162" extrusionOk="0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9"/>
            <p:cNvSpPr/>
            <p:nvPr/>
          </p:nvSpPr>
          <p:spPr>
            <a:xfrm>
              <a:off x="6499275" y="1245875"/>
              <a:ext cx="88450" cy="80000"/>
            </a:xfrm>
            <a:custGeom>
              <a:avLst/>
              <a:gdLst/>
              <a:ahLst/>
              <a:cxnLst/>
              <a:rect l="l" t="t" r="r" b="b"/>
              <a:pathLst>
                <a:path w="3538" h="3200" extrusionOk="0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9"/>
            <p:cNvSpPr/>
            <p:nvPr/>
          </p:nvSpPr>
          <p:spPr>
            <a:xfrm>
              <a:off x="6443675" y="1272100"/>
              <a:ext cx="33125" cy="43775"/>
            </a:xfrm>
            <a:custGeom>
              <a:avLst/>
              <a:gdLst/>
              <a:ahLst/>
              <a:cxnLst/>
              <a:rect l="l" t="t" r="r" b="b"/>
              <a:pathLst>
                <a:path w="1325" h="1751" extrusionOk="0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9"/>
            <p:cNvSpPr/>
            <p:nvPr/>
          </p:nvSpPr>
          <p:spPr>
            <a:xfrm>
              <a:off x="6835450" y="1292100"/>
              <a:ext cx="31875" cy="31900"/>
            </a:xfrm>
            <a:custGeom>
              <a:avLst/>
              <a:gdLst/>
              <a:ahLst/>
              <a:cxnLst/>
              <a:rect l="l" t="t" r="r" b="b"/>
              <a:pathLst>
                <a:path w="1275" h="1276" extrusionOk="0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9"/>
            <p:cNvSpPr/>
            <p:nvPr/>
          </p:nvSpPr>
          <p:spPr>
            <a:xfrm>
              <a:off x="6713600" y="1274925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9"/>
            <p:cNvSpPr/>
            <p:nvPr/>
          </p:nvSpPr>
          <p:spPr>
            <a:xfrm>
              <a:off x="6777025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9"/>
            <p:cNvSpPr/>
            <p:nvPr/>
          </p:nvSpPr>
          <p:spPr>
            <a:xfrm>
              <a:off x="6753275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9"/>
            <p:cNvSpPr/>
            <p:nvPr/>
          </p:nvSpPr>
          <p:spPr>
            <a:xfrm>
              <a:off x="6617075" y="1363650"/>
              <a:ext cx="10000" cy="6900"/>
            </a:xfrm>
            <a:custGeom>
              <a:avLst/>
              <a:gdLst/>
              <a:ahLst/>
              <a:cxnLst/>
              <a:rect l="l" t="t" r="r" b="b"/>
              <a:pathLst>
                <a:path w="400" h="276" extrusionOk="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9"/>
            <p:cNvSpPr/>
            <p:nvPr/>
          </p:nvSpPr>
          <p:spPr>
            <a:xfrm>
              <a:off x="6611450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9"/>
            <p:cNvSpPr/>
            <p:nvPr/>
          </p:nvSpPr>
          <p:spPr>
            <a:xfrm>
              <a:off x="6756400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9"/>
            <p:cNvSpPr/>
            <p:nvPr/>
          </p:nvSpPr>
          <p:spPr>
            <a:xfrm>
              <a:off x="6761100" y="1291175"/>
              <a:ext cx="72800" cy="22525"/>
            </a:xfrm>
            <a:custGeom>
              <a:avLst/>
              <a:gdLst/>
              <a:ahLst/>
              <a:cxnLst/>
              <a:rect l="l" t="t" r="r" b="b"/>
              <a:pathLst>
                <a:path w="2912" h="901" extrusionOk="0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9"/>
            <p:cNvSpPr/>
            <p:nvPr/>
          </p:nvSpPr>
          <p:spPr>
            <a:xfrm>
              <a:off x="6762650" y="1296800"/>
              <a:ext cx="70325" cy="23450"/>
            </a:xfrm>
            <a:custGeom>
              <a:avLst/>
              <a:gdLst/>
              <a:ahLst/>
              <a:cxnLst/>
              <a:rect l="l" t="t" r="r" b="b"/>
              <a:pathLst>
                <a:path w="2813" h="938" extrusionOk="0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9"/>
            <p:cNvSpPr/>
            <p:nvPr/>
          </p:nvSpPr>
          <p:spPr>
            <a:xfrm>
              <a:off x="6662675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9"/>
            <p:cNvSpPr/>
            <p:nvPr/>
          </p:nvSpPr>
          <p:spPr>
            <a:xfrm>
              <a:off x="6669850" y="1250875"/>
              <a:ext cx="15975" cy="54375"/>
            </a:xfrm>
            <a:custGeom>
              <a:avLst/>
              <a:gdLst/>
              <a:ahLst/>
              <a:cxnLst/>
              <a:rect l="l" t="t" r="r" b="b"/>
              <a:pathLst>
                <a:path w="639" h="2175" extrusionOk="0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9"/>
            <p:cNvSpPr/>
            <p:nvPr/>
          </p:nvSpPr>
          <p:spPr>
            <a:xfrm>
              <a:off x="6330275" y="1310225"/>
              <a:ext cx="82800" cy="26900"/>
            </a:xfrm>
            <a:custGeom>
              <a:avLst/>
              <a:gdLst/>
              <a:ahLst/>
              <a:cxnLst/>
              <a:rect l="l" t="t" r="r" b="b"/>
              <a:pathLst>
                <a:path w="3312" h="1076" extrusionOk="0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9"/>
            <p:cNvSpPr/>
            <p:nvPr/>
          </p:nvSpPr>
          <p:spPr>
            <a:xfrm>
              <a:off x="6312450" y="1314900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9"/>
            <p:cNvSpPr/>
            <p:nvPr/>
          </p:nvSpPr>
          <p:spPr>
            <a:xfrm>
              <a:off x="68148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9"/>
            <p:cNvSpPr/>
            <p:nvPr/>
          </p:nvSpPr>
          <p:spPr>
            <a:xfrm>
              <a:off x="6715800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9"/>
            <p:cNvSpPr/>
            <p:nvPr/>
          </p:nvSpPr>
          <p:spPr>
            <a:xfrm>
              <a:off x="6781700" y="1520175"/>
              <a:ext cx="77200" cy="73125"/>
            </a:xfrm>
            <a:custGeom>
              <a:avLst/>
              <a:gdLst/>
              <a:ahLst/>
              <a:cxnLst/>
              <a:rect l="l" t="t" r="r" b="b"/>
              <a:pathLst>
                <a:path w="3088" h="2925" extrusionOk="0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6787950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9"/>
            <p:cNvSpPr/>
            <p:nvPr/>
          </p:nvSpPr>
          <p:spPr>
            <a:xfrm>
              <a:off x="6862300" y="1373950"/>
              <a:ext cx="104075" cy="206550"/>
            </a:xfrm>
            <a:custGeom>
              <a:avLst/>
              <a:gdLst/>
              <a:ahLst/>
              <a:cxnLst/>
              <a:rect l="l" t="t" r="r" b="b"/>
              <a:pathLst>
                <a:path w="4163" h="8262" extrusionOk="0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9"/>
            <p:cNvSpPr/>
            <p:nvPr/>
          </p:nvSpPr>
          <p:spPr>
            <a:xfrm>
              <a:off x="6879800" y="1634200"/>
              <a:ext cx="81575" cy="88450"/>
            </a:xfrm>
            <a:custGeom>
              <a:avLst/>
              <a:gdLst/>
              <a:ahLst/>
              <a:cxnLst/>
              <a:rect l="l" t="t" r="r" b="b"/>
              <a:pathLst>
                <a:path w="3263" h="3538" extrusionOk="0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9"/>
            <p:cNvSpPr/>
            <p:nvPr/>
          </p:nvSpPr>
          <p:spPr>
            <a:xfrm>
              <a:off x="689105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9"/>
            <p:cNvSpPr/>
            <p:nvPr/>
          </p:nvSpPr>
          <p:spPr>
            <a:xfrm>
              <a:off x="688292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9"/>
            <p:cNvSpPr/>
            <p:nvPr/>
          </p:nvSpPr>
          <p:spPr>
            <a:xfrm>
              <a:off x="68192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9"/>
            <p:cNvSpPr/>
            <p:nvPr/>
          </p:nvSpPr>
          <p:spPr>
            <a:xfrm>
              <a:off x="6798275" y="1413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9"/>
            <p:cNvSpPr/>
            <p:nvPr/>
          </p:nvSpPr>
          <p:spPr>
            <a:xfrm>
              <a:off x="6803900" y="1462675"/>
              <a:ext cx="10000" cy="5975"/>
            </a:xfrm>
            <a:custGeom>
              <a:avLst/>
              <a:gdLst/>
              <a:ahLst/>
              <a:cxnLst/>
              <a:rect l="l" t="t" r="r" b="b"/>
              <a:pathLst>
                <a:path w="400" h="239" extrusionOk="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9"/>
            <p:cNvSpPr/>
            <p:nvPr/>
          </p:nvSpPr>
          <p:spPr>
            <a:xfrm>
              <a:off x="6836375" y="1594850"/>
              <a:ext cx="7225" cy="10000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9"/>
            <p:cNvSpPr/>
            <p:nvPr/>
          </p:nvSpPr>
          <p:spPr>
            <a:xfrm>
              <a:off x="694542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9"/>
            <p:cNvSpPr/>
            <p:nvPr/>
          </p:nvSpPr>
          <p:spPr>
            <a:xfrm>
              <a:off x="6942300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9"/>
            <p:cNvSpPr/>
            <p:nvPr/>
          </p:nvSpPr>
          <p:spPr>
            <a:xfrm>
              <a:off x="6893250" y="1388025"/>
              <a:ext cx="22500" cy="72800"/>
            </a:xfrm>
            <a:custGeom>
              <a:avLst/>
              <a:gdLst/>
              <a:ahLst/>
              <a:cxnLst/>
              <a:rect l="l" t="t" r="r" b="b"/>
              <a:pathLst>
                <a:path w="900" h="2912" extrusionOk="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9"/>
            <p:cNvSpPr/>
            <p:nvPr/>
          </p:nvSpPr>
          <p:spPr>
            <a:xfrm>
              <a:off x="6886375" y="1388950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9"/>
            <p:cNvSpPr/>
            <p:nvPr/>
          </p:nvSpPr>
          <p:spPr>
            <a:xfrm>
              <a:off x="69013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9"/>
            <p:cNvSpPr/>
            <p:nvPr/>
          </p:nvSpPr>
          <p:spPr>
            <a:xfrm>
              <a:off x="6901675" y="1530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9"/>
            <p:cNvSpPr/>
            <p:nvPr/>
          </p:nvSpPr>
          <p:spPr>
            <a:xfrm>
              <a:off x="6869800" y="1808525"/>
              <a:ext cx="26900" cy="82825"/>
            </a:xfrm>
            <a:custGeom>
              <a:avLst/>
              <a:gdLst/>
              <a:ahLst/>
              <a:cxnLst/>
              <a:rect l="l" t="t" r="r" b="b"/>
              <a:pathLst>
                <a:path w="1076" h="3313" extrusionOk="0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9"/>
            <p:cNvSpPr/>
            <p:nvPr/>
          </p:nvSpPr>
          <p:spPr>
            <a:xfrm>
              <a:off x="6861050" y="1808525"/>
              <a:ext cx="30975" cy="100950"/>
            </a:xfrm>
            <a:custGeom>
              <a:avLst/>
              <a:gdLst/>
              <a:ahLst/>
              <a:cxnLst/>
              <a:rect l="l" t="t" r="r" b="b"/>
              <a:pathLst>
                <a:path w="1239" h="4038" extrusionOk="0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9"/>
            <p:cNvSpPr/>
            <p:nvPr/>
          </p:nvSpPr>
          <p:spPr>
            <a:xfrm>
              <a:off x="670485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9"/>
            <p:cNvSpPr/>
            <p:nvPr/>
          </p:nvSpPr>
          <p:spPr>
            <a:xfrm>
              <a:off x="6648000" y="1496125"/>
              <a:ext cx="59075" cy="15000"/>
            </a:xfrm>
            <a:custGeom>
              <a:avLst/>
              <a:gdLst/>
              <a:ahLst/>
              <a:cxnLst/>
              <a:rect l="l" t="t" r="r" b="b"/>
              <a:pathLst>
                <a:path w="2363" h="600" extrusionOk="0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9"/>
            <p:cNvSpPr/>
            <p:nvPr/>
          </p:nvSpPr>
          <p:spPr>
            <a:xfrm>
              <a:off x="6648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9"/>
            <p:cNvSpPr/>
            <p:nvPr/>
          </p:nvSpPr>
          <p:spPr>
            <a:xfrm>
              <a:off x="668705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9"/>
            <p:cNvSpPr/>
            <p:nvPr/>
          </p:nvSpPr>
          <p:spPr>
            <a:xfrm>
              <a:off x="6686100" y="1522975"/>
              <a:ext cx="17225" cy="34700"/>
            </a:xfrm>
            <a:custGeom>
              <a:avLst/>
              <a:gdLst/>
              <a:ahLst/>
              <a:cxnLst/>
              <a:rect l="l" t="t" r="r" b="b"/>
              <a:pathLst>
                <a:path w="689" h="1388" extrusionOk="0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9"/>
            <p:cNvSpPr/>
            <p:nvPr/>
          </p:nvSpPr>
          <p:spPr>
            <a:xfrm>
              <a:off x="6669850" y="1521425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9"/>
            <p:cNvSpPr/>
            <p:nvPr/>
          </p:nvSpPr>
          <p:spPr>
            <a:xfrm>
              <a:off x="6668925" y="1512975"/>
              <a:ext cx="15650" cy="19100"/>
            </a:xfrm>
            <a:custGeom>
              <a:avLst/>
              <a:gdLst/>
              <a:ahLst/>
              <a:cxnLst/>
              <a:rect l="l" t="t" r="r" b="b"/>
              <a:pathLst>
                <a:path w="626" h="764" extrusionOk="0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6665800" y="151330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664580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9"/>
            <p:cNvSpPr/>
            <p:nvPr/>
          </p:nvSpPr>
          <p:spPr>
            <a:xfrm>
              <a:off x="6217175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9"/>
            <p:cNvSpPr/>
            <p:nvPr/>
          </p:nvSpPr>
          <p:spPr>
            <a:xfrm>
              <a:off x="6582375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9"/>
            <p:cNvSpPr/>
            <p:nvPr/>
          </p:nvSpPr>
          <p:spPr>
            <a:xfrm>
              <a:off x="6636125" y="4276625"/>
              <a:ext cx="72825" cy="77200"/>
            </a:xfrm>
            <a:custGeom>
              <a:avLst/>
              <a:gdLst/>
              <a:ahLst/>
              <a:cxnLst/>
              <a:rect l="l" t="t" r="r" b="b"/>
              <a:pathLst>
                <a:path w="2913" h="3088" extrusionOk="0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9"/>
            <p:cNvSpPr/>
            <p:nvPr/>
          </p:nvSpPr>
          <p:spPr>
            <a:xfrm>
              <a:off x="6662675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9"/>
            <p:cNvSpPr/>
            <p:nvPr/>
          </p:nvSpPr>
          <p:spPr>
            <a:xfrm>
              <a:off x="6648925" y="4357225"/>
              <a:ext cx="206550" cy="103750"/>
            </a:xfrm>
            <a:custGeom>
              <a:avLst/>
              <a:gdLst/>
              <a:ahLst/>
              <a:cxnLst/>
              <a:rect l="l" t="t" r="r" b="b"/>
              <a:pathLst>
                <a:path w="8262" h="4150" extrusionOk="0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9"/>
            <p:cNvSpPr/>
            <p:nvPr/>
          </p:nvSpPr>
          <p:spPr>
            <a:xfrm>
              <a:off x="6506475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9"/>
            <p:cNvSpPr/>
            <p:nvPr/>
          </p:nvSpPr>
          <p:spPr>
            <a:xfrm>
              <a:off x="6450850" y="4386300"/>
              <a:ext cx="33150" cy="43450"/>
            </a:xfrm>
            <a:custGeom>
              <a:avLst/>
              <a:gdLst/>
              <a:ahLst/>
              <a:cxnLst/>
              <a:rect l="l" t="t" r="r" b="b"/>
              <a:pathLst>
                <a:path w="1326" h="1738" extrusionOk="0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9"/>
            <p:cNvSpPr/>
            <p:nvPr/>
          </p:nvSpPr>
          <p:spPr>
            <a:xfrm>
              <a:off x="684262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9"/>
            <p:cNvSpPr/>
            <p:nvPr/>
          </p:nvSpPr>
          <p:spPr>
            <a:xfrm>
              <a:off x="67207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6784200" y="4293200"/>
              <a:ext cx="30650" cy="32500"/>
            </a:xfrm>
            <a:custGeom>
              <a:avLst/>
              <a:gdLst/>
              <a:ahLst/>
              <a:cxnLst/>
              <a:rect l="l" t="t" r="r" b="b"/>
              <a:pathLst>
                <a:path w="1226" h="1300" extrusionOk="0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67607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9"/>
            <p:cNvSpPr/>
            <p:nvPr/>
          </p:nvSpPr>
          <p:spPr>
            <a:xfrm>
              <a:off x="6624250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9"/>
            <p:cNvSpPr/>
            <p:nvPr/>
          </p:nvSpPr>
          <p:spPr>
            <a:xfrm>
              <a:off x="66186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6763900" y="4437225"/>
              <a:ext cx="32825" cy="31250"/>
            </a:xfrm>
            <a:custGeom>
              <a:avLst/>
              <a:gdLst/>
              <a:ahLst/>
              <a:cxnLst/>
              <a:rect l="l" t="t" r="r" b="b"/>
              <a:pathLst>
                <a:path w="1313" h="1250" extrusionOk="0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6768275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6769525" y="43816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666985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6677050" y="4396600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6337750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6319650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68223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6723275" y="4055125"/>
              <a:ext cx="121250" cy="180925"/>
            </a:xfrm>
            <a:custGeom>
              <a:avLst/>
              <a:gdLst/>
              <a:ahLst/>
              <a:cxnLst/>
              <a:rect l="l" t="t" r="r" b="b"/>
              <a:pathLst>
                <a:path w="4850" h="7237" extrusionOk="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67892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6795150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6869500" y="41213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9"/>
            <p:cNvSpPr/>
            <p:nvPr/>
          </p:nvSpPr>
          <p:spPr>
            <a:xfrm>
              <a:off x="6887000" y="3978900"/>
              <a:ext cx="81875" cy="88750"/>
            </a:xfrm>
            <a:custGeom>
              <a:avLst/>
              <a:gdLst/>
              <a:ahLst/>
              <a:cxnLst/>
              <a:rect l="l" t="t" r="r" b="b"/>
              <a:pathLst>
                <a:path w="3275" h="3550" extrusionOk="0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9"/>
            <p:cNvSpPr/>
            <p:nvPr/>
          </p:nvSpPr>
          <p:spPr>
            <a:xfrm>
              <a:off x="6898550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9"/>
            <p:cNvSpPr/>
            <p:nvPr/>
          </p:nvSpPr>
          <p:spPr>
            <a:xfrm>
              <a:off x="6890425" y="4315375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9"/>
            <p:cNvSpPr/>
            <p:nvPr/>
          </p:nvSpPr>
          <p:spPr>
            <a:xfrm>
              <a:off x="6826375" y="4193850"/>
              <a:ext cx="112825" cy="77500"/>
            </a:xfrm>
            <a:custGeom>
              <a:avLst/>
              <a:gdLst/>
              <a:ahLst/>
              <a:cxnLst/>
              <a:rect l="l" t="t" r="r" b="b"/>
              <a:pathLst>
                <a:path w="4513" h="3100" extrusionOk="0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9"/>
            <p:cNvSpPr/>
            <p:nvPr/>
          </p:nvSpPr>
          <p:spPr>
            <a:xfrm>
              <a:off x="6805775" y="4256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9"/>
            <p:cNvSpPr/>
            <p:nvPr/>
          </p:nvSpPr>
          <p:spPr>
            <a:xfrm>
              <a:off x="6811400" y="4233200"/>
              <a:ext cx="9700" cy="5975"/>
            </a:xfrm>
            <a:custGeom>
              <a:avLst/>
              <a:gdLst/>
              <a:ahLst/>
              <a:cxnLst/>
              <a:rect l="l" t="t" r="r" b="b"/>
              <a:pathLst>
                <a:path w="388" h="239" extrusionOk="0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9"/>
            <p:cNvSpPr/>
            <p:nvPr/>
          </p:nvSpPr>
          <p:spPr>
            <a:xfrm>
              <a:off x="684387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9"/>
            <p:cNvSpPr/>
            <p:nvPr/>
          </p:nvSpPr>
          <p:spPr>
            <a:xfrm>
              <a:off x="6952925" y="4091375"/>
              <a:ext cx="27500" cy="156850"/>
            </a:xfrm>
            <a:custGeom>
              <a:avLst/>
              <a:gdLst/>
              <a:ahLst/>
              <a:cxnLst/>
              <a:rect l="l" t="t" r="r" b="b"/>
              <a:pathLst>
                <a:path w="1100" h="6274" extrusionOk="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9"/>
            <p:cNvSpPr/>
            <p:nvPr/>
          </p:nvSpPr>
          <p:spPr>
            <a:xfrm>
              <a:off x="6949475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9"/>
            <p:cNvSpPr/>
            <p:nvPr/>
          </p:nvSpPr>
          <p:spPr>
            <a:xfrm>
              <a:off x="6900425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9"/>
            <p:cNvSpPr/>
            <p:nvPr/>
          </p:nvSpPr>
          <p:spPr>
            <a:xfrm>
              <a:off x="68938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9"/>
            <p:cNvSpPr/>
            <p:nvPr/>
          </p:nvSpPr>
          <p:spPr>
            <a:xfrm>
              <a:off x="6908850" y="4142600"/>
              <a:ext cx="56575" cy="17850"/>
            </a:xfrm>
            <a:custGeom>
              <a:avLst/>
              <a:gdLst/>
              <a:ahLst/>
              <a:cxnLst/>
              <a:rect l="l" t="t" r="r" b="b"/>
              <a:pathLst>
                <a:path w="2263" h="714" extrusionOk="0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9"/>
            <p:cNvSpPr/>
            <p:nvPr/>
          </p:nvSpPr>
          <p:spPr>
            <a:xfrm>
              <a:off x="69091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9"/>
            <p:cNvSpPr/>
            <p:nvPr/>
          </p:nvSpPr>
          <p:spPr>
            <a:xfrm>
              <a:off x="6877300" y="3810500"/>
              <a:ext cx="26600" cy="82825"/>
            </a:xfrm>
            <a:custGeom>
              <a:avLst/>
              <a:gdLst/>
              <a:ahLst/>
              <a:cxnLst/>
              <a:rect l="l" t="t" r="r" b="b"/>
              <a:pathLst>
                <a:path w="1064" h="3313" extrusionOk="0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9"/>
            <p:cNvSpPr/>
            <p:nvPr/>
          </p:nvSpPr>
          <p:spPr>
            <a:xfrm>
              <a:off x="6868550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9"/>
            <p:cNvSpPr/>
            <p:nvPr/>
          </p:nvSpPr>
          <p:spPr>
            <a:xfrm>
              <a:off x="6712050" y="4197600"/>
              <a:ext cx="8450" cy="8150"/>
            </a:xfrm>
            <a:custGeom>
              <a:avLst/>
              <a:gdLst/>
              <a:ahLst/>
              <a:cxnLst/>
              <a:rect l="l" t="t" r="r" b="b"/>
              <a:pathLst>
                <a:path w="338" h="326" extrusionOk="0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9"/>
            <p:cNvSpPr/>
            <p:nvPr/>
          </p:nvSpPr>
          <p:spPr>
            <a:xfrm>
              <a:off x="6655500" y="4190725"/>
              <a:ext cx="58750" cy="15025"/>
            </a:xfrm>
            <a:custGeom>
              <a:avLst/>
              <a:gdLst/>
              <a:ahLst/>
              <a:cxnLst/>
              <a:rect l="l" t="t" r="r" b="b"/>
              <a:pathLst>
                <a:path w="2350" h="601" extrusionOk="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9"/>
            <p:cNvSpPr/>
            <p:nvPr/>
          </p:nvSpPr>
          <p:spPr>
            <a:xfrm>
              <a:off x="6655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9"/>
            <p:cNvSpPr/>
            <p:nvPr/>
          </p:nvSpPr>
          <p:spPr>
            <a:xfrm>
              <a:off x="6694550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9"/>
            <p:cNvSpPr/>
            <p:nvPr/>
          </p:nvSpPr>
          <p:spPr>
            <a:xfrm>
              <a:off x="66936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9"/>
            <p:cNvSpPr/>
            <p:nvPr/>
          </p:nvSpPr>
          <p:spPr>
            <a:xfrm>
              <a:off x="6676725" y="4169150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9"/>
            <p:cNvSpPr/>
            <p:nvPr/>
          </p:nvSpPr>
          <p:spPr>
            <a:xfrm>
              <a:off x="6675800" y="4169150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9"/>
            <p:cNvSpPr/>
            <p:nvPr/>
          </p:nvSpPr>
          <p:spPr>
            <a:xfrm>
              <a:off x="6672975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9"/>
            <p:cNvSpPr/>
            <p:nvPr/>
          </p:nvSpPr>
          <p:spPr>
            <a:xfrm>
              <a:off x="665300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9"/>
            <p:cNvSpPr/>
            <p:nvPr/>
          </p:nvSpPr>
          <p:spPr>
            <a:xfrm>
              <a:off x="846700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9"/>
            <p:cNvSpPr/>
            <p:nvPr/>
          </p:nvSpPr>
          <p:spPr>
            <a:xfrm>
              <a:off x="851700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9"/>
            <p:cNvSpPr/>
            <p:nvPr/>
          </p:nvSpPr>
          <p:spPr>
            <a:xfrm>
              <a:off x="905750" y="42766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9"/>
            <p:cNvSpPr/>
            <p:nvPr/>
          </p:nvSpPr>
          <p:spPr>
            <a:xfrm>
              <a:off x="952300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9"/>
            <p:cNvSpPr/>
            <p:nvPr/>
          </p:nvSpPr>
          <p:spPr>
            <a:xfrm>
              <a:off x="759550" y="4357225"/>
              <a:ext cx="206825" cy="103750"/>
            </a:xfrm>
            <a:custGeom>
              <a:avLst/>
              <a:gdLst/>
              <a:ahLst/>
              <a:cxnLst/>
              <a:rect l="l" t="t" r="r" b="b"/>
              <a:pathLst>
                <a:path w="8273" h="4150" extrusionOk="0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9"/>
            <p:cNvSpPr/>
            <p:nvPr/>
          </p:nvSpPr>
          <p:spPr>
            <a:xfrm>
              <a:off x="1020100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9"/>
            <p:cNvSpPr/>
            <p:nvPr/>
          </p:nvSpPr>
          <p:spPr>
            <a:xfrm>
              <a:off x="1130700" y="4386300"/>
              <a:ext cx="33450" cy="43450"/>
            </a:xfrm>
            <a:custGeom>
              <a:avLst/>
              <a:gdLst/>
              <a:ahLst/>
              <a:cxnLst/>
              <a:rect l="l" t="t" r="r" b="b"/>
              <a:pathLst>
                <a:path w="1338" h="1738" extrusionOk="0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9"/>
            <p:cNvSpPr/>
            <p:nvPr/>
          </p:nvSpPr>
          <p:spPr>
            <a:xfrm>
              <a:off x="74047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9"/>
            <p:cNvSpPr/>
            <p:nvPr/>
          </p:nvSpPr>
          <p:spPr>
            <a:xfrm>
              <a:off x="8160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799850" y="4293200"/>
              <a:ext cx="30950" cy="32500"/>
            </a:xfrm>
            <a:custGeom>
              <a:avLst/>
              <a:gdLst/>
              <a:ahLst/>
              <a:cxnLst/>
              <a:rect l="l" t="t" r="r" b="b"/>
              <a:pathLst>
                <a:path w="1238" h="1300" extrusionOk="0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8485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9"/>
            <p:cNvSpPr/>
            <p:nvPr/>
          </p:nvSpPr>
          <p:spPr>
            <a:xfrm>
              <a:off x="980725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9"/>
            <p:cNvSpPr/>
            <p:nvPr/>
          </p:nvSpPr>
          <p:spPr>
            <a:xfrm>
              <a:off x="8395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9"/>
            <p:cNvSpPr/>
            <p:nvPr/>
          </p:nvSpPr>
          <p:spPr>
            <a:xfrm>
              <a:off x="817950" y="4437225"/>
              <a:ext cx="33150" cy="31250"/>
            </a:xfrm>
            <a:custGeom>
              <a:avLst/>
              <a:gdLst/>
              <a:ahLst/>
              <a:cxnLst/>
              <a:rect l="l" t="t" r="r" b="b"/>
              <a:pathLst>
                <a:path w="1326" h="1250" extrusionOk="0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9"/>
            <p:cNvSpPr/>
            <p:nvPr/>
          </p:nvSpPr>
          <p:spPr>
            <a:xfrm>
              <a:off x="773900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9"/>
            <p:cNvSpPr/>
            <p:nvPr/>
          </p:nvSpPr>
          <p:spPr>
            <a:xfrm>
              <a:off x="774525" y="4381600"/>
              <a:ext cx="70650" cy="23450"/>
            </a:xfrm>
            <a:custGeom>
              <a:avLst/>
              <a:gdLst/>
              <a:ahLst/>
              <a:cxnLst/>
              <a:rect l="l" t="t" r="r" b="b"/>
              <a:pathLst>
                <a:path w="2826" h="938" extrusionOk="0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9"/>
            <p:cNvSpPr/>
            <p:nvPr/>
          </p:nvSpPr>
          <p:spPr>
            <a:xfrm>
              <a:off x="92730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922000" y="4396600"/>
              <a:ext cx="15950" cy="54375"/>
            </a:xfrm>
            <a:custGeom>
              <a:avLst/>
              <a:gdLst/>
              <a:ahLst/>
              <a:cxnLst/>
              <a:rect l="l" t="t" r="r" b="b"/>
              <a:pathLst>
                <a:path w="638" h="2175" extrusionOk="0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1194425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9"/>
            <p:cNvSpPr/>
            <p:nvPr/>
          </p:nvSpPr>
          <p:spPr>
            <a:xfrm>
              <a:off x="1194425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9"/>
            <p:cNvSpPr/>
            <p:nvPr/>
          </p:nvSpPr>
          <p:spPr>
            <a:xfrm>
              <a:off x="5930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9"/>
            <p:cNvSpPr/>
            <p:nvPr/>
          </p:nvSpPr>
          <p:spPr>
            <a:xfrm>
              <a:off x="770150" y="4055125"/>
              <a:ext cx="121575" cy="180925"/>
            </a:xfrm>
            <a:custGeom>
              <a:avLst/>
              <a:gdLst/>
              <a:ahLst/>
              <a:cxnLst/>
              <a:rect l="l" t="t" r="r" b="b"/>
              <a:pathLst>
                <a:path w="4863" h="7237" extrusionOk="0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9"/>
            <p:cNvSpPr/>
            <p:nvPr/>
          </p:nvSpPr>
          <p:spPr>
            <a:xfrm>
              <a:off x="7486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9"/>
            <p:cNvSpPr/>
            <p:nvPr/>
          </p:nvSpPr>
          <p:spPr>
            <a:xfrm>
              <a:off x="819525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9"/>
            <p:cNvSpPr/>
            <p:nvPr/>
          </p:nvSpPr>
          <p:spPr>
            <a:xfrm>
              <a:off x="641450" y="4121350"/>
              <a:ext cx="103750" cy="206550"/>
            </a:xfrm>
            <a:custGeom>
              <a:avLst/>
              <a:gdLst/>
              <a:ahLst/>
              <a:cxnLst/>
              <a:rect l="l" t="t" r="r" b="b"/>
              <a:pathLst>
                <a:path w="4150" h="8262" extrusionOk="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9"/>
            <p:cNvSpPr/>
            <p:nvPr/>
          </p:nvSpPr>
          <p:spPr>
            <a:xfrm>
              <a:off x="646450" y="3978900"/>
              <a:ext cx="81250" cy="88750"/>
            </a:xfrm>
            <a:custGeom>
              <a:avLst/>
              <a:gdLst/>
              <a:ahLst/>
              <a:cxnLst/>
              <a:rect l="l" t="t" r="r" b="b"/>
              <a:pathLst>
                <a:path w="3250" h="3550" extrusionOk="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9"/>
            <p:cNvSpPr/>
            <p:nvPr/>
          </p:nvSpPr>
          <p:spPr>
            <a:xfrm>
              <a:off x="672675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9"/>
            <p:cNvSpPr/>
            <p:nvPr/>
          </p:nvSpPr>
          <p:spPr>
            <a:xfrm>
              <a:off x="692375" y="4315375"/>
              <a:ext cx="32200" cy="31900"/>
            </a:xfrm>
            <a:custGeom>
              <a:avLst/>
              <a:gdLst/>
              <a:ahLst/>
              <a:cxnLst/>
              <a:rect l="l" t="t" r="r" b="b"/>
              <a:pathLst>
                <a:path w="1288" h="1276" extrusionOk="0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675500" y="419385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776725" y="4256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9"/>
            <p:cNvSpPr/>
            <p:nvPr/>
          </p:nvSpPr>
          <p:spPr>
            <a:xfrm>
              <a:off x="793900" y="4233200"/>
              <a:ext cx="9725" cy="5975"/>
            </a:xfrm>
            <a:custGeom>
              <a:avLst/>
              <a:gdLst/>
              <a:ahLst/>
              <a:cxnLst/>
              <a:rect l="l" t="t" r="r" b="b"/>
              <a:pathLst>
                <a:path w="389" h="239" extrusionOk="0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9"/>
            <p:cNvSpPr/>
            <p:nvPr/>
          </p:nvSpPr>
          <p:spPr>
            <a:xfrm>
              <a:off x="76422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634250" y="4091375"/>
              <a:ext cx="27850" cy="156850"/>
            </a:xfrm>
            <a:custGeom>
              <a:avLst/>
              <a:gdLst/>
              <a:ahLst/>
              <a:cxnLst/>
              <a:rect l="l" t="t" r="r" b="b"/>
              <a:pathLst>
                <a:path w="1114" h="6274" extrusionOk="0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9"/>
            <p:cNvSpPr/>
            <p:nvPr/>
          </p:nvSpPr>
          <p:spPr>
            <a:xfrm>
              <a:off x="634250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9"/>
            <p:cNvSpPr/>
            <p:nvPr/>
          </p:nvSpPr>
          <p:spPr>
            <a:xfrm>
              <a:off x="691750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6976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649250" y="4142600"/>
              <a:ext cx="56900" cy="18150"/>
            </a:xfrm>
            <a:custGeom>
              <a:avLst/>
              <a:gdLst/>
              <a:ahLst/>
              <a:cxnLst/>
              <a:rect l="l" t="t" r="r" b="b"/>
              <a:pathLst>
                <a:path w="2276" h="726" extrusionOk="0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9"/>
            <p:cNvSpPr/>
            <p:nvPr/>
          </p:nvSpPr>
          <p:spPr>
            <a:xfrm>
              <a:off x="6495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9"/>
            <p:cNvSpPr/>
            <p:nvPr/>
          </p:nvSpPr>
          <p:spPr>
            <a:xfrm>
              <a:off x="710800" y="3810500"/>
              <a:ext cx="26575" cy="82825"/>
            </a:xfrm>
            <a:custGeom>
              <a:avLst/>
              <a:gdLst/>
              <a:ahLst/>
              <a:cxnLst/>
              <a:rect l="l" t="t" r="r" b="b"/>
              <a:pathLst>
                <a:path w="1063" h="3313" extrusionOk="0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9"/>
            <p:cNvSpPr/>
            <p:nvPr/>
          </p:nvSpPr>
          <p:spPr>
            <a:xfrm>
              <a:off x="715475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9"/>
            <p:cNvSpPr/>
            <p:nvPr/>
          </p:nvSpPr>
          <p:spPr>
            <a:xfrm>
              <a:off x="894500" y="4197600"/>
              <a:ext cx="8475" cy="8150"/>
            </a:xfrm>
            <a:custGeom>
              <a:avLst/>
              <a:gdLst/>
              <a:ahLst/>
              <a:cxnLst/>
              <a:rect l="l" t="t" r="r" b="b"/>
              <a:pathLst>
                <a:path w="339" h="326" extrusionOk="0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9"/>
            <p:cNvSpPr/>
            <p:nvPr/>
          </p:nvSpPr>
          <p:spPr>
            <a:xfrm>
              <a:off x="900450" y="4190725"/>
              <a:ext cx="59050" cy="15025"/>
            </a:xfrm>
            <a:custGeom>
              <a:avLst/>
              <a:gdLst/>
              <a:ahLst/>
              <a:cxnLst/>
              <a:rect l="l" t="t" r="r" b="b"/>
              <a:pathLst>
                <a:path w="2362" h="601" extrusionOk="0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9"/>
            <p:cNvSpPr/>
            <p:nvPr/>
          </p:nvSpPr>
          <p:spPr>
            <a:xfrm>
              <a:off x="934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9"/>
            <p:cNvSpPr/>
            <p:nvPr/>
          </p:nvSpPr>
          <p:spPr>
            <a:xfrm>
              <a:off x="893875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9"/>
            <p:cNvSpPr/>
            <p:nvPr/>
          </p:nvSpPr>
          <p:spPr>
            <a:xfrm>
              <a:off x="9045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9"/>
            <p:cNvSpPr/>
            <p:nvPr/>
          </p:nvSpPr>
          <p:spPr>
            <a:xfrm>
              <a:off x="915425" y="4169150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9"/>
            <p:cNvSpPr/>
            <p:nvPr/>
          </p:nvSpPr>
          <p:spPr>
            <a:xfrm>
              <a:off x="922925" y="4169150"/>
              <a:ext cx="15975" cy="19725"/>
            </a:xfrm>
            <a:custGeom>
              <a:avLst/>
              <a:gdLst/>
              <a:ahLst/>
              <a:cxnLst/>
              <a:rect l="l" t="t" r="r" b="b"/>
              <a:pathLst>
                <a:path w="639" h="789" extrusionOk="0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9"/>
            <p:cNvSpPr/>
            <p:nvPr/>
          </p:nvSpPr>
          <p:spPr>
            <a:xfrm>
              <a:off x="924500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9"/>
            <p:cNvSpPr/>
            <p:nvPr/>
          </p:nvSpPr>
          <p:spPr>
            <a:xfrm>
              <a:off x="93325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9"/>
            <p:cNvSpPr/>
            <p:nvPr/>
          </p:nvSpPr>
          <p:spPr>
            <a:xfrm>
              <a:off x="37012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9"/>
            <p:cNvSpPr/>
            <p:nvPr/>
          </p:nvSpPr>
          <p:spPr>
            <a:xfrm>
              <a:off x="3442900" y="1237425"/>
              <a:ext cx="263700" cy="147175"/>
            </a:xfrm>
            <a:custGeom>
              <a:avLst/>
              <a:gdLst/>
              <a:ahLst/>
              <a:cxnLst/>
              <a:rect l="l" t="t" r="r" b="b"/>
              <a:pathLst>
                <a:path w="10548" h="5887" extrusionOk="0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9"/>
            <p:cNvSpPr/>
            <p:nvPr/>
          </p:nvSpPr>
          <p:spPr>
            <a:xfrm>
              <a:off x="3410100" y="1277100"/>
              <a:ext cx="100300" cy="85325"/>
            </a:xfrm>
            <a:custGeom>
              <a:avLst/>
              <a:gdLst/>
              <a:ahLst/>
              <a:cxnLst/>
              <a:rect l="l" t="t" r="r" b="b"/>
              <a:pathLst>
                <a:path w="4012" h="3413" extrusionOk="0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9"/>
            <p:cNvSpPr/>
            <p:nvPr/>
          </p:nvSpPr>
          <p:spPr>
            <a:xfrm>
              <a:off x="3347925" y="1331775"/>
              <a:ext cx="55325" cy="13775"/>
            </a:xfrm>
            <a:custGeom>
              <a:avLst/>
              <a:gdLst/>
              <a:ahLst/>
              <a:cxnLst/>
              <a:rect l="l" t="t" r="r" b="b"/>
              <a:pathLst>
                <a:path w="2213" h="551" extrusionOk="0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9"/>
            <p:cNvSpPr/>
            <p:nvPr/>
          </p:nvSpPr>
          <p:spPr>
            <a:xfrm>
              <a:off x="3593475" y="1301475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9"/>
            <p:cNvSpPr/>
            <p:nvPr/>
          </p:nvSpPr>
          <p:spPr>
            <a:xfrm>
              <a:off x="3666275" y="1329600"/>
              <a:ext cx="22825" cy="110925"/>
            </a:xfrm>
            <a:custGeom>
              <a:avLst/>
              <a:gdLst/>
              <a:ahLst/>
              <a:cxnLst/>
              <a:rect l="l" t="t" r="r" b="b"/>
              <a:pathLst>
                <a:path w="913" h="4437" extrusionOk="0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9"/>
            <p:cNvSpPr/>
            <p:nvPr/>
          </p:nvSpPr>
          <p:spPr>
            <a:xfrm>
              <a:off x="3666600" y="1439875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9"/>
            <p:cNvSpPr/>
            <p:nvPr/>
          </p:nvSpPr>
          <p:spPr>
            <a:xfrm>
              <a:off x="3665025" y="1437700"/>
              <a:ext cx="17825" cy="16275"/>
            </a:xfrm>
            <a:custGeom>
              <a:avLst/>
              <a:gdLst/>
              <a:ahLst/>
              <a:cxnLst/>
              <a:rect l="l" t="t" r="r" b="b"/>
              <a:pathLst>
                <a:path w="713" h="651" extrusionOk="0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9"/>
            <p:cNvSpPr/>
            <p:nvPr/>
          </p:nvSpPr>
          <p:spPr>
            <a:xfrm>
              <a:off x="343790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9"/>
            <p:cNvSpPr/>
            <p:nvPr/>
          </p:nvSpPr>
          <p:spPr>
            <a:xfrm>
              <a:off x="3308550" y="1315225"/>
              <a:ext cx="42200" cy="17825"/>
            </a:xfrm>
            <a:custGeom>
              <a:avLst/>
              <a:gdLst/>
              <a:ahLst/>
              <a:cxnLst/>
              <a:rect l="l" t="t" r="r" b="b"/>
              <a:pathLst>
                <a:path w="1688" h="713" extrusionOk="0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9"/>
            <p:cNvSpPr/>
            <p:nvPr/>
          </p:nvSpPr>
          <p:spPr>
            <a:xfrm>
              <a:off x="3308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9"/>
            <p:cNvSpPr/>
            <p:nvPr/>
          </p:nvSpPr>
          <p:spPr>
            <a:xfrm>
              <a:off x="3377600" y="1341475"/>
              <a:ext cx="33150" cy="30000"/>
            </a:xfrm>
            <a:custGeom>
              <a:avLst/>
              <a:gdLst/>
              <a:ahLst/>
              <a:cxnLst/>
              <a:rect l="l" t="t" r="r" b="b"/>
              <a:pathLst>
                <a:path w="1326" h="1200" extrusionOk="0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9"/>
            <p:cNvSpPr/>
            <p:nvPr/>
          </p:nvSpPr>
          <p:spPr>
            <a:xfrm>
              <a:off x="3376975" y="1342100"/>
              <a:ext cx="33150" cy="29375"/>
            </a:xfrm>
            <a:custGeom>
              <a:avLst/>
              <a:gdLst/>
              <a:ahLst/>
              <a:cxnLst/>
              <a:rect l="l" t="t" r="r" b="b"/>
              <a:pathLst>
                <a:path w="1326" h="1175" extrusionOk="0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9"/>
            <p:cNvSpPr/>
            <p:nvPr/>
          </p:nvSpPr>
          <p:spPr>
            <a:xfrm>
              <a:off x="3680025" y="1349275"/>
              <a:ext cx="38450" cy="86875"/>
            </a:xfrm>
            <a:custGeom>
              <a:avLst/>
              <a:gdLst/>
              <a:ahLst/>
              <a:cxnLst/>
              <a:rect l="l" t="t" r="r" b="b"/>
              <a:pathLst>
                <a:path w="1538" h="3475" extrusionOk="0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9"/>
            <p:cNvSpPr/>
            <p:nvPr/>
          </p:nvSpPr>
          <p:spPr>
            <a:xfrm>
              <a:off x="3711275" y="1433625"/>
              <a:ext cx="17500" cy="16275"/>
            </a:xfrm>
            <a:custGeom>
              <a:avLst/>
              <a:gdLst/>
              <a:ahLst/>
              <a:cxnLst/>
              <a:rect l="l" t="t" r="r" b="b"/>
              <a:pathLst>
                <a:path w="700" h="651" extrusionOk="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9"/>
            <p:cNvSpPr/>
            <p:nvPr/>
          </p:nvSpPr>
          <p:spPr>
            <a:xfrm>
              <a:off x="3642850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9"/>
            <p:cNvSpPr/>
            <p:nvPr/>
          </p:nvSpPr>
          <p:spPr>
            <a:xfrm>
              <a:off x="3633475" y="1414575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9"/>
            <p:cNvSpPr/>
            <p:nvPr/>
          </p:nvSpPr>
          <p:spPr>
            <a:xfrm>
              <a:off x="3232325" y="1254625"/>
              <a:ext cx="237475" cy="60300"/>
            </a:xfrm>
            <a:custGeom>
              <a:avLst/>
              <a:gdLst/>
              <a:ahLst/>
              <a:cxnLst/>
              <a:rect l="l" t="t" r="r" b="b"/>
              <a:pathLst>
                <a:path w="9499" h="2412" extrusionOk="0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9"/>
            <p:cNvSpPr/>
            <p:nvPr/>
          </p:nvSpPr>
          <p:spPr>
            <a:xfrm>
              <a:off x="3717200" y="130930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9"/>
            <p:cNvSpPr/>
            <p:nvPr/>
          </p:nvSpPr>
          <p:spPr>
            <a:xfrm>
              <a:off x="3471650" y="1283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9"/>
            <p:cNvSpPr/>
            <p:nvPr/>
          </p:nvSpPr>
          <p:spPr>
            <a:xfrm>
              <a:off x="3504750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9"/>
            <p:cNvSpPr/>
            <p:nvPr/>
          </p:nvSpPr>
          <p:spPr>
            <a:xfrm>
              <a:off x="369440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9"/>
            <p:cNvSpPr/>
            <p:nvPr/>
          </p:nvSpPr>
          <p:spPr>
            <a:xfrm>
              <a:off x="3515075" y="1320225"/>
              <a:ext cx="30950" cy="15325"/>
            </a:xfrm>
            <a:custGeom>
              <a:avLst/>
              <a:gdLst/>
              <a:ahLst/>
              <a:cxnLst/>
              <a:rect l="l" t="t" r="r" b="b"/>
              <a:pathLst>
                <a:path w="1238" h="613" extrusionOk="0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9"/>
            <p:cNvSpPr/>
            <p:nvPr/>
          </p:nvSpPr>
          <p:spPr>
            <a:xfrm>
              <a:off x="35122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9"/>
            <p:cNvSpPr/>
            <p:nvPr/>
          </p:nvSpPr>
          <p:spPr>
            <a:xfrm>
              <a:off x="3177975" y="1278975"/>
              <a:ext cx="132175" cy="60025"/>
            </a:xfrm>
            <a:custGeom>
              <a:avLst/>
              <a:gdLst/>
              <a:ahLst/>
              <a:cxnLst/>
              <a:rect l="l" t="t" r="r" b="b"/>
              <a:pathLst>
                <a:path w="5287" h="2401" extrusionOk="0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9"/>
            <p:cNvSpPr/>
            <p:nvPr/>
          </p:nvSpPr>
          <p:spPr>
            <a:xfrm>
              <a:off x="3184525" y="1311175"/>
              <a:ext cx="61575" cy="65000"/>
            </a:xfrm>
            <a:custGeom>
              <a:avLst/>
              <a:gdLst/>
              <a:ahLst/>
              <a:cxnLst/>
              <a:rect l="l" t="t" r="r" b="b"/>
              <a:pathLst>
                <a:path w="2463" h="2600" extrusionOk="0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9"/>
            <p:cNvSpPr/>
            <p:nvPr/>
          </p:nvSpPr>
          <p:spPr>
            <a:xfrm>
              <a:off x="3219825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9"/>
            <p:cNvSpPr/>
            <p:nvPr/>
          </p:nvSpPr>
          <p:spPr>
            <a:xfrm>
              <a:off x="3208275" y="1322725"/>
              <a:ext cx="17200" cy="30650"/>
            </a:xfrm>
            <a:custGeom>
              <a:avLst/>
              <a:gdLst/>
              <a:ahLst/>
              <a:cxnLst/>
              <a:rect l="l" t="t" r="r" b="b"/>
              <a:pathLst>
                <a:path w="688" h="1226" extrusionOk="0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9"/>
            <p:cNvSpPr/>
            <p:nvPr/>
          </p:nvSpPr>
          <p:spPr>
            <a:xfrm>
              <a:off x="3454150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9"/>
            <p:cNvSpPr/>
            <p:nvPr/>
          </p:nvSpPr>
          <p:spPr>
            <a:xfrm>
              <a:off x="37968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9"/>
            <p:cNvSpPr/>
            <p:nvPr/>
          </p:nvSpPr>
          <p:spPr>
            <a:xfrm>
              <a:off x="3903100" y="1237750"/>
              <a:ext cx="263700" cy="146850"/>
            </a:xfrm>
            <a:custGeom>
              <a:avLst/>
              <a:gdLst/>
              <a:ahLst/>
              <a:cxnLst/>
              <a:rect l="l" t="t" r="r" b="b"/>
              <a:pathLst>
                <a:path w="10548" h="5874" extrusionOk="0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9"/>
            <p:cNvSpPr/>
            <p:nvPr/>
          </p:nvSpPr>
          <p:spPr>
            <a:xfrm>
              <a:off x="4098975" y="1277425"/>
              <a:ext cx="100925" cy="84375"/>
            </a:xfrm>
            <a:custGeom>
              <a:avLst/>
              <a:gdLst/>
              <a:ahLst/>
              <a:cxnLst/>
              <a:rect l="l" t="t" r="r" b="b"/>
              <a:pathLst>
                <a:path w="4037" h="3375" extrusionOk="0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9"/>
            <p:cNvSpPr/>
            <p:nvPr/>
          </p:nvSpPr>
          <p:spPr>
            <a:xfrm>
              <a:off x="4206450" y="1331775"/>
              <a:ext cx="55625" cy="13775"/>
            </a:xfrm>
            <a:custGeom>
              <a:avLst/>
              <a:gdLst/>
              <a:ahLst/>
              <a:cxnLst/>
              <a:rect l="l" t="t" r="r" b="b"/>
              <a:pathLst>
                <a:path w="2225" h="551" extrusionOk="0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9"/>
            <p:cNvSpPr/>
            <p:nvPr/>
          </p:nvSpPr>
          <p:spPr>
            <a:xfrm>
              <a:off x="3934650" y="1301475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9"/>
            <p:cNvSpPr/>
            <p:nvPr/>
          </p:nvSpPr>
          <p:spPr>
            <a:xfrm>
              <a:off x="3920275" y="1329900"/>
              <a:ext cx="23150" cy="110625"/>
            </a:xfrm>
            <a:custGeom>
              <a:avLst/>
              <a:gdLst/>
              <a:ahLst/>
              <a:cxnLst/>
              <a:rect l="l" t="t" r="r" b="b"/>
              <a:pathLst>
                <a:path w="926" h="4425" extrusionOk="0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9"/>
            <p:cNvSpPr/>
            <p:nvPr/>
          </p:nvSpPr>
          <p:spPr>
            <a:xfrm>
              <a:off x="3931200" y="1439875"/>
              <a:ext cx="11900" cy="11900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9"/>
            <p:cNvSpPr/>
            <p:nvPr/>
          </p:nvSpPr>
          <p:spPr>
            <a:xfrm>
              <a:off x="3926825" y="1437075"/>
              <a:ext cx="22225" cy="17200"/>
            </a:xfrm>
            <a:custGeom>
              <a:avLst/>
              <a:gdLst/>
              <a:ahLst/>
              <a:cxnLst/>
              <a:rect l="l" t="t" r="r" b="b"/>
              <a:pathLst>
                <a:path w="889" h="688" extrusionOk="0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9"/>
            <p:cNvSpPr/>
            <p:nvPr/>
          </p:nvSpPr>
          <p:spPr>
            <a:xfrm>
              <a:off x="416865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9"/>
            <p:cNvSpPr/>
            <p:nvPr/>
          </p:nvSpPr>
          <p:spPr>
            <a:xfrm>
              <a:off x="4259250" y="1315225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9"/>
            <p:cNvSpPr/>
            <p:nvPr/>
          </p:nvSpPr>
          <p:spPr>
            <a:xfrm>
              <a:off x="4259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9"/>
            <p:cNvSpPr/>
            <p:nvPr/>
          </p:nvSpPr>
          <p:spPr>
            <a:xfrm>
              <a:off x="4198950" y="1341475"/>
              <a:ext cx="33450" cy="30325"/>
            </a:xfrm>
            <a:custGeom>
              <a:avLst/>
              <a:gdLst/>
              <a:ahLst/>
              <a:cxnLst/>
              <a:rect l="l" t="t" r="r" b="b"/>
              <a:pathLst>
                <a:path w="1338" h="1213" extrusionOk="0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9"/>
            <p:cNvSpPr/>
            <p:nvPr/>
          </p:nvSpPr>
          <p:spPr>
            <a:xfrm>
              <a:off x="4199250" y="1342100"/>
              <a:ext cx="33475" cy="29375"/>
            </a:xfrm>
            <a:custGeom>
              <a:avLst/>
              <a:gdLst/>
              <a:ahLst/>
              <a:cxnLst/>
              <a:rect l="l" t="t" r="r" b="b"/>
              <a:pathLst>
                <a:path w="1339" h="1175" extrusionOk="0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9"/>
            <p:cNvSpPr/>
            <p:nvPr/>
          </p:nvSpPr>
          <p:spPr>
            <a:xfrm>
              <a:off x="3890900" y="1349275"/>
              <a:ext cx="38775" cy="86875"/>
            </a:xfrm>
            <a:custGeom>
              <a:avLst/>
              <a:gdLst/>
              <a:ahLst/>
              <a:cxnLst/>
              <a:rect l="l" t="t" r="r" b="b"/>
              <a:pathLst>
                <a:path w="1551" h="3475" extrusionOk="0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9"/>
            <p:cNvSpPr/>
            <p:nvPr/>
          </p:nvSpPr>
          <p:spPr>
            <a:xfrm>
              <a:off x="3880600" y="1433625"/>
              <a:ext cx="18150" cy="16600"/>
            </a:xfrm>
            <a:custGeom>
              <a:avLst/>
              <a:gdLst/>
              <a:ahLst/>
              <a:cxnLst/>
              <a:rect l="l" t="t" r="r" b="b"/>
              <a:pathLst>
                <a:path w="726" h="664" extrusionOk="0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9"/>
            <p:cNvSpPr/>
            <p:nvPr/>
          </p:nvSpPr>
          <p:spPr>
            <a:xfrm>
              <a:off x="3936525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9"/>
            <p:cNvSpPr/>
            <p:nvPr/>
          </p:nvSpPr>
          <p:spPr>
            <a:xfrm>
              <a:off x="3963375" y="1414575"/>
              <a:ext cx="13475" cy="15650"/>
            </a:xfrm>
            <a:custGeom>
              <a:avLst/>
              <a:gdLst/>
              <a:ahLst/>
              <a:cxnLst/>
              <a:rect l="l" t="t" r="r" b="b"/>
              <a:pathLst>
                <a:path w="539" h="626" extrusionOk="0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9"/>
            <p:cNvSpPr/>
            <p:nvPr/>
          </p:nvSpPr>
          <p:spPr>
            <a:xfrm>
              <a:off x="4139900" y="1254625"/>
              <a:ext cx="237775" cy="60000"/>
            </a:xfrm>
            <a:custGeom>
              <a:avLst/>
              <a:gdLst/>
              <a:ahLst/>
              <a:cxnLst/>
              <a:rect l="l" t="t" r="r" b="b"/>
              <a:pathLst>
                <a:path w="9511" h="2400" extrusionOk="0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9"/>
            <p:cNvSpPr/>
            <p:nvPr/>
          </p:nvSpPr>
          <p:spPr>
            <a:xfrm>
              <a:off x="3860900" y="1309600"/>
              <a:ext cx="31900" cy="49400"/>
            </a:xfrm>
            <a:custGeom>
              <a:avLst/>
              <a:gdLst/>
              <a:ahLst/>
              <a:cxnLst/>
              <a:rect l="l" t="t" r="r" b="b"/>
              <a:pathLst>
                <a:path w="1276" h="1976" extrusionOk="0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9"/>
            <p:cNvSpPr/>
            <p:nvPr/>
          </p:nvSpPr>
          <p:spPr>
            <a:xfrm>
              <a:off x="4075225" y="1283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9"/>
            <p:cNvSpPr/>
            <p:nvPr/>
          </p:nvSpPr>
          <p:spPr>
            <a:xfrm>
              <a:off x="4073975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9"/>
            <p:cNvSpPr/>
            <p:nvPr/>
          </p:nvSpPr>
          <p:spPr>
            <a:xfrm>
              <a:off x="383405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9"/>
            <p:cNvSpPr/>
            <p:nvPr/>
          </p:nvSpPr>
          <p:spPr>
            <a:xfrm>
              <a:off x="4063675" y="1320225"/>
              <a:ext cx="30950" cy="15025"/>
            </a:xfrm>
            <a:custGeom>
              <a:avLst/>
              <a:gdLst/>
              <a:ahLst/>
              <a:cxnLst/>
              <a:rect l="l" t="t" r="r" b="b"/>
              <a:pathLst>
                <a:path w="1238" h="601" extrusionOk="0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9"/>
            <p:cNvSpPr/>
            <p:nvPr/>
          </p:nvSpPr>
          <p:spPr>
            <a:xfrm>
              <a:off x="40633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9"/>
            <p:cNvSpPr/>
            <p:nvPr/>
          </p:nvSpPr>
          <p:spPr>
            <a:xfrm>
              <a:off x="4299850" y="1278975"/>
              <a:ext cx="132500" cy="60025"/>
            </a:xfrm>
            <a:custGeom>
              <a:avLst/>
              <a:gdLst/>
              <a:ahLst/>
              <a:cxnLst/>
              <a:rect l="l" t="t" r="r" b="b"/>
              <a:pathLst>
                <a:path w="5300" h="2401" extrusionOk="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9"/>
            <p:cNvSpPr/>
            <p:nvPr/>
          </p:nvSpPr>
          <p:spPr>
            <a:xfrm>
              <a:off x="4363900" y="1311175"/>
              <a:ext cx="60950" cy="65000"/>
            </a:xfrm>
            <a:custGeom>
              <a:avLst/>
              <a:gdLst/>
              <a:ahLst/>
              <a:cxnLst/>
              <a:rect l="l" t="t" r="r" b="b"/>
              <a:pathLst>
                <a:path w="2438" h="2600" extrusionOk="0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9"/>
            <p:cNvSpPr/>
            <p:nvPr/>
          </p:nvSpPr>
          <p:spPr>
            <a:xfrm>
              <a:off x="4353900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9"/>
            <p:cNvSpPr/>
            <p:nvPr/>
          </p:nvSpPr>
          <p:spPr>
            <a:xfrm>
              <a:off x="4384200" y="1322725"/>
              <a:ext cx="17225" cy="30650"/>
            </a:xfrm>
            <a:custGeom>
              <a:avLst/>
              <a:gdLst/>
              <a:ahLst/>
              <a:cxnLst/>
              <a:rect l="l" t="t" r="r" b="b"/>
              <a:pathLst>
                <a:path w="689" h="1226" extrusionOk="0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9"/>
            <p:cNvSpPr/>
            <p:nvPr/>
          </p:nvSpPr>
          <p:spPr>
            <a:xfrm>
              <a:off x="4100225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9"/>
            <p:cNvSpPr/>
            <p:nvPr/>
          </p:nvSpPr>
          <p:spPr>
            <a:xfrm>
              <a:off x="3780925" y="138957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9"/>
            <p:cNvSpPr/>
            <p:nvPr/>
          </p:nvSpPr>
          <p:spPr>
            <a:xfrm>
              <a:off x="3780300" y="14024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9"/>
            <p:cNvSpPr/>
            <p:nvPr/>
          </p:nvSpPr>
          <p:spPr>
            <a:xfrm>
              <a:off x="3799050" y="1384900"/>
              <a:ext cx="9400" cy="7525"/>
            </a:xfrm>
            <a:custGeom>
              <a:avLst/>
              <a:gdLst/>
              <a:ahLst/>
              <a:cxnLst/>
              <a:rect l="l" t="t" r="r" b="b"/>
              <a:pathLst>
                <a:path w="376" h="301" extrusionOk="0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9"/>
            <p:cNvSpPr/>
            <p:nvPr/>
          </p:nvSpPr>
          <p:spPr>
            <a:xfrm>
              <a:off x="3806550" y="13902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9"/>
            <p:cNvSpPr/>
            <p:nvPr/>
          </p:nvSpPr>
          <p:spPr>
            <a:xfrm>
              <a:off x="3801875" y="1399900"/>
              <a:ext cx="24375" cy="10325"/>
            </a:xfrm>
            <a:custGeom>
              <a:avLst/>
              <a:gdLst/>
              <a:ahLst/>
              <a:cxnLst/>
              <a:rect l="l" t="t" r="r" b="b"/>
              <a:pathLst>
                <a:path w="975" h="413" extrusionOk="0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9"/>
            <p:cNvSpPr/>
            <p:nvPr/>
          </p:nvSpPr>
          <p:spPr>
            <a:xfrm>
              <a:off x="3791550" y="1399900"/>
              <a:ext cx="13475" cy="7825"/>
            </a:xfrm>
            <a:custGeom>
              <a:avLst/>
              <a:gdLst/>
              <a:ahLst/>
              <a:cxnLst/>
              <a:rect l="l" t="t" r="r" b="b"/>
              <a:pathLst>
                <a:path w="539" h="313" extrusionOk="0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9"/>
            <p:cNvSpPr/>
            <p:nvPr/>
          </p:nvSpPr>
          <p:spPr>
            <a:xfrm>
              <a:off x="3796550" y="1409275"/>
              <a:ext cx="14400" cy="12500"/>
            </a:xfrm>
            <a:custGeom>
              <a:avLst/>
              <a:gdLst/>
              <a:ahLst/>
              <a:cxnLst/>
              <a:rect l="l" t="t" r="r" b="b"/>
              <a:pathLst>
                <a:path w="576" h="500" extrusionOk="0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9"/>
            <p:cNvSpPr/>
            <p:nvPr/>
          </p:nvSpPr>
          <p:spPr>
            <a:xfrm>
              <a:off x="3796550" y="4276950"/>
              <a:ext cx="111875" cy="104375"/>
            </a:xfrm>
            <a:custGeom>
              <a:avLst/>
              <a:gdLst/>
              <a:ahLst/>
              <a:cxnLst/>
              <a:rect l="l" t="t" r="r" b="b"/>
              <a:pathLst>
                <a:path w="4475" h="4175" extrusionOk="0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9"/>
            <p:cNvSpPr/>
            <p:nvPr/>
          </p:nvSpPr>
          <p:spPr>
            <a:xfrm>
              <a:off x="3903400" y="4301950"/>
              <a:ext cx="263400" cy="146850"/>
            </a:xfrm>
            <a:custGeom>
              <a:avLst/>
              <a:gdLst/>
              <a:ahLst/>
              <a:cxnLst/>
              <a:rect l="l" t="t" r="r" b="b"/>
              <a:pathLst>
                <a:path w="10536" h="5874" extrusionOk="0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9"/>
            <p:cNvSpPr/>
            <p:nvPr/>
          </p:nvSpPr>
          <p:spPr>
            <a:xfrm>
              <a:off x="4099600" y="4324125"/>
              <a:ext cx="100300" cy="85000"/>
            </a:xfrm>
            <a:custGeom>
              <a:avLst/>
              <a:gdLst/>
              <a:ahLst/>
              <a:cxnLst/>
              <a:rect l="l" t="t" r="r" b="b"/>
              <a:pathLst>
                <a:path w="4012" h="3400" extrusionOk="0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9"/>
            <p:cNvSpPr/>
            <p:nvPr/>
          </p:nvSpPr>
          <p:spPr>
            <a:xfrm>
              <a:off x="4206450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9"/>
            <p:cNvSpPr/>
            <p:nvPr/>
          </p:nvSpPr>
          <p:spPr>
            <a:xfrm>
              <a:off x="3933700" y="4288500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9"/>
            <p:cNvSpPr/>
            <p:nvPr/>
          </p:nvSpPr>
          <p:spPr>
            <a:xfrm>
              <a:off x="3920575" y="4246025"/>
              <a:ext cx="22850" cy="110925"/>
            </a:xfrm>
            <a:custGeom>
              <a:avLst/>
              <a:gdLst/>
              <a:ahLst/>
              <a:cxnLst/>
              <a:rect l="l" t="t" r="r" b="b"/>
              <a:pathLst>
                <a:path w="914" h="4437" extrusionOk="0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9"/>
            <p:cNvSpPr/>
            <p:nvPr/>
          </p:nvSpPr>
          <p:spPr>
            <a:xfrm>
              <a:off x="39309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9"/>
            <p:cNvSpPr/>
            <p:nvPr/>
          </p:nvSpPr>
          <p:spPr>
            <a:xfrm>
              <a:off x="3926825" y="4232575"/>
              <a:ext cx="18475" cy="15975"/>
            </a:xfrm>
            <a:custGeom>
              <a:avLst/>
              <a:gdLst/>
              <a:ahLst/>
              <a:cxnLst/>
              <a:rect l="l" t="t" r="r" b="b"/>
              <a:pathLst>
                <a:path w="739" h="639" extrusionOk="0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9"/>
            <p:cNvSpPr/>
            <p:nvPr/>
          </p:nvSpPr>
          <p:spPr>
            <a:xfrm>
              <a:off x="4169275" y="44116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9"/>
            <p:cNvSpPr/>
            <p:nvPr/>
          </p:nvSpPr>
          <p:spPr>
            <a:xfrm>
              <a:off x="4259250" y="4353500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9"/>
            <p:cNvSpPr/>
            <p:nvPr/>
          </p:nvSpPr>
          <p:spPr>
            <a:xfrm>
              <a:off x="4259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9"/>
            <p:cNvSpPr/>
            <p:nvPr/>
          </p:nvSpPr>
          <p:spPr>
            <a:xfrm>
              <a:off x="4198950" y="4314750"/>
              <a:ext cx="33150" cy="30025"/>
            </a:xfrm>
            <a:custGeom>
              <a:avLst/>
              <a:gdLst/>
              <a:ahLst/>
              <a:cxnLst/>
              <a:rect l="l" t="t" r="r" b="b"/>
              <a:pathLst>
                <a:path w="1326" h="1201" extrusionOk="0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9"/>
            <p:cNvSpPr/>
            <p:nvPr/>
          </p:nvSpPr>
          <p:spPr>
            <a:xfrm>
              <a:off x="4199575" y="4315050"/>
              <a:ext cx="33150" cy="29100"/>
            </a:xfrm>
            <a:custGeom>
              <a:avLst/>
              <a:gdLst/>
              <a:ahLst/>
              <a:cxnLst/>
              <a:rect l="l" t="t" r="r" b="b"/>
              <a:pathLst>
                <a:path w="1326" h="1164" extrusionOk="0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9"/>
            <p:cNvSpPr/>
            <p:nvPr/>
          </p:nvSpPr>
          <p:spPr>
            <a:xfrm>
              <a:off x="38912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9"/>
            <p:cNvSpPr/>
            <p:nvPr/>
          </p:nvSpPr>
          <p:spPr>
            <a:xfrm>
              <a:off x="3880900" y="4236650"/>
              <a:ext cx="17850" cy="16275"/>
            </a:xfrm>
            <a:custGeom>
              <a:avLst/>
              <a:gdLst/>
              <a:ahLst/>
              <a:cxnLst/>
              <a:rect l="l" t="t" r="r" b="b"/>
              <a:pathLst>
                <a:path w="714" h="651" extrusionOk="0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9"/>
            <p:cNvSpPr/>
            <p:nvPr/>
          </p:nvSpPr>
          <p:spPr>
            <a:xfrm>
              <a:off x="3936525" y="4266325"/>
              <a:ext cx="30625" cy="82200"/>
            </a:xfrm>
            <a:custGeom>
              <a:avLst/>
              <a:gdLst/>
              <a:ahLst/>
              <a:cxnLst/>
              <a:rect l="l" t="t" r="r" b="b"/>
              <a:pathLst>
                <a:path w="1225" h="3288" extrusionOk="0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9"/>
            <p:cNvSpPr/>
            <p:nvPr/>
          </p:nvSpPr>
          <p:spPr>
            <a:xfrm>
              <a:off x="3963700" y="4258200"/>
              <a:ext cx="13450" cy="13775"/>
            </a:xfrm>
            <a:custGeom>
              <a:avLst/>
              <a:gdLst/>
              <a:ahLst/>
              <a:cxnLst/>
              <a:rect l="l" t="t" r="r" b="b"/>
              <a:pathLst>
                <a:path w="538" h="551" extrusionOk="0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9"/>
            <p:cNvSpPr/>
            <p:nvPr/>
          </p:nvSpPr>
          <p:spPr>
            <a:xfrm>
              <a:off x="4139900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9"/>
            <p:cNvSpPr/>
            <p:nvPr/>
          </p:nvSpPr>
          <p:spPr>
            <a:xfrm>
              <a:off x="3860600" y="432755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9"/>
            <p:cNvSpPr/>
            <p:nvPr/>
          </p:nvSpPr>
          <p:spPr>
            <a:xfrm>
              <a:off x="4075225" y="4370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9"/>
            <p:cNvSpPr/>
            <p:nvPr/>
          </p:nvSpPr>
          <p:spPr>
            <a:xfrm>
              <a:off x="4073975" y="4396300"/>
              <a:ext cx="30950" cy="21575"/>
            </a:xfrm>
            <a:custGeom>
              <a:avLst/>
              <a:gdLst/>
              <a:ahLst/>
              <a:cxnLst/>
              <a:rect l="l" t="t" r="r" b="b"/>
              <a:pathLst>
                <a:path w="1238" h="863" extrusionOk="0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9"/>
            <p:cNvSpPr/>
            <p:nvPr/>
          </p:nvSpPr>
          <p:spPr>
            <a:xfrm>
              <a:off x="3834050" y="4258825"/>
              <a:ext cx="81250" cy="56250"/>
            </a:xfrm>
            <a:custGeom>
              <a:avLst/>
              <a:gdLst/>
              <a:ahLst/>
              <a:cxnLst/>
              <a:rect l="l" t="t" r="r" b="b"/>
              <a:pathLst>
                <a:path w="3250" h="2250" extrusionOk="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9"/>
            <p:cNvSpPr/>
            <p:nvPr/>
          </p:nvSpPr>
          <p:spPr>
            <a:xfrm>
              <a:off x="4063350" y="4351000"/>
              <a:ext cx="31275" cy="15325"/>
            </a:xfrm>
            <a:custGeom>
              <a:avLst/>
              <a:gdLst/>
              <a:ahLst/>
              <a:cxnLst/>
              <a:rect l="l" t="t" r="r" b="b"/>
              <a:pathLst>
                <a:path w="1251" h="613" extrusionOk="0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9"/>
            <p:cNvSpPr/>
            <p:nvPr/>
          </p:nvSpPr>
          <p:spPr>
            <a:xfrm>
              <a:off x="4063350" y="4344750"/>
              <a:ext cx="34075" cy="21875"/>
            </a:xfrm>
            <a:custGeom>
              <a:avLst/>
              <a:gdLst/>
              <a:ahLst/>
              <a:cxnLst/>
              <a:rect l="l" t="t" r="r" b="b"/>
              <a:pathLst>
                <a:path w="1363" h="875" extrusionOk="0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9"/>
            <p:cNvSpPr/>
            <p:nvPr/>
          </p:nvSpPr>
          <p:spPr>
            <a:xfrm>
              <a:off x="4299550" y="4347550"/>
              <a:ext cx="132475" cy="60000"/>
            </a:xfrm>
            <a:custGeom>
              <a:avLst/>
              <a:gdLst/>
              <a:ahLst/>
              <a:cxnLst/>
              <a:rect l="l" t="t" r="r" b="b"/>
              <a:pathLst>
                <a:path w="5299" h="2400" extrusionOk="0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9"/>
            <p:cNvSpPr/>
            <p:nvPr/>
          </p:nvSpPr>
          <p:spPr>
            <a:xfrm>
              <a:off x="4363900" y="4310050"/>
              <a:ext cx="61575" cy="65325"/>
            </a:xfrm>
            <a:custGeom>
              <a:avLst/>
              <a:gdLst/>
              <a:ahLst/>
              <a:cxnLst/>
              <a:rect l="l" t="t" r="r" b="b"/>
              <a:pathLst>
                <a:path w="2463" h="2613" extrusionOk="0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9"/>
            <p:cNvSpPr/>
            <p:nvPr/>
          </p:nvSpPr>
          <p:spPr>
            <a:xfrm>
              <a:off x="4353900" y="4321000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9"/>
            <p:cNvSpPr/>
            <p:nvPr/>
          </p:nvSpPr>
          <p:spPr>
            <a:xfrm>
              <a:off x="4384200" y="4332875"/>
              <a:ext cx="17225" cy="30950"/>
            </a:xfrm>
            <a:custGeom>
              <a:avLst/>
              <a:gdLst/>
              <a:ahLst/>
              <a:cxnLst/>
              <a:rect l="l" t="t" r="r" b="b"/>
              <a:pathLst>
                <a:path w="689" h="1238" extrusionOk="0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9"/>
            <p:cNvSpPr/>
            <p:nvPr/>
          </p:nvSpPr>
          <p:spPr>
            <a:xfrm>
              <a:off x="4100225" y="430257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9"/>
            <p:cNvSpPr/>
            <p:nvPr/>
          </p:nvSpPr>
          <p:spPr>
            <a:xfrm>
              <a:off x="3701275" y="4276950"/>
              <a:ext cx="111850" cy="104375"/>
            </a:xfrm>
            <a:custGeom>
              <a:avLst/>
              <a:gdLst/>
              <a:ahLst/>
              <a:cxnLst/>
              <a:rect l="l" t="t" r="r" b="b"/>
              <a:pathLst>
                <a:path w="4474" h="4175" extrusionOk="0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9"/>
            <p:cNvSpPr/>
            <p:nvPr/>
          </p:nvSpPr>
          <p:spPr>
            <a:xfrm>
              <a:off x="3442900" y="4301950"/>
              <a:ext cx="263700" cy="146525"/>
            </a:xfrm>
            <a:custGeom>
              <a:avLst/>
              <a:gdLst/>
              <a:ahLst/>
              <a:cxnLst/>
              <a:rect l="l" t="t" r="r" b="b"/>
              <a:pathLst>
                <a:path w="10548" h="5861" extrusionOk="0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9"/>
            <p:cNvSpPr/>
            <p:nvPr/>
          </p:nvSpPr>
          <p:spPr>
            <a:xfrm>
              <a:off x="3410100" y="4324750"/>
              <a:ext cx="100625" cy="84375"/>
            </a:xfrm>
            <a:custGeom>
              <a:avLst/>
              <a:gdLst/>
              <a:ahLst/>
              <a:cxnLst/>
              <a:rect l="l" t="t" r="r" b="b"/>
              <a:pathLst>
                <a:path w="4025" h="3375" extrusionOk="0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9"/>
            <p:cNvSpPr/>
            <p:nvPr/>
          </p:nvSpPr>
          <p:spPr>
            <a:xfrm>
              <a:off x="3347925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9"/>
            <p:cNvSpPr/>
            <p:nvPr/>
          </p:nvSpPr>
          <p:spPr>
            <a:xfrm>
              <a:off x="3593800" y="4288500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9"/>
            <p:cNvSpPr/>
            <p:nvPr/>
          </p:nvSpPr>
          <p:spPr>
            <a:xfrm>
              <a:off x="3666275" y="4246025"/>
              <a:ext cx="22825" cy="110600"/>
            </a:xfrm>
            <a:custGeom>
              <a:avLst/>
              <a:gdLst/>
              <a:ahLst/>
              <a:cxnLst/>
              <a:rect l="l" t="t" r="r" b="b"/>
              <a:pathLst>
                <a:path w="913" h="4424" extrusionOk="0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9"/>
            <p:cNvSpPr/>
            <p:nvPr/>
          </p:nvSpPr>
          <p:spPr>
            <a:xfrm>
              <a:off x="36666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9"/>
            <p:cNvSpPr/>
            <p:nvPr/>
          </p:nvSpPr>
          <p:spPr>
            <a:xfrm>
              <a:off x="3660650" y="4232275"/>
              <a:ext cx="22200" cy="17200"/>
            </a:xfrm>
            <a:custGeom>
              <a:avLst/>
              <a:gdLst/>
              <a:ahLst/>
              <a:cxnLst/>
              <a:rect l="l" t="t" r="r" b="b"/>
              <a:pathLst>
                <a:path w="888" h="688" extrusionOk="0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9"/>
            <p:cNvSpPr/>
            <p:nvPr/>
          </p:nvSpPr>
          <p:spPr>
            <a:xfrm>
              <a:off x="3438200" y="4411600"/>
              <a:ext cx="2850" cy="3150"/>
            </a:xfrm>
            <a:custGeom>
              <a:avLst/>
              <a:gdLst/>
              <a:ahLst/>
              <a:cxnLst/>
              <a:rect l="l" t="t" r="r" b="b"/>
              <a:pathLst>
                <a:path w="114" h="126" extrusionOk="0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9"/>
            <p:cNvSpPr/>
            <p:nvPr/>
          </p:nvSpPr>
          <p:spPr>
            <a:xfrm>
              <a:off x="3308550" y="4353500"/>
              <a:ext cx="42200" cy="17500"/>
            </a:xfrm>
            <a:custGeom>
              <a:avLst/>
              <a:gdLst/>
              <a:ahLst/>
              <a:cxnLst/>
              <a:rect l="l" t="t" r="r" b="b"/>
              <a:pathLst>
                <a:path w="1688" h="700" extrusionOk="0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9"/>
            <p:cNvSpPr/>
            <p:nvPr/>
          </p:nvSpPr>
          <p:spPr>
            <a:xfrm>
              <a:off x="3308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9"/>
            <p:cNvSpPr/>
            <p:nvPr/>
          </p:nvSpPr>
          <p:spPr>
            <a:xfrm>
              <a:off x="3377300" y="4314750"/>
              <a:ext cx="33450" cy="30025"/>
            </a:xfrm>
            <a:custGeom>
              <a:avLst/>
              <a:gdLst/>
              <a:ahLst/>
              <a:cxnLst/>
              <a:rect l="l" t="t" r="r" b="b"/>
              <a:pathLst>
                <a:path w="1338" h="1201" extrusionOk="0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9"/>
            <p:cNvSpPr/>
            <p:nvPr/>
          </p:nvSpPr>
          <p:spPr>
            <a:xfrm>
              <a:off x="3376975" y="4315050"/>
              <a:ext cx="33450" cy="29100"/>
            </a:xfrm>
            <a:custGeom>
              <a:avLst/>
              <a:gdLst/>
              <a:ahLst/>
              <a:cxnLst/>
              <a:rect l="l" t="t" r="r" b="b"/>
              <a:pathLst>
                <a:path w="1338" h="1164" extrusionOk="0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9"/>
            <p:cNvSpPr/>
            <p:nvPr/>
          </p:nvSpPr>
          <p:spPr>
            <a:xfrm>
              <a:off x="36803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9"/>
            <p:cNvSpPr/>
            <p:nvPr/>
          </p:nvSpPr>
          <p:spPr>
            <a:xfrm>
              <a:off x="3710950" y="4236025"/>
              <a:ext cx="18150" cy="16575"/>
            </a:xfrm>
            <a:custGeom>
              <a:avLst/>
              <a:gdLst/>
              <a:ahLst/>
              <a:cxnLst/>
              <a:rect l="l" t="t" r="r" b="b"/>
              <a:pathLst>
                <a:path w="726" h="663" extrusionOk="0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9"/>
            <p:cNvSpPr/>
            <p:nvPr/>
          </p:nvSpPr>
          <p:spPr>
            <a:xfrm>
              <a:off x="3642525" y="4266325"/>
              <a:ext cx="30650" cy="82200"/>
            </a:xfrm>
            <a:custGeom>
              <a:avLst/>
              <a:gdLst/>
              <a:ahLst/>
              <a:cxnLst/>
              <a:rect l="l" t="t" r="r" b="b"/>
              <a:pathLst>
                <a:path w="1226" h="3288" extrusionOk="0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9"/>
            <p:cNvSpPr/>
            <p:nvPr/>
          </p:nvSpPr>
          <p:spPr>
            <a:xfrm>
              <a:off x="3633475" y="4256950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9"/>
            <p:cNvSpPr/>
            <p:nvPr/>
          </p:nvSpPr>
          <p:spPr>
            <a:xfrm>
              <a:off x="3232025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9"/>
            <p:cNvSpPr/>
            <p:nvPr/>
          </p:nvSpPr>
          <p:spPr>
            <a:xfrm>
              <a:off x="3717200" y="4327550"/>
              <a:ext cx="31575" cy="49400"/>
            </a:xfrm>
            <a:custGeom>
              <a:avLst/>
              <a:gdLst/>
              <a:ahLst/>
              <a:cxnLst/>
              <a:rect l="l" t="t" r="r" b="b"/>
              <a:pathLst>
                <a:path w="1263" h="1976" extrusionOk="0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9"/>
            <p:cNvSpPr/>
            <p:nvPr/>
          </p:nvSpPr>
          <p:spPr>
            <a:xfrm>
              <a:off x="3471650" y="4370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9"/>
            <p:cNvSpPr/>
            <p:nvPr/>
          </p:nvSpPr>
          <p:spPr>
            <a:xfrm>
              <a:off x="3504750" y="4396300"/>
              <a:ext cx="30650" cy="21575"/>
            </a:xfrm>
            <a:custGeom>
              <a:avLst/>
              <a:gdLst/>
              <a:ahLst/>
              <a:cxnLst/>
              <a:rect l="l" t="t" r="r" b="b"/>
              <a:pathLst>
                <a:path w="1226" h="863" extrusionOk="0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9"/>
            <p:cNvSpPr/>
            <p:nvPr/>
          </p:nvSpPr>
          <p:spPr>
            <a:xfrm>
              <a:off x="3694400" y="4258825"/>
              <a:ext cx="81250" cy="56575"/>
            </a:xfrm>
            <a:custGeom>
              <a:avLst/>
              <a:gdLst/>
              <a:ahLst/>
              <a:cxnLst/>
              <a:rect l="l" t="t" r="r" b="b"/>
              <a:pathLst>
                <a:path w="3250" h="2263" extrusionOk="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9"/>
            <p:cNvSpPr/>
            <p:nvPr/>
          </p:nvSpPr>
          <p:spPr>
            <a:xfrm>
              <a:off x="3515075" y="4351000"/>
              <a:ext cx="31250" cy="15325"/>
            </a:xfrm>
            <a:custGeom>
              <a:avLst/>
              <a:gdLst/>
              <a:ahLst/>
              <a:cxnLst/>
              <a:rect l="l" t="t" r="r" b="b"/>
              <a:pathLst>
                <a:path w="1250" h="613" extrusionOk="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9"/>
            <p:cNvSpPr/>
            <p:nvPr/>
          </p:nvSpPr>
          <p:spPr>
            <a:xfrm>
              <a:off x="3512250" y="4344750"/>
              <a:ext cx="34075" cy="22200"/>
            </a:xfrm>
            <a:custGeom>
              <a:avLst/>
              <a:gdLst/>
              <a:ahLst/>
              <a:cxnLst/>
              <a:rect l="l" t="t" r="r" b="b"/>
              <a:pathLst>
                <a:path w="1363" h="888" extrusionOk="0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9"/>
            <p:cNvSpPr/>
            <p:nvPr/>
          </p:nvSpPr>
          <p:spPr>
            <a:xfrm>
              <a:off x="3177650" y="4347550"/>
              <a:ext cx="132500" cy="60000"/>
            </a:xfrm>
            <a:custGeom>
              <a:avLst/>
              <a:gdLst/>
              <a:ahLst/>
              <a:cxnLst/>
              <a:rect l="l" t="t" r="r" b="b"/>
              <a:pathLst>
                <a:path w="5300" h="2400" extrusionOk="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9"/>
            <p:cNvSpPr/>
            <p:nvPr/>
          </p:nvSpPr>
          <p:spPr>
            <a:xfrm>
              <a:off x="3184850" y="4310375"/>
              <a:ext cx="60925" cy="65000"/>
            </a:xfrm>
            <a:custGeom>
              <a:avLst/>
              <a:gdLst/>
              <a:ahLst/>
              <a:cxnLst/>
              <a:rect l="l" t="t" r="r" b="b"/>
              <a:pathLst>
                <a:path w="2437" h="2600" extrusionOk="0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9"/>
            <p:cNvSpPr/>
            <p:nvPr/>
          </p:nvSpPr>
          <p:spPr>
            <a:xfrm>
              <a:off x="3219825" y="4320675"/>
              <a:ext cx="35950" cy="46900"/>
            </a:xfrm>
            <a:custGeom>
              <a:avLst/>
              <a:gdLst/>
              <a:ahLst/>
              <a:cxnLst/>
              <a:rect l="l" t="t" r="r" b="b"/>
              <a:pathLst>
                <a:path w="1438" h="1876" extrusionOk="0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9"/>
            <p:cNvSpPr/>
            <p:nvPr/>
          </p:nvSpPr>
          <p:spPr>
            <a:xfrm>
              <a:off x="3208275" y="4332875"/>
              <a:ext cx="17200" cy="30950"/>
            </a:xfrm>
            <a:custGeom>
              <a:avLst/>
              <a:gdLst/>
              <a:ahLst/>
              <a:cxnLst/>
              <a:rect l="l" t="t" r="r" b="b"/>
              <a:pathLst>
                <a:path w="688" h="1238" extrusionOk="0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9"/>
            <p:cNvSpPr/>
            <p:nvPr/>
          </p:nvSpPr>
          <p:spPr>
            <a:xfrm>
              <a:off x="3454450" y="4302575"/>
              <a:ext cx="55025" cy="71550"/>
            </a:xfrm>
            <a:custGeom>
              <a:avLst/>
              <a:gdLst/>
              <a:ahLst/>
              <a:cxnLst/>
              <a:rect l="l" t="t" r="r" b="b"/>
              <a:pathLst>
                <a:path w="2201" h="2862" extrusionOk="0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9"/>
            <p:cNvSpPr/>
            <p:nvPr/>
          </p:nvSpPr>
          <p:spPr>
            <a:xfrm>
              <a:off x="3809050" y="428162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9"/>
            <p:cNvSpPr/>
            <p:nvPr/>
          </p:nvSpPr>
          <p:spPr>
            <a:xfrm>
              <a:off x="3812475" y="42782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9"/>
            <p:cNvSpPr/>
            <p:nvPr/>
          </p:nvSpPr>
          <p:spPr>
            <a:xfrm>
              <a:off x="3801250" y="4294125"/>
              <a:ext cx="9375" cy="7850"/>
            </a:xfrm>
            <a:custGeom>
              <a:avLst/>
              <a:gdLst/>
              <a:ahLst/>
              <a:cxnLst/>
              <a:rect l="l" t="t" r="r" b="b"/>
              <a:pathLst>
                <a:path w="375" h="314" extrusionOk="0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9"/>
            <p:cNvSpPr/>
            <p:nvPr/>
          </p:nvSpPr>
          <p:spPr>
            <a:xfrm>
              <a:off x="3783125" y="42807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9"/>
            <p:cNvSpPr/>
            <p:nvPr/>
          </p:nvSpPr>
          <p:spPr>
            <a:xfrm>
              <a:off x="3783425" y="4276325"/>
              <a:ext cx="24400" cy="10325"/>
            </a:xfrm>
            <a:custGeom>
              <a:avLst/>
              <a:gdLst/>
              <a:ahLst/>
              <a:cxnLst/>
              <a:rect l="l" t="t" r="r" b="b"/>
              <a:pathLst>
                <a:path w="976" h="413" extrusionOk="0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9"/>
            <p:cNvSpPr/>
            <p:nvPr/>
          </p:nvSpPr>
          <p:spPr>
            <a:xfrm>
              <a:off x="3804375" y="4278500"/>
              <a:ext cx="13750" cy="8150"/>
            </a:xfrm>
            <a:custGeom>
              <a:avLst/>
              <a:gdLst/>
              <a:ahLst/>
              <a:cxnLst/>
              <a:rect l="l" t="t" r="r" b="b"/>
              <a:pathLst>
                <a:path w="550" h="326" extrusionOk="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9"/>
            <p:cNvSpPr/>
            <p:nvPr/>
          </p:nvSpPr>
          <p:spPr>
            <a:xfrm>
              <a:off x="3798750" y="4264450"/>
              <a:ext cx="14375" cy="12525"/>
            </a:xfrm>
            <a:custGeom>
              <a:avLst/>
              <a:gdLst/>
              <a:ahLst/>
              <a:cxnLst/>
              <a:rect l="l" t="t" r="r" b="b"/>
              <a:pathLst>
                <a:path w="575" h="501" extrusionOk="0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9"/>
            <p:cNvSpPr/>
            <p:nvPr/>
          </p:nvSpPr>
          <p:spPr>
            <a:xfrm>
              <a:off x="6793275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9"/>
            <p:cNvSpPr/>
            <p:nvPr/>
          </p:nvSpPr>
          <p:spPr>
            <a:xfrm>
              <a:off x="681857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9"/>
            <p:cNvSpPr/>
            <p:nvPr/>
          </p:nvSpPr>
          <p:spPr>
            <a:xfrm>
              <a:off x="6840750" y="24483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9"/>
            <p:cNvSpPr/>
            <p:nvPr/>
          </p:nvSpPr>
          <p:spPr>
            <a:xfrm>
              <a:off x="6857625" y="2386200"/>
              <a:ext cx="13450" cy="55325"/>
            </a:xfrm>
            <a:custGeom>
              <a:avLst/>
              <a:gdLst/>
              <a:ahLst/>
              <a:cxnLst/>
              <a:rect l="l" t="t" r="r" b="b"/>
              <a:pathLst>
                <a:path w="538" h="2213" extrusionOk="0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9"/>
            <p:cNvSpPr/>
            <p:nvPr/>
          </p:nvSpPr>
          <p:spPr>
            <a:xfrm>
              <a:off x="6804825" y="2632075"/>
              <a:ext cx="96875" cy="82175"/>
            </a:xfrm>
            <a:custGeom>
              <a:avLst/>
              <a:gdLst/>
              <a:ahLst/>
              <a:cxnLst/>
              <a:rect l="l" t="t" r="r" b="b"/>
              <a:pathLst>
                <a:path w="3875" h="3287" extrusionOk="0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9"/>
            <p:cNvSpPr/>
            <p:nvPr/>
          </p:nvSpPr>
          <p:spPr>
            <a:xfrm>
              <a:off x="6762650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9"/>
            <p:cNvSpPr/>
            <p:nvPr/>
          </p:nvSpPr>
          <p:spPr>
            <a:xfrm>
              <a:off x="675110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9"/>
            <p:cNvSpPr/>
            <p:nvPr/>
          </p:nvSpPr>
          <p:spPr>
            <a:xfrm>
              <a:off x="6748900" y="2702675"/>
              <a:ext cx="16275" cy="18450"/>
            </a:xfrm>
            <a:custGeom>
              <a:avLst/>
              <a:gdLst/>
              <a:ahLst/>
              <a:cxnLst/>
              <a:rect l="l" t="t" r="r" b="b"/>
              <a:pathLst>
                <a:path w="651" h="738" extrusionOk="0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9"/>
            <p:cNvSpPr/>
            <p:nvPr/>
          </p:nvSpPr>
          <p:spPr>
            <a:xfrm>
              <a:off x="6927925" y="2476175"/>
              <a:ext cx="3450" cy="2825"/>
            </a:xfrm>
            <a:custGeom>
              <a:avLst/>
              <a:gdLst/>
              <a:ahLst/>
              <a:cxnLst/>
              <a:rect l="l" t="t" r="r" b="b"/>
              <a:pathLst>
                <a:path w="138" h="113" extrusionOk="0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9"/>
            <p:cNvSpPr/>
            <p:nvPr/>
          </p:nvSpPr>
          <p:spPr>
            <a:xfrm>
              <a:off x="6869800" y="2346825"/>
              <a:ext cx="17850" cy="42200"/>
            </a:xfrm>
            <a:custGeom>
              <a:avLst/>
              <a:gdLst/>
              <a:ahLst/>
              <a:cxnLst/>
              <a:rect l="l" t="t" r="r" b="b"/>
              <a:pathLst>
                <a:path w="714" h="1688" extrusionOk="0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9"/>
            <p:cNvSpPr/>
            <p:nvPr/>
          </p:nvSpPr>
          <p:spPr>
            <a:xfrm>
              <a:off x="6865425" y="23465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9"/>
            <p:cNvSpPr/>
            <p:nvPr/>
          </p:nvSpPr>
          <p:spPr>
            <a:xfrm>
              <a:off x="6831375" y="241587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9"/>
            <p:cNvSpPr/>
            <p:nvPr/>
          </p:nvSpPr>
          <p:spPr>
            <a:xfrm>
              <a:off x="6831375" y="2415550"/>
              <a:ext cx="29400" cy="33475"/>
            </a:xfrm>
            <a:custGeom>
              <a:avLst/>
              <a:gdLst/>
              <a:ahLst/>
              <a:cxnLst/>
              <a:rect l="l" t="t" r="r" b="b"/>
              <a:pathLst>
                <a:path w="1176" h="1339" extrusionOk="0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9"/>
            <p:cNvSpPr/>
            <p:nvPr/>
          </p:nvSpPr>
          <p:spPr>
            <a:xfrm>
              <a:off x="6767025" y="2718300"/>
              <a:ext cx="86575" cy="38750"/>
            </a:xfrm>
            <a:custGeom>
              <a:avLst/>
              <a:gdLst/>
              <a:ahLst/>
              <a:cxnLst/>
              <a:rect l="l" t="t" r="r" b="b"/>
              <a:pathLst>
                <a:path w="3463" h="1550" extrusionOk="0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9"/>
            <p:cNvSpPr/>
            <p:nvPr/>
          </p:nvSpPr>
          <p:spPr>
            <a:xfrm>
              <a:off x="6752975" y="2749525"/>
              <a:ext cx="16250" cy="17850"/>
            </a:xfrm>
            <a:custGeom>
              <a:avLst/>
              <a:gdLst/>
              <a:ahLst/>
              <a:cxnLst/>
              <a:rect l="l" t="t" r="r" b="b"/>
              <a:pathLst>
                <a:path w="650" h="714" extrusionOk="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9"/>
            <p:cNvSpPr/>
            <p:nvPr/>
          </p:nvSpPr>
          <p:spPr>
            <a:xfrm>
              <a:off x="6783275" y="2681125"/>
              <a:ext cx="81875" cy="30625"/>
            </a:xfrm>
            <a:custGeom>
              <a:avLst/>
              <a:gdLst/>
              <a:ahLst/>
              <a:cxnLst/>
              <a:rect l="l" t="t" r="r" b="b"/>
              <a:pathLst>
                <a:path w="3275" h="1225" extrusionOk="0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9"/>
            <p:cNvSpPr/>
            <p:nvPr/>
          </p:nvSpPr>
          <p:spPr>
            <a:xfrm>
              <a:off x="6773575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9"/>
            <p:cNvSpPr/>
            <p:nvPr/>
          </p:nvSpPr>
          <p:spPr>
            <a:xfrm>
              <a:off x="6888250" y="2270600"/>
              <a:ext cx="60000" cy="237450"/>
            </a:xfrm>
            <a:custGeom>
              <a:avLst/>
              <a:gdLst/>
              <a:ahLst/>
              <a:cxnLst/>
              <a:rect l="l" t="t" r="r" b="b"/>
              <a:pathLst>
                <a:path w="2400" h="9498" extrusionOk="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9"/>
            <p:cNvSpPr/>
            <p:nvPr/>
          </p:nvSpPr>
          <p:spPr>
            <a:xfrm>
              <a:off x="6844200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9"/>
            <p:cNvSpPr/>
            <p:nvPr/>
          </p:nvSpPr>
          <p:spPr>
            <a:xfrm>
              <a:off x="6887300" y="25102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9"/>
            <p:cNvSpPr/>
            <p:nvPr/>
          </p:nvSpPr>
          <p:spPr>
            <a:xfrm>
              <a:off x="6912925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9"/>
            <p:cNvSpPr/>
            <p:nvPr/>
          </p:nvSpPr>
          <p:spPr>
            <a:xfrm>
              <a:off x="6775150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9"/>
            <p:cNvSpPr/>
            <p:nvPr/>
          </p:nvSpPr>
          <p:spPr>
            <a:xfrm>
              <a:off x="6867625" y="2553650"/>
              <a:ext cx="15025" cy="30950"/>
            </a:xfrm>
            <a:custGeom>
              <a:avLst/>
              <a:gdLst/>
              <a:ahLst/>
              <a:cxnLst/>
              <a:rect l="l" t="t" r="r" b="b"/>
              <a:pathLst>
                <a:path w="601" h="1238" extrusionOk="0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9"/>
            <p:cNvSpPr/>
            <p:nvPr/>
          </p:nvSpPr>
          <p:spPr>
            <a:xfrm>
              <a:off x="68613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9"/>
            <p:cNvSpPr/>
            <p:nvPr/>
          </p:nvSpPr>
          <p:spPr>
            <a:xfrm>
              <a:off x="6864175" y="2216250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9"/>
            <p:cNvSpPr/>
            <p:nvPr/>
          </p:nvSpPr>
          <p:spPr>
            <a:xfrm>
              <a:off x="6826700" y="2222800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9"/>
            <p:cNvSpPr/>
            <p:nvPr/>
          </p:nvSpPr>
          <p:spPr>
            <a:xfrm>
              <a:off x="6837325" y="2258100"/>
              <a:ext cx="46875" cy="35950"/>
            </a:xfrm>
            <a:custGeom>
              <a:avLst/>
              <a:gdLst/>
              <a:ahLst/>
              <a:cxnLst/>
              <a:rect l="l" t="t" r="r" b="b"/>
              <a:pathLst>
                <a:path w="1875" h="1438" extrusionOk="0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9"/>
            <p:cNvSpPr/>
            <p:nvPr/>
          </p:nvSpPr>
          <p:spPr>
            <a:xfrm>
              <a:off x="6849500" y="2246850"/>
              <a:ext cx="30650" cy="17200"/>
            </a:xfrm>
            <a:custGeom>
              <a:avLst/>
              <a:gdLst/>
              <a:ahLst/>
              <a:cxnLst/>
              <a:rect l="l" t="t" r="r" b="b"/>
              <a:pathLst>
                <a:path w="1226" h="688" extrusionOk="0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9"/>
            <p:cNvSpPr/>
            <p:nvPr/>
          </p:nvSpPr>
          <p:spPr>
            <a:xfrm>
              <a:off x="6819200" y="2492725"/>
              <a:ext cx="71575" cy="55025"/>
            </a:xfrm>
            <a:custGeom>
              <a:avLst/>
              <a:gdLst/>
              <a:ahLst/>
              <a:cxnLst/>
              <a:rect l="l" t="t" r="r" b="b"/>
              <a:pathLst>
                <a:path w="2863" h="2201" extrusionOk="0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9"/>
            <p:cNvSpPr/>
            <p:nvPr/>
          </p:nvSpPr>
          <p:spPr>
            <a:xfrm>
              <a:off x="6793275" y="2835125"/>
              <a:ext cx="104675" cy="111575"/>
            </a:xfrm>
            <a:custGeom>
              <a:avLst/>
              <a:gdLst/>
              <a:ahLst/>
              <a:cxnLst/>
              <a:rect l="l" t="t" r="r" b="b"/>
              <a:pathLst>
                <a:path w="4187" h="4463" extrusionOk="0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9"/>
            <p:cNvSpPr/>
            <p:nvPr/>
          </p:nvSpPr>
          <p:spPr>
            <a:xfrm>
              <a:off x="6818575" y="2941350"/>
              <a:ext cx="146550" cy="263725"/>
            </a:xfrm>
            <a:custGeom>
              <a:avLst/>
              <a:gdLst/>
              <a:ahLst/>
              <a:cxnLst/>
              <a:rect l="l" t="t" r="r" b="b"/>
              <a:pathLst>
                <a:path w="5862" h="10549" extrusionOk="0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9"/>
            <p:cNvSpPr/>
            <p:nvPr/>
          </p:nvSpPr>
          <p:spPr>
            <a:xfrm>
              <a:off x="6841075" y="3137250"/>
              <a:ext cx="84375" cy="100925"/>
            </a:xfrm>
            <a:custGeom>
              <a:avLst/>
              <a:gdLst/>
              <a:ahLst/>
              <a:cxnLst/>
              <a:rect l="l" t="t" r="r" b="b"/>
              <a:pathLst>
                <a:path w="3375" h="4037" extrusionOk="0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9"/>
            <p:cNvSpPr/>
            <p:nvPr/>
          </p:nvSpPr>
          <p:spPr>
            <a:xfrm>
              <a:off x="6857325" y="3245025"/>
              <a:ext cx="13750" cy="55325"/>
            </a:xfrm>
            <a:custGeom>
              <a:avLst/>
              <a:gdLst/>
              <a:ahLst/>
              <a:cxnLst/>
              <a:rect l="l" t="t" r="r" b="b"/>
              <a:pathLst>
                <a:path w="550" h="2213" extrusionOk="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9"/>
            <p:cNvSpPr/>
            <p:nvPr/>
          </p:nvSpPr>
          <p:spPr>
            <a:xfrm>
              <a:off x="6805150" y="2972925"/>
              <a:ext cx="96550" cy="81550"/>
            </a:xfrm>
            <a:custGeom>
              <a:avLst/>
              <a:gdLst/>
              <a:ahLst/>
              <a:cxnLst/>
              <a:rect l="l" t="t" r="r" b="b"/>
              <a:pathLst>
                <a:path w="3862" h="3262" extrusionOk="0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9"/>
            <p:cNvSpPr/>
            <p:nvPr/>
          </p:nvSpPr>
          <p:spPr>
            <a:xfrm>
              <a:off x="6762350" y="2958850"/>
              <a:ext cx="110600" cy="22825"/>
            </a:xfrm>
            <a:custGeom>
              <a:avLst/>
              <a:gdLst/>
              <a:ahLst/>
              <a:cxnLst/>
              <a:rect l="l" t="t" r="r" b="b"/>
              <a:pathLst>
                <a:path w="4424" h="913" extrusionOk="0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9"/>
            <p:cNvSpPr/>
            <p:nvPr/>
          </p:nvSpPr>
          <p:spPr>
            <a:xfrm>
              <a:off x="675110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9"/>
            <p:cNvSpPr/>
            <p:nvPr/>
          </p:nvSpPr>
          <p:spPr>
            <a:xfrm>
              <a:off x="6748600" y="2965425"/>
              <a:ext cx="17200" cy="22200"/>
            </a:xfrm>
            <a:custGeom>
              <a:avLst/>
              <a:gdLst/>
              <a:ahLst/>
              <a:cxnLst/>
              <a:rect l="l" t="t" r="r" b="b"/>
              <a:pathLst>
                <a:path w="688" h="888" extrusionOk="0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9"/>
            <p:cNvSpPr/>
            <p:nvPr/>
          </p:nvSpPr>
          <p:spPr>
            <a:xfrm>
              <a:off x="6927925" y="3207225"/>
              <a:ext cx="3450" cy="2850"/>
            </a:xfrm>
            <a:custGeom>
              <a:avLst/>
              <a:gdLst/>
              <a:ahLst/>
              <a:cxnLst/>
              <a:rect l="l" t="t" r="r" b="b"/>
              <a:pathLst>
                <a:path w="138" h="114" extrusionOk="0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9"/>
            <p:cNvSpPr/>
            <p:nvPr/>
          </p:nvSpPr>
          <p:spPr>
            <a:xfrm>
              <a:off x="6870125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9"/>
            <p:cNvSpPr/>
            <p:nvPr/>
          </p:nvSpPr>
          <p:spPr>
            <a:xfrm>
              <a:off x="6865425" y="32978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9"/>
            <p:cNvSpPr/>
            <p:nvPr/>
          </p:nvSpPr>
          <p:spPr>
            <a:xfrm>
              <a:off x="6831375" y="323752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9"/>
            <p:cNvSpPr/>
            <p:nvPr/>
          </p:nvSpPr>
          <p:spPr>
            <a:xfrm>
              <a:off x="6831700" y="3237850"/>
              <a:ext cx="29075" cy="33125"/>
            </a:xfrm>
            <a:custGeom>
              <a:avLst/>
              <a:gdLst/>
              <a:ahLst/>
              <a:cxnLst/>
              <a:rect l="l" t="t" r="r" b="b"/>
              <a:pathLst>
                <a:path w="1163" h="1325" extrusionOk="0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9"/>
            <p:cNvSpPr/>
            <p:nvPr/>
          </p:nvSpPr>
          <p:spPr>
            <a:xfrm>
              <a:off x="6767025" y="2929475"/>
              <a:ext cx="86575" cy="38475"/>
            </a:xfrm>
            <a:custGeom>
              <a:avLst/>
              <a:gdLst/>
              <a:ahLst/>
              <a:cxnLst/>
              <a:rect l="l" t="t" r="r" b="b"/>
              <a:pathLst>
                <a:path w="3463" h="1539" extrusionOk="0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9"/>
            <p:cNvSpPr/>
            <p:nvPr/>
          </p:nvSpPr>
          <p:spPr>
            <a:xfrm>
              <a:off x="6752650" y="2919175"/>
              <a:ext cx="16575" cy="17825"/>
            </a:xfrm>
            <a:custGeom>
              <a:avLst/>
              <a:gdLst/>
              <a:ahLst/>
              <a:cxnLst/>
              <a:rect l="l" t="t" r="r" b="b"/>
              <a:pathLst>
                <a:path w="663" h="713" extrusionOk="0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9"/>
            <p:cNvSpPr/>
            <p:nvPr/>
          </p:nvSpPr>
          <p:spPr>
            <a:xfrm>
              <a:off x="6783275" y="2974800"/>
              <a:ext cx="81875" cy="30325"/>
            </a:xfrm>
            <a:custGeom>
              <a:avLst/>
              <a:gdLst/>
              <a:ahLst/>
              <a:cxnLst/>
              <a:rect l="l" t="t" r="r" b="b"/>
              <a:pathLst>
                <a:path w="3275" h="1213" extrusionOk="0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9"/>
            <p:cNvSpPr/>
            <p:nvPr/>
          </p:nvSpPr>
          <p:spPr>
            <a:xfrm>
              <a:off x="6773575" y="3001650"/>
              <a:ext cx="14725" cy="13150"/>
            </a:xfrm>
            <a:custGeom>
              <a:avLst/>
              <a:gdLst/>
              <a:ahLst/>
              <a:cxnLst/>
              <a:rect l="l" t="t" r="r" b="b"/>
              <a:pathLst>
                <a:path w="589" h="526" extrusionOk="0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9"/>
            <p:cNvSpPr/>
            <p:nvPr/>
          </p:nvSpPr>
          <p:spPr>
            <a:xfrm>
              <a:off x="6888250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9"/>
            <p:cNvSpPr/>
            <p:nvPr/>
          </p:nvSpPr>
          <p:spPr>
            <a:xfrm>
              <a:off x="6844200" y="2899500"/>
              <a:ext cx="49375" cy="31575"/>
            </a:xfrm>
            <a:custGeom>
              <a:avLst/>
              <a:gdLst/>
              <a:ahLst/>
              <a:cxnLst/>
              <a:rect l="l" t="t" r="r" b="b"/>
              <a:pathLst>
                <a:path w="1975" h="1263" extrusionOk="0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9"/>
            <p:cNvSpPr/>
            <p:nvPr/>
          </p:nvSpPr>
          <p:spPr>
            <a:xfrm>
              <a:off x="6887300" y="31138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9"/>
            <p:cNvSpPr/>
            <p:nvPr/>
          </p:nvSpPr>
          <p:spPr>
            <a:xfrm>
              <a:off x="6912925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9"/>
            <p:cNvSpPr/>
            <p:nvPr/>
          </p:nvSpPr>
          <p:spPr>
            <a:xfrm>
              <a:off x="6775450" y="287262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9"/>
            <p:cNvSpPr/>
            <p:nvPr/>
          </p:nvSpPr>
          <p:spPr>
            <a:xfrm>
              <a:off x="6867625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9"/>
            <p:cNvSpPr/>
            <p:nvPr/>
          </p:nvSpPr>
          <p:spPr>
            <a:xfrm>
              <a:off x="6861375" y="3101625"/>
              <a:ext cx="21900" cy="34075"/>
            </a:xfrm>
            <a:custGeom>
              <a:avLst/>
              <a:gdLst/>
              <a:ahLst/>
              <a:cxnLst/>
              <a:rect l="l" t="t" r="r" b="b"/>
              <a:pathLst>
                <a:path w="876" h="1363" extrusionOk="0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9"/>
            <p:cNvSpPr/>
            <p:nvPr/>
          </p:nvSpPr>
          <p:spPr>
            <a:xfrm>
              <a:off x="6864175" y="3338125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9"/>
            <p:cNvSpPr/>
            <p:nvPr/>
          </p:nvSpPr>
          <p:spPr>
            <a:xfrm>
              <a:off x="6826700" y="3402175"/>
              <a:ext cx="65000" cy="61250"/>
            </a:xfrm>
            <a:custGeom>
              <a:avLst/>
              <a:gdLst/>
              <a:ahLst/>
              <a:cxnLst/>
              <a:rect l="l" t="t" r="r" b="b"/>
              <a:pathLst>
                <a:path w="2600" h="2450" extrusionOk="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9"/>
            <p:cNvSpPr/>
            <p:nvPr/>
          </p:nvSpPr>
          <p:spPr>
            <a:xfrm>
              <a:off x="6837325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9"/>
            <p:cNvSpPr/>
            <p:nvPr/>
          </p:nvSpPr>
          <p:spPr>
            <a:xfrm>
              <a:off x="6849500" y="3422475"/>
              <a:ext cx="30950" cy="17525"/>
            </a:xfrm>
            <a:custGeom>
              <a:avLst/>
              <a:gdLst/>
              <a:ahLst/>
              <a:cxnLst/>
              <a:rect l="l" t="t" r="r" b="b"/>
              <a:pathLst>
                <a:path w="1238" h="701" extrusionOk="0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9"/>
            <p:cNvSpPr/>
            <p:nvPr/>
          </p:nvSpPr>
          <p:spPr>
            <a:xfrm>
              <a:off x="6819200" y="3138500"/>
              <a:ext cx="71575" cy="55325"/>
            </a:xfrm>
            <a:custGeom>
              <a:avLst/>
              <a:gdLst/>
              <a:ahLst/>
              <a:cxnLst/>
              <a:rect l="l" t="t" r="r" b="b"/>
              <a:pathLst>
                <a:path w="2863" h="2213" extrusionOk="0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9"/>
            <p:cNvSpPr/>
            <p:nvPr/>
          </p:nvSpPr>
          <p:spPr>
            <a:xfrm>
              <a:off x="6798275" y="2819200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9"/>
            <p:cNvSpPr/>
            <p:nvPr/>
          </p:nvSpPr>
          <p:spPr>
            <a:xfrm>
              <a:off x="6794825" y="2818575"/>
              <a:ext cx="5975" cy="16900"/>
            </a:xfrm>
            <a:custGeom>
              <a:avLst/>
              <a:gdLst/>
              <a:ahLst/>
              <a:cxnLst/>
              <a:rect l="l" t="t" r="r" b="b"/>
              <a:pathLst>
                <a:path w="239" h="676" extrusionOk="0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9"/>
            <p:cNvSpPr/>
            <p:nvPr/>
          </p:nvSpPr>
          <p:spPr>
            <a:xfrm>
              <a:off x="6810775" y="2837625"/>
              <a:ext cx="7500" cy="9400"/>
            </a:xfrm>
            <a:custGeom>
              <a:avLst/>
              <a:gdLst/>
              <a:ahLst/>
              <a:cxnLst/>
              <a:rect l="l" t="t" r="r" b="b"/>
              <a:pathLst>
                <a:path w="300" h="376" extrusionOk="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9"/>
            <p:cNvSpPr/>
            <p:nvPr/>
          </p:nvSpPr>
          <p:spPr>
            <a:xfrm>
              <a:off x="6797325" y="2844825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9"/>
            <p:cNvSpPr/>
            <p:nvPr/>
          </p:nvSpPr>
          <p:spPr>
            <a:xfrm>
              <a:off x="6792950" y="2840450"/>
              <a:ext cx="10025" cy="24075"/>
            </a:xfrm>
            <a:custGeom>
              <a:avLst/>
              <a:gdLst/>
              <a:ahLst/>
              <a:cxnLst/>
              <a:rect l="l" t="t" r="r" b="b"/>
              <a:pathLst>
                <a:path w="401" h="963" extrusionOk="0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9"/>
            <p:cNvSpPr/>
            <p:nvPr/>
          </p:nvSpPr>
          <p:spPr>
            <a:xfrm>
              <a:off x="6795150" y="2829825"/>
              <a:ext cx="8150" cy="14075"/>
            </a:xfrm>
            <a:custGeom>
              <a:avLst/>
              <a:gdLst/>
              <a:ahLst/>
              <a:cxnLst/>
              <a:rect l="l" t="t" r="r" b="b"/>
              <a:pathLst>
                <a:path w="326" h="563" extrusionOk="0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9"/>
            <p:cNvSpPr/>
            <p:nvPr/>
          </p:nvSpPr>
          <p:spPr>
            <a:xfrm>
              <a:off x="6781075" y="2835125"/>
              <a:ext cx="12525" cy="14400"/>
            </a:xfrm>
            <a:custGeom>
              <a:avLst/>
              <a:gdLst/>
              <a:ahLst/>
              <a:cxnLst/>
              <a:rect l="l" t="t" r="r" b="b"/>
              <a:pathLst>
                <a:path w="501" h="576" extrusionOk="0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9"/>
            <p:cNvSpPr/>
            <p:nvPr/>
          </p:nvSpPr>
          <p:spPr>
            <a:xfrm>
              <a:off x="695500" y="2835450"/>
              <a:ext cx="104675" cy="111250"/>
            </a:xfrm>
            <a:custGeom>
              <a:avLst/>
              <a:gdLst/>
              <a:ahLst/>
              <a:cxnLst/>
              <a:rect l="l" t="t" r="r" b="b"/>
              <a:pathLst>
                <a:path w="4187" h="4450" extrusionOk="0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9"/>
            <p:cNvSpPr/>
            <p:nvPr/>
          </p:nvSpPr>
          <p:spPr>
            <a:xfrm>
              <a:off x="628000" y="2941675"/>
              <a:ext cx="146875" cy="263700"/>
            </a:xfrm>
            <a:custGeom>
              <a:avLst/>
              <a:gdLst/>
              <a:ahLst/>
              <a:cxnLst/>
              <a:rect l="l" t="t" r="r" b="b"/>
              <a:pathLst>
                <a:path w="5875" h="10548" extrusionOk="0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9"/>
            <p:cNvSpPr/>
            <p:nvPr/>
          </p:nvSpPr>
          <p:spPr>
            <a:xfrm>
              <a:off x="668000" y="31378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9"/>
            <p:cNvSpPr/>
            <p:nvPr/>
          </p:nvSpPr>
          <p:spPr>
            <a:xfrm>
              <a:off x="722350" y="3245025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9"/>
            <p:cNvSpPr/>
            <p:nvPr/>
          </p:nvSpPr>
          <p:spPr>
            <a:xfrm>
              <a:off x="692050" y="2972300"/>
              <a:ext cx="96575" cy="82175"/>
            </a:xfrm>
            <a:custGeom>
              <a:avLst/>
              <a:gdLst/>
              <a:ahLst/>
              <a:cxnLst/>
              <a:rect l="l" t="t" r="r" b="b"/>
              <a:pathLst>
                <a:path w="3863" h="3287" extrusionOk="0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9"/>
            <p:cNvSpPr/>
            <p:nvPr/>
          </p:nvSpPr>
          <p:spPr>
            <a:xfrm>
              <a:off x="720175" y="2958850"/>
              <a:ext cx="110625" cy="22825"/>
            </a:xfrm>
            <a:custGeom>
              <a:avLst/>
              <a:gdLst/>
              <a:ahLst/>
              <a:cxnLst/>
              <a:rect l="l" t="t" r="r" b="b"/>
              <a:pathLst>
                <a:path w="4425" h="913" extrusionOk="0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9"/>
            <p:cNvSpPr/>
            <p:nvPr/>
          </p:nvSpPr>
          <p:spPr>
            <a:xfrm>
              <a:off x="83015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9"/>
            <p:cNvSpPr/>
            <p:nvPr/>
          </p:nvSpPr>
          <p:spPr>
            <a:xfrm>
              <a:off x="828275" y="296542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9"/>
            <p:cNvSpPr/>
            <p:nvPr/>
          </p:nvSpPr>
          <p:spPr>
            <a:xfrm>
              <a:off x="662375" y="3207225"/>
              <a:ext cx="3150" cy="2850"/>
            </a:xfrm>
            <a:custGeom>
              <a:avLst/>
              <a:gdLst/>
              <a:ahLst/>
              <a:cxnLst/>
              <a:rect l="l" t="t" r="r" b="b"/>
              <a:pathLst>
                <a:path w="126" h="114" extrusionOk="0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9"/>
            <p:cNvSpPr/>
            <p:nvPr/>
          </p:nvSpPr>
          <p:spPr>
            <a:xfrm>
              <a:off x="705800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9"/>
            <p:cNvSpPr/>
            <p:nvPr/>
          </p:nvSpPr>
          <p:spPr>
            <a:xfrm>
              <a:off x="708300" y="32978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9"/>
            <p:cNvSpPr/>
            <p:nvPr/>
          </p:nvSpPr>
          <p:spPr>
            <a:xfrm>
              <a:off x="732050" y="323752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9"/>
            <p:cNvSpPr/>
            <p:nvPr/>
          </p:nvSpPr>
          <p:spPr>
            <a:xfrm>
              <a:off x="732675" y="3237850"/>
              <a:ext cx="29375" cy="33125"/>
            </a:xfrm>
            <a:custGeom>
              <a:avLst/>
              <a:gdLst/>
              <a:ahLst/>
              <a:cxnLst/>
              <a:rect l="l" t="t" r="r" b="b"/>
              <a:pathLst>
                <a:path w="1175" h="1325" extrusionOk="0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9"/>
            <p:cNvSpPr/>
            <p:nvPr/>
          </p:nvSpPr>
          <p:spPr>
            <a:xfrm>
              <a:off x="739850" y="2929475"/>
              <a:ext cx="86875" cy="38475"/>
            </a:xfrm>
            <a:custGeom>
              <a:avLst/>
              <a:gdLst/>
              <a:ahLst/>
              <a:cxnLst/>
              <a:rect l="l" t="t" r="r" b="b"/>
              <a:pathLst>
                <a:path w="3475" h="1539" extrusionOk="0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9"/>
            <p:cNvSpPr/>
            <p:nvPr/>
          </p:nvSpPr>
          <p:spPr>
            <a:xfrm>
              <a:off x="824200" y="291917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9"/>
            <p:cNvSpPr/>
            <p:nvPr/>
          </p:nvSpPr>
          <p:spPr>
            <a:xfrm>
              <a:off x="728300" y="2974800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9"/>
            <p:cNvSpPr/>
            <p:nvPr/>
          </p:nvSpPr>
          <p:spPr>
            <a:xfrm>
              <a:off x="805150" y="3001975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9"/>
            <p:cNvSpPr/>
            <p:nvPr/>
          </p:nvSpPr>
          <p:spPr>
            <a:xfrm>
              <a:off x="644875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9"/>
            <p:cNvSpPr/>
            <p:nvPr/>
          </p:nvSpPr>
          <p:spPr>
            <a:xfrm>
              <a:off x="699875" y="2899175"/>
              <a:ext cx="49375" cy="31900"/>
            </a:xfrm>
            <a:custGeom>
              <a:avLst/>
              <a:gdLst/>
              <a:ahLst/>
              <a:cxnLst/>
              <a:rect l="l" t="t" r="r" b="b"/>
              <a:pathLst>
                <a:path w="1975" h="1276" extrusionOk="0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9"/>
            <p:cNvSpPr/>
            <p:nvPr/>
          </p:nvSpPr>
          <p:spPr>
            <a:xfrm>
              <a:off x="674550" y="3113825"/>
              <a:ext cx="31600" cy="62800"/>
            </a:xfrm>
            <a:custGeom>
              <a:avLst/>
              <a:gdLst/>
              <a:ahLst/>
              <a:cxnLst/>
              <a:rect l="l" t="t" r="r" b="b"/>
              <a:pathLst>
                <a:path w="1264" h="2512" extrusionOk="0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9"/>
            <p:cNvSpPr/>
            <p:nvPr/>
          </p:nvSpPr>
          <p:spPr>
            <a:xfrm>
              <a:off x="658950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9"/>
            <p:cNvSpPr/>
            <p:nvPr/>
          </p:nvSpPr>
          <p:spPr>
            <a:xfrm>
              <a:off x="762050" y="2872625"/>
              <a:ext cx="56250" cy="81250"/>
            </a:xfrm>
            <a:custGeom>
              <a:avLst/>
              <a:gdLst/>
              <a:ahLst/>
              <a:cxnLst/>
              <a:rect l="l" t="t" r="r" b="b"/>
              <a:pathLst>
                <a:path w="2250" h="3250" extrusionOk="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9"/>
            <p:cNvSpPr/>
            <p:nvPr/>
          </p:nvSpPr>
          <p:spPr>
            <a:xfrm>
              <a:off x="710800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9"/>
            <p:cNvSpPr/>
            <p:nvPr/>
          </p:nvSpPr>
          <p:spPr>
            <a:xfrm>
              <a:off x="710175" y="31016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9"/>
            <p:cNvSpPr/>
            <p:nvPr/>
          </p:nvSpPr>
          <p:spPr>
            <a:xfrm>
              <a:off x="669550" y="3338125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9"/>
            <p:cNvSpPr/>
            <p:nvPr/>
          </p:nvSpPr>
          <p:spPr>
            <a:xfrm>
              <a:off x="701750" y="3402175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9"/>
            <p:cNvSpPr/>
            <p:nvPr/>
          </p:nvSpPr>
          <p:spPr>
            <a:xfrm>
              <a:off x="709550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9"/>
            <p:cNvSpPr/>
            <p:nvPr/>
          </p:nvSpPr>
          <p:spPr>
            <a:xfrm>
              <a:off x="713300" y="3422475"/>
              <a:ext cx="30950" cy="17225"/>
            </a:xfrm>
            <a:custGeom>
              <a:avLst/>
              <a:gdLst/>
              <a:ahLst/>
              <a:cxnLst/>
              <a:rect l="l" t="t" r="r" b="b"/>
              <a:pathLst>
                <a:path w="1238" h="689" extrusionOk="0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9"/>
            <p:cNvSpPr/>
            <p:nvPr/>
          </p:nvSpPr>
          <p:spPr>
            <a:xfrm>
              <a:off x="702675" y="3138500"/>
              <a:ext cx="71875" cy="55325"/>
            </a:xfrm>
            <a:custGeom>
              <a:avLst/>
              <a:gdLst/>
              <a:ahLst/>
              <a:cxnLst/>
              <a:rect l="l" t="t" r="r" b="b"/>
              <a:pathLst>
                <a:path w="2875" h="2213" extrusionOk="0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9"/>
            <p:cNvSpPr/>
            <p:nvPr/>
          </p:nvSpPr>
          <p:spPr>
            <a:xfrm>
              <a:off x="695500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9"/>
            <p:cNvSpPr/>
            <p:nvPr/>
          </p:nvSpPr>
          <p:spPr>
            <a:xfrm>
              <a:off x="62832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9"/>
            <p:cNvSpPr/>
            <p:nvPr/>
          </p:nvSpPr>
          <p:spPr>
            <a:xfrm>
              <a:off x="667675" y="2448375"/>
              <a:ext cx="84700" cy="100925"/>
            </a:xfrm>
            <a:custGeom>
              <a:avLst/>
              <a:gdLst/>
              <a:ahLst/>
              <a:cxnLst/>
              <a:rect l="l" t="t" r="r" b="b"/>
              <a:pathLst>
                <a:path w="3388" h="4037" extrusionOk="0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9"/>
            <p:cNvSpPr/>
            <p:nvPr/>
          </p:nvSpPr>
          <p:spPr>
            <a:xfrm>
              <a:off x="722350" y="2386200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9"/>
            <p:cNvSpPr/>
            <p:nvPr/>
          </p:nvSpPr>
          <p:spPr>
            <a:xfrm>
              <a:off x="691750" y="2632075"/>
              <a:ext cx="96875" cy="81550"/>
            </a:xfrm>
            <a:custGeom>
              <a:avLst/>
              <a:gdLst/>
              <a:ahLst/>
              <a:cxnLst/>
              <a:rect l="l" t="t" r="r" b="b"/>
              <a:pathLst>
                <a:path w="3875" h="3262" extrusionOk="0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9"/>
            <p:cNvSpPr/>
            <p:nvPr/>
          </p:nvSpPr>
          <p:spPr>
            <a:xfrm>
              <a:off x="720475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9"/>
            <p:cNvSpPr/>
            <p:nvPr/>
          </p:nvSpPr>
          <p:spPr>
            <a:xfrm>
              <a:off x="83015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9"/>
            <p:cNvSpPr/>
            <p:nvPr/>
          </p:nvSpPr>
          <p:spPr>
            <a:xfrm>
              <a:off x="827325" y="2698925"/>
              <a:ext cx="17225" cy="22200"/>
            </a:xfrm>
            <a:custGeom>
              <a:avLst/>
              <a:gdLst/>
              <a:ahLst/>
              <a:cxnLst/>
              <a:rect l="l" t="t" r="r" b="b"/>
              <a:pathLst>
                <a:path w="689" h="888" extrusionOk="0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9"/>
            <p:cNvSpPr/>
            <p:nvPr/>
          </p:nvSpPr>
          <p:spPr>
            <a:xfrm>
              <a:off x="662375" y="2476475"/>
              <a:ext cx="3150" cy="3150"/>
            </a:xfrm>
            <a:custGeom>
              <a:avLst/>
              <a:gdLst/>
              <a:ahLst/>
              <a:cxnLst/>
              <a:rect l="l" t="t" r="r" b="b"/>
              <a:pathLst>
                <a:path w="126" h="126" extrusionOk="0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9"/>
            <p:cNvSpPr/>
            <p:nvPr/>
          </p:nvSpPr>
          <p:spPr>
            <a:xfrm>
              <a:off x="705800" y="23468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9"/>
            <p:cNvSpPr/>
            <p:nvPr/>
          </p:nvSpPr>
          <p:spPr>
            <a:xfrm>
              <a:off x="708300" y="23465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732050" y="241587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732675" y="2415550"/>
              <a:ext cx="29075" cy="33475"/>
            </a:xfrm>
            <a:custGeom>
              <a:avLst/>
              <a:gdLst/>
              <a:ahLst/>
              <a:cxnLst/>
              <a:rect l="l" t="t" r="r" b="b"/>
              <a:pathLst>
                <a:path w="1163" h="1339" extrusionOk="0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739850" y="2718600"/>
              <a:ext cx="86875" cy="38450"/>
            </a:xfrm>
            <a:custGeom>
              <a:avLst/>
              <a:gdLst/>
              <a:ahLst/>
              <a:cxnLst/>
              <a:rect l="l" t="t" r="r" b="b"/>
              <a:pathLst>
                <a:path w="3475" h="1538" extrusionOk="0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824200" y="2749525"/>
              <a:ext cx="16600" cy="17850"/>
            </a:xfrm>
            <a:custGeom>
              <a:avLst/>
              <a:gdLst/>
              <a:ahLst/>
              <a:cxnLst/>
              <a:rect l="l" t="t" r="r" b="b"/>
              <a:pathLst>
                <a:path w="664" h="714" extrusionOk="0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728300" y="2681125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805150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644875" y="2270600"/>
              <a:ext cx="60325" cy="237450"/>
            </a:xfrm>
            <a:custGeom>
              <a:avLst/>
              <a:gdLst/>
              <a:ahLst/>
              <a:cxnLst/>
              <a:rect l="l" t="t" r="r" b="b"/>
              <a:pathLst>
                <a:path w="2413" h="9498" extrusionOk="0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699875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674550" y="2510225"/>
              <a:ext cx="31600" cy="62500"/>
            </a:xfrm>
            <a:custGeom>
              <a:avLst/>
              <a:gdLst/>
              <a:ahLst/>
              <a:cxnLst/>
              <a:rect l="l" t="t" r="r" b="b"/>
              <a:pathLst>
                <a:path w="1264" h="2500" extrusionOk="0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658950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761725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710500" y="25536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7101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669550" y="2216250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701750" y="2223100"/>
              <a:ext cx="65000" cy="61275"/>
            </a:xfrm>
            <a:custGeom>
              <a:avLst/>
              <a:gdLst/>
              <a:ahLst/>
              <a:cxnLst/>
              <a:rect l="l" t="t" r="r" b="b"/>
              <a:pathLst>
                <a:path w="2600" h="2451" extrusionOk="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709550" y="2258100"/>
              <a:ext cx="46900" cy="35950"/>
            </a:xfrm>
            <a:custGeom>
              <a:avLst/>
              <a:gdLst/>
              <a:ahLst/>
              <a:cxnLst/>
              <a:rect l="l" t="t" r="r" b="b"/>
              <a:pathLst>
                <a:path w="1876" h="1438" extrusionOk="0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713300" y="2246550"/>
              <a:ext cx="30950" cy="17500"/>
            </a:xfrm>
            <a:custGeom>
              <a:avLst/>
              <a:gdLst/>
              <a:ahLst/>
              <a:cxnLst/>
              <a:rect l="l" t="t" r="r" b="b"/>
              <a:pathLst>
                <a:path w="1238" h="700" extrusionOk="0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9"/>
            <p:cNvSpPr/>
            <p:nvPr/>
          </p:nvSpPr>
          <p:spPr>
            <a:xfrm>
              <a:off x="703000" y="2492725"/>
              <a:ext cx="71550" cy="55325"/>
            </a:xfrm>
            <a:custGeom>
              <a:avLst/>
              <a:gdLst/>
              <a:ahLst/>
              <a:cxnLst/>
              <a:rect l="l" t="t" r="r" b="b"/>
              <a:pathLst>
                <a:path w="2862" h="2213" extrusionOk="0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9"/>
            <p:cNvSpPr/>
            <p:nvPr/>
          </p:nvSpPr>
          <p:spPr>
            <a:xfrm>
              <a:off x="779850" y="2847325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9"/>
            <p:cNvSpPr/>
            <p:nvPr/>
          </p:nvSpPr>
          <p:spPr>
            <a:xfrm>
              <a:off x="792975" y="2850750"/>
              <a:ext cx="5950" cy="16900"/>
            </a:xfrm>
            <a:custGeom>
              <a:avLst/>
              <a:gdLst/>
              <a:ahLst/>
              <a:cxnLst/>
              <a:rect l="l" t="t" r="r" b="b"/>
              <a:pathLst>
                <a:path w="238" h="676" extrusionOk="0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9"/>
            <p:cNvSpPr/>
            <p:nvPr/>
          </p:nvSpPr>
          <p:spPr>
            <a:xfrm>
              <a:off x="775150" y="2839500"/>
              <a:ext cx="7525" cy="9400"/>
            </a:xfrm>
            <a:custGeom>
              <a:avLst/>
              <a:gdLst/>
              <a:ahLst/>
              <a:cxnLst/>
              <a:rect l="l" t="t" r="r" b="b"/>
              <a:pathLst>
                <a:path w="301" h="376" extrusionOk="0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9"/>
            <p:cNvSpPr/>
            <p:nvPr/>
          </p:nvSpPr>
          <p:spPr>
            <a:xfrm>
              <a:off x="780775" y="2821400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9"/>
            <p:cNvSpPr/>
            <p:nvPr/>
          </p:nvSpPr>
          <p:spPr>
            <a:xfrm>
              <a:off x="790475" y="2821700"/>
              <a:ext cx="10325" cy="24400"/>
            </a:xfrm>
            <a:custGeom>
              <a:avLst/>
              <a:gdLst/>
              <a:ahLst/>
              <a:cxnLst/>
              <a:rect l="l" t="t" r="r" b="b"/>
              <a:pathLst>
                <a:path w="413" h="976" extrusionOk="0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9"/>
            <p:cNvSpPr/>
            <p:nvPr/>
          </p:nvSpPr>
          <p:spPr>
            <a:xfrm>
              <a:off x="790150" y="2842625"/>
              <a:ext cx="8150" cy="14100"/>
            </a:xfrm>
            <a:custGeom>
              <a:avLst/>
              <a:gdLst/>
              <a:ahLst/>
              <a:cxnLst/>
              <a:rect l="l" t="t" r="r" b="b"/>
              <a:pathLst>
                <a:path w="326" h="564" extrusionOk="0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9"/>
            <p:cNvSpPr/>
            <p:nvPr/>
          </p:nvSpPr>
          <p:spPr>
            <a:xfrm>
              <a:off x="799850" y="2837000"/>
              <a:ext cx="12500" cy="14400"/>
            </a:xfrm>
            <a:custGeom>
              <a:avLst/>
              <a:gdLst/>
              <a:ahLst/>
              <a:cxnLst/>
              <a:rect l="l" t="t" r="r" b="b"/>
              <a:pathLst>
                <a:path w="500" h="576" extrusionOk="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" name="Google Shape;870;p30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1" name="Google Shape;871;p30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872" name="Google Shape;872;p30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974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hyperlink" Target="https://docs.google.com/spreadsheets/d/1jbxad7q3dFi-GKvg4GhqPaYuQ5p925QZmp8zlzLnUxo/copy#gid=0" TargetMode="External"/><Relationship Id="rId5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!!Titel"/>
          <p:cNvSpPr txBox="1">
            <a:spLocks noGrp="1"/>
          </p:cNvSpPr>
          <p:nvPr>
            <p:ph type="ctrTitle"/>
          </p:nvPr>
        </p:nvSpPr>
        <p:spPr>
          <a:xfrm>
            <a:off x="1371600" y="1234440"/>
            <a:ext cx="6400800" cy="18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Der Stromkrieg</a:t>
            </a:r>
            <a:endParaRPr sz="5100"/>
          </a:p>
        </p:txBody>
      </p:sp>
      <p:sp>
        <p:nvSpPr>
          <p:cNvPr id="891" name="!!Untertitel"/>
          <p:cNvSpPr txBox="1">
            <a:spLocks noGrp="1"/>
          </p:cNvSpPr>
          <p:nvPr>
            <p:ph type="subTitle" idx="1"/>
          </p:nvPr>
        </p:nvSpPr>
        <p:spPr>
          <a:xfrm>
            <a:off x="1371600" y="3154680"/>
            <a:ext cx="6400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Edison · Westinghouse · Tesla</a:t>
            </a:r>
            <a:endParaRPr/>
          </a:p>
        </p:txBody>
      </p:sp>
      <p:grpSp>
        <p:nvGrpSpPr>
          <p:cNvPr id="896" name="Google Shape;896;p34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897" name="Google Shape;897;p34"/>
            <p:cNvSpPr/>
            <p:nvPr/>
          </p:nvSpPr>
          <p:spPr>
            <a:xfrm>
              <a:off x="83952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4"/>
            <p:cNvSpPr/>
            <p:nvPr/>
          </p:nvSpPr>
          <p:spPr>
            <a:xfrm>
              <a:off x="844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4"/>
            <p:cNvSpPr/>
            <p:nvPr/>
          </p:nvSpPr>
          <p:spPr>
            <a:xfrm>
              <a:off x="898575" y="13480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4"/>
            <p:cNvSpPr/>
            <p:nvPr/>
          </p:nvSpPr>
          <p:spPr>
            <a:xfrm>
              <a:off x="9448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4"/>
            <p:cNvSpPr/>
            <p:nvPr/>
          </p:nvSpPr>
          <p:spPr>
            <a:xfrm>
              <a:off x="752350" y="1240875"/>
              <a:ext cx="206850" cy="104050"/>
            </a:xfrm>
            <a:custGeom>
              <a:avLst/>
              <a:gdLst/>
              <a:ahLst/>
              <a:cxnLst/>
              <a:rect l="l" t="t" r="r" b="b"/>
              <a:pathLst>
                <a:path w="8274" h="4162" extrusionOk="0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4"/>
            <p:cNvSpPr/>
            <p:nvPr/>
          </p:nvSpPr>
          <p:spPr>
            <a:xfrm>
              <a:off x="1012600" y="1245875"/>
              <a:ext cx="88750" cy="80000"/>
            </a:xfrm>
            <a:custGeom>
              <a:avLst/>
              <a:gdLst/>
              <a:ahLst/>
              <a:cxnLst/>
              <a:rect l="l" t="t" r="r" b="b"/>
              <a:pathLst>
                <a:path w="3550" h="3200" extrusionOk="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4"/>
            <p:cNvSpPr/>
            <p:nvPr/>
          </p:nvSpPr>
          <p:spPr>
            <a:xfrm>
              <a:off x="1123500" y="1272100"/>
              <a:ext cx="33450" cy="43775"/>
            </a:xfrm>
            <a:custGeom>
              <a:avLst/>
              <a:gdLst/>
              <a:ahLst/>
              <a:cxnLst/>
              <a:rect l="l" t="t" r="r" b="b"/>
              <a:pathLst>
                <a:path w="1338" h="1751" extrusionOk="0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4"/>
            <p:cNvSpPr/>
            <p:nvPr/>
          </p:nvSpPr>
          <p:spPr>
            <a:xfrm>
              <a:off x="732975" y="129210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4"/>
            <p:cNvSpPr/>
            <p:nvPr/>
          </p:nvSpPr>
          <p:spPr>
            <a:xfrm>
              <a:off x="809225" y="1274925"/>
              <a:ext cx="77800" cy="113125"/>
            </a:xfrm>
            <a:custGeom>
              <a:avLst/>
              <a:gdLst/>
              <a:ahLst/>
              <a:cxnLst/>
              <a:rect l="l" t="t" r="r" b="b"/>
              <a:pathLst>
                <a:path w="3112" h="4525" extrusionOk="0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4"/>
            <p:cNvSpPr/>
            <p:nvPr/>
          </p:nvSpPr>
          <p:spPr>
            <a:xfrm>
              <a:off x="792650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4"/>
            <p:cNvSpPr/>
            <p:nvPr/>
          </p:nvSpPr>
          <p:spPr>
            <a:xfrm>
              <a:off x="841400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4"/>
            <p:cNvSpPr/>
            <p:nvPr/>
          </p:nvSpPr>
          <p:spPr>
            <a:xfrm>
              <a:off x="973550" y="1363650"/>
              <a:ext cx="9700" cy="6900"/>
            </a:xfrm>
            <a:custGeom>
              <a:avLst/>
              <a:gdLst/>
              <a:ahLst/>
              <a:cxnLst/>
              <a:rect l="l" t="t" r="r" b="b"/>
              <a:pathLst>
                <a:path w="388" h="276" extrusionOk="0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4"/>
            <p:cNvSpPr/>
            <p:nvPr/>
          </p:nvSpPr>
          <p:spPr>
            <a:xfrm>
              <a:off x="832025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4"/>
            <p:cNvSpPr/>
            <p:nvPr/>
          </p:nvSpPr>
          <p:spPr>
            <a:xfrm>
              <a:off x="810775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4"/>
            <p:cNvSpPr/>
            <p:nvPr/>
          </p:nvSpPr>
          <p:spPr>
            <a:xfrm>
              <a:off x="766400" y="1291175"/>
              <a:ext cx="73150" cy="22525"/>
            </a:xfrm>
            <a:custGeom>
              <a:avLst/>
              <a:gdLst/>
              <a:ahLst/>
              <a:cxnLst/>
              <a:rect l="l" t="t" r="r" b="b"/>
              <a:pathLst>
                <a:path w="2926" h="901" extrusionOk="0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4"/>
            <p:cNvSpPr/>
            <p:nvPr/>
          </p:nvSpPr>
          <p:spPr>
            <a:xfrm>
              <a:off x="767350" y="12968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4"/>
            <p:cNvSpPr/>
            <p:nvPr/>
          </p:nvSpPr>
          <p:spPr>
            <a:xfrm>
              <a:off x="919500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4"/>
            <p:cNvSpPr/>
            <p:nvPr/>
          </p:nvSpPr>
          <p:spPr>
            <a:xfrm>
              <a:off x="914500" y="1250875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4"/>
            <p:cNvSpPr/>
            <p:nvPr/>
          </p:nvSpPr>
          <p:spPr>
            <a:xfrm>
              <a:off x="1186925" y="1310225"/>
              <a:ext cx="83125" cy="26900"/>
            </a:xfrm>
            <a:custGeom>
              <a:avLst/>
              <a:gdLst/>
              <a:ahLst/>
              <a:cxnLst/>
              <a:rect l="l" t="t" r="r" b="b"/>
              <a:pathLst>
                <a:path w="3325" h="1076" extrusionOk="0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4"/>
            <p:cNvSpPr/>
            <p:nvPr/>
          </p:nvSpPr>
          <p:spPr>
            <a:xfrm>
              <a:off x="1187250" y="1314900"/>
              <a:ext cx="100600" cy="30975"/>
            </a:xfrm>
            <a:custGeom>
              <a:avLst/>
              <a:gdLst/>
              <a:ahLst/>
              <a:cxnLst/>
              <a:rect l="l" t="t" r="r" b="b"/>
              <a:pathLst>
                <a:path w="4024" h="1239" extrusionOk="0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4"/>
            <p:cNvSpPr/>
            <p:nvPr/>
          </p:nvSpPr>
          <p:spPr>
            <a:xfrm>
              <a:off x="5855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4"/>
            <p:cNvSpPr/>
            <p:nvPr/>
          </p:nvSpPr>
          <p:spPr>
            <a:xfrm>
              <a:off x="762975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4"/>
            <p:cNvSpPr/>
            <p:nvPr/>
          </p:nvSpPr>
          <p:spPr>
            <a:xfrm>
              <a:off x="741425" y="1520175"/>
              <a:ext cx="77175" cy="73125"/>
            </a:xfrm>
            <a:custGeom>
              <a:avLst/>
              <a:gdLst/>
              <a:ahLst/>
              <a:cxnLst/>
              <a:rect l="l" t="t" r="r" b="b"/>
              <a:pathLst>
                <a:path w="3087" h="2925" extrusionOk="0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4"/>
            <p:cNvSpPr/>
            <p:nvPr/>
          </p:nvSpPr>
          <p:spPr>
            <a:xfrm>
              <a:off x="812325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4"/>
            <p:cNvSpPr/>
            <p:nvPr/>
          </p:nvSpPr>
          <p:spPr>
            <a:xfrm>
              <a:off x="633950" y="13739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4"/>
            <p:cNvSpPr/>
            <p:nvPr/>
          </p:nvSpPr>
          <p:spPr>
            <a:xfrm>
              <a:off x="638950" y="1634200"/>
              <a:ext cx="81550" cy="88450"/>
            </a:xfrm>
            <a:custGeom>
              <a:avLst/>
              <a:gdLst/>
              <a:ahLst/>
              <a:cxnLst/>
              <a:rect l="l" t="t" r="r" b="b"/>
              <a:pathLst>
                <a:path w="3262" h="3538" extrusionOk="0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4"/>
            <p:cNvSpPr/>
            <p:nvPr/>
          </p:nvSpPr>
          <p:spPr>
            <a:xfrm>
              <a:off x="66520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4"/>
            <p:cNvSpPr/>
            <p:nvPr/>
          </p:nvSpPr>
          <p:spPr>
            <a:xfrm>
              <a:off x="68517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4"/>
            <p:cNvSpPr/>
            <p:nvPr/>
          </p:nvSpPr>
          <p:spPr>
            <a:xfrm>
              <a:off x="6683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4"/>
            <p:cNvSpPr/>
            <p:nvPr/>
          </p:nvSpPr>
          <p:spPr>
            <a:xfrm>
              <a:off x="769525" y="1413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4"/>
            <p:cNvSpPr/>
            <p:nvPr/>
          </p:nvSpPr>
          <p:spPr>
            <a:xfrm>
              <a:off x="786400" y="1462675"/>
              <a:ext cx="10025" cy="5975"/>
            </a:xfrm>
            <a:custGeom>
              <a:avLst/>
              <a:gdLst/>
              <a:ahLst/>
              <a:cxnLst/>
              <a:rect l="l" t="t" r="r" b="b"/>
              <a:pathLst>
                <a:path w="401" h="239" extrusionOk="0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4"/>
            <p:cNvSpPr/>
            <p:nvPr/>
          </p:nvSpPr>
          <p:spPr>
            <a:xfrm>
              <a:off x="756725" y="1594850"/>
              <a:ext cx="7200" cy="10000"/>
            </a:xfrm>
            <a:custGeom>
              <a:avLst/>
              <a:gdLst/>
              <a:ahLst/>
              <a:cxnLst/>
              <a:rect l="l" t="t" r="r" b="b"/>
              <a:pathLst>
                <a:path w="288" h="400" extrusionOk="0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4"/>
            <p:cNvSpPr/>
            <p:nvPr/>
          </p:nvSpPr>
          <p:spPr>
            <a:xfrm>
              <a:off x="62707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4"/>
            <p:cNvSpPr/>
            <p:nvPr/>
          </p:nvSpPr>
          <p:spPr>
            <a:xfrm>
              <a:off x="627075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4"/>
            <p:cNvSpPr/>
            <p:nvPr/>
          </p:nvSpPr>
          <p:spPr>
            <a:xfrm>
              <a:off x="684550" y="1388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4"/>
            <p:cNvSpPr/>
            <p:nvPr/>
          </p:nvSpPr>
          <p:spPr>
            <a:xfrm>
              <a:off x="690175" y="1388950"/>
              <a:ext cx="23775" cy="70625"/>
            </a:xfrm>
            <a:custGeom>
              <a:avLst/>
              <a:gdLst/>
              <a:ahLst/>
              <a:cxnLst/>
              <a:rect l="l" t="t" r="r" b="b"/>
              <a:pathLst>
                <a:path w="951" h="2825" extrusionOk="0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4"/>
            <p:cNvSpPr/>
            <p:nvPr/>
          </p:nvSpPr>
          <p:spPr>
            <a:xfrm>
              <a:off x="6420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4"/>
            <p:cNvSpPr/>
            <p:nvPr/>
          </p:nvSpPr>
          <p:spPr>
            <a:xfrm>
              <a:off x="642375" y="1531100"/>
              <a:ext cx="55950" cy="20950"/>
            </a:xfrm>
            <a:custGeom>
              <a:avLst/>
              <a:gdLst/>
              <a:ahLst/>
              <a:cxnLst/>
              <a:rect l="l" t="t" r="r" b="b"/>
              <a:pathLst>
                <a:path w="2238" h="838" extrusionOk="0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4"/>
            <p:cNvSpPr/>
            <p:nvPr/>
          </p:nvSpPr>
          <p:spPr>
            <a:xfrm>
              <a:off x="703625" y="1808525"/>
              <a:ext cx="26875" cy="82825"/>
            </a:xfrm>
            <a:custGeom>
              <a:avLst/>
              <a:gdLst/>
              <a:ahLst/>
              <a:cxnLst/>
              <a:rect l="l" t="t" r="r" b="b"/>
              <a:pathLst>
                <a:path w="1075" h="3313" extrusionOk="0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4"/>
            <p:cNvSpPr/>
            <p:nvPr/>
          </p:nvSpPr>
          <p:spPr>
            <a:xfrm>
              <a:off x="708300" y="1808525"/>
              <a:ext cx="30950" cy="100950"/>
            </a:xfrm>
            <a:custGeom>
              <a:avLst/>
              <a:gdLst/>
              <a:ahLst/>
              <a:cxnLst/>
              <a:rect l="l" t="t" r="r" b="b"/>
              <a:pathLst>
                <a:path w="1238" h="4038" extrusionOk="0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4"/>
            <p:cNvSpPr/>
            <p:nvPr/>
          </p:nvSpPr>
          <p:spPr>
            <a:xfrm>
              <a:off x="88700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4"/>
            <p:cNvSpPr/>
            <p:nvPr/>
          </p:nvSpPr>
          <p:spPr>
            <a:xfrm>
              <a:off x="893575" y="1496125"/>
              <a:ext cx="58750" cy="15000"/>
            </a:xfrm>
            <a:custGeom>
              <a:avLst/>
              <a:gdLst/>
              <a:ahLst/>
              <a:cxnLst/>
              <a:rect l="l" t="t" r="r" b="b"/>
              <a:pathLst>
                <a:path w="2350" h="600" extrusionOk="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4"/>
            <p:cNvSpPr/>
            <p:nvPr/>
          </p:nvSpPr>
          <p:spPr>
            <a:xfrm>
              <a:off x="927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4"/>
            <p:cNvSpPr/>
            <p:nvPr/>
          </p:nvSpPr>
          <p:spPr>
            <a:xfrm>
              <a:off x="88670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4"/>
            <p:cNvSpPr/>
            <p:nvPr/>
          </p:nvSpPr>
          <p:spPr>
            <a:xfrm>
              <a:off x="897000" y="1522975"/>
              <a:ext cx="17200" cy="34700"/>
            </a:xfrm>
            <a:custGeom>
              <a:avLst/>
              <a:gdLst/>
              <a:ahLst/>
              <a:cxnLst/>
              <a:rect l="l" t="t" r="r" b="b"/>
              <a:pathLst>
                <a:path w="688" h="1388" extrusionOk="0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4"/>
            <p:cNvSpPr/>
            <p:nvPr/>
          </p:nvSpPr>
          <p:spPr>
            <a:xfrm>
              <a:off x="907925" y="1521425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4"/>
            <p:cNvSpPr/>
            <p:nvPr/>
          </p:nvSpPr>
          <p:spPr>
            <a:xfrm>
              <a:off x="915425" y="1512975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4"/>
            <p:cNvSpPr/>
            <p:nvPr/>
          </p:nvSpPr>
          <p:spPr>
            <a:xfrm>
              <a:off x="917300" y="1513300"/>
              <a:ext cx="17225" cy="6900"/>
            </a:xfrm>
            <a:custGeom>
              <a:avLst/>
              <a:gdLst/>
              <a:ahLst/>
              <a:cxnLst/>
              <a:rect l="l" t="t" r="r" b="b"/>
              <a:pathLst>
                <a:path w="689" h="276" extrusionOk="0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4"/>
            <p:cNvSpPr/>
            <p:nvPr/>
          </p:nvSpPr>
          <p:spPr>
            <a:xfrm>
              <a:off x="92605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20967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575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628300" y="1348025"/>
              <a:ext cx="73450" cy="77200"/>
            </a:xfrm>
            <a:custGeom>
              <a:avLst/>
              <a:gdLst/>
              <a:ahLst/>
              <a:cxnLst/>
              <a:rect l="l" t="t" r="r" b="b"/>
              <a:pathLst>
                <a:path w="2938" h="3088" extrusionOk="0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6555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6641425" y="1240875"/>
              <a:ext cx="206550" cy="104050"/>
            </a:xfrm>
            <a:custGeom>
              <a:avLst/>
              <a:gdLst/>
              <a:ahLst/>
              <a:cxnLst/>
              <a:rect l="l" t="t" r="r" b="b"/>
              <a:pathLst>
                <a:path w="8262" h="4162" extrusionOk="0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499275" y="1245875"/>
              <a:ext cx="88450" cy="80000"/>
            </a:xfrm>
            <a:custGeom>
              <a:avLst/>
              <a:gdLst/>
              <a:ahLst/>
              <a:cxnLst/>
              <a:rect l="l" t="t" r="r" b="b"/>
              <a:pathLst>
                <a:path w="3538" h="3200" extrusionOk="0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6443675" y="1272100"/>
              <a:ext cx="33125" cy="43775"/>
            </a:xfrm>
            <a:custGeom>
              <a:avLst/>
              <a:gdLst/>
              <a:ahLst/>
              <a:cxnLst/>
              <a:rect l="l" t="t" r="r" b="b"/>
              <a:pathLst>
                <a:path w="1325" h="1751" extrusionOk="0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6835450" y="1292100"/>
              <a:ext cx="31875" cy="31900"/>
            </a:xfrm>
            <a:custGeom>
              <a:avLst/>
              <a:gdLst/>
              <a:ahLst/>
              <a:cxnLst/>
              <a:rect l="l" t="t" r="r" b="b"/>
              <a:pathLst>
                <a:path w="1275" h="1276" extrusionOk="0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13600" y="1274925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6777025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6753275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6617075" y="1363650"/>
              <a:ext cx="10000" cy="6900"/>
            </a:xfrm>
            <a:custGeom>
              <a:avLst/>
              <a:gdLst/>
              <a:ahLst/>
              <a:cxnLst/>
              <a:rect l="l" t="t" r="r" b="b"/>
              <a:pathLst>
                <a:path w="400" h="276" extrusionOk="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6611450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6756400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761100" y="1291175"/>
              <a:ext cx="72800" cy="22525"/>
            </a:xfrm>
            <a:custGeom>
              <a:avLst/>
              <a:gdLst/>
              <a:ahLst/>
              <a:cxnLst/>
              <a:rect l="l" t="t" r="r" b="b"/>
              <a:pathLst>
                <a:path w="2912" h="901" extrusionOk="0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762650" y="1296800"/>
              <a:ext cx="70325" cy="23450"/>
            </a:xfrm>
            <a:custGeom>
              <a:avLst/>
              <a:gdLst/>
              <a:ahLst/>
              <a:cxnLst/>
              <a:rect l="l" t="t" r="r" b="b"/>
              <a:pathLst>
                <a:path w="2813" h="938" extrusionOk="0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6662675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4"/>
            <p:cNvSpPr/>
            <p:nvPr/>
          </p:nvSpPr>
          <p:spPr>
            <a:xfrm>
              <a:off x="6669850" y="1250875"/>
              <a:ext cx="15975" cy="54375"/>
            </a:xfrm>
            <a:custGeom>
              <a:avLst/>
              <a:gdLst/>
              <a:ahLst/>
              <a:cxnLst/>
              <a:rect l="l" t="t" r="r" b="b"/>
              <a:pathLst>
                <a:path w="639" h="2175" extrusionOk="0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4"/>
            <p:cNvSpPr/>
            <p:nvPr/>
          </p:nvSpPr>
          <p:spPr>
            <a:xfrm>
              <a:off x="6330275" y="1310225"/>
              <a:ext cx="82800" cy="26900"/>
            </a:xfrm>
            <a:custGeom>
              <a:avLst/>
              <a:gdLst/>
              <a:ahLst/>
              <a:cxnLst/>
              <a:rect l="l" t="t" r="r" b="b"/>
              <a:pathLst>
                <a:path w="3312" h="1076" extrusionOk="0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4"/>
            <p:cNvSpPr/>
            <p:nvPr/>
          </p:nvSpPr>
          <p:spPr>
            <a:xfrm>
              <a:off x="6312450" y="1314900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4"/>
            <p:cNvSpPr/>
            <p:nvPr/>
          </p:nvSpPr>
          <p:spPr>
            <a:xfrm>
              <a:off x="68148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4"/>
            <p:cNvSpPr/>
            <p:nvPr/>
          </p:nvSpPr>
          <p:spPr>
            <a:xfrm>
              <a:off x="6715800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4"/>
            <p:cNvSpPr/>
            <p:nvPr/>
          </p:nvSpPr>
          <p:spPr>
            <a:xfrm>
              <a:off x="6781700" y="1520175"/>
              <a:ext cx="77200" cy="73125"/>
            </a:xfrm>
            <a:custGeom>
              <a:avLst/>
              <a:gdLst/>
              <a:ahLst/>
              <a:cxnLst/>
              <a:rect l="l" t="t" r="r" b="b"/>
              <a:pathLst>
                <a:path w="3088" h="2925" extrusionOk="0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4"/>
            <p:cNvSpPr/>
            <p:nvPr/>
          </p:nvSpPr>
          <p:spPr>
            <a:xfrm>
              <a:off x="6787950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4"/>
            <p:cNvSpPr/>
            <p:nvPr/>
          </p:nvSpPr>
          <p:spPr>
            <a:xfrm>
              <a:off x="6862300" y="1373950"/>
              <a:ext cx="104075" cy="206550"/>
            </a:xfrm>
            <a:custGeom>
              <a:avLst/>
              <a:gdLst/>
              <a:ahLst/>
              <a:cxnLst/>
              <a:rect l="l" t="t" r="r" b="b"/>
              <a:pathLst>
                <a:path w="4163" h="8262" extrusionOk="0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4"/>
            <p:cNvSpPr/>
            <p:nvPr/>
          </p:nvSpPr>
          <p:spPr>
            <a:xfrm>
              <a:off x="6879800" y="1634200"/>
              <a:ext cx="81575" cy="88450"/>
            </a:xfrm>
            <a:custGeom>
              <a:avLst/>
              <a:gdLst/>
              <a:ahLst/>
              <a:cxnLst/>
              <a:rect l="l" t="t" r="r" b="b"/>
              <a:pathLst>
                <a:path w="3263" h="3538" extrusionOk="0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4"/>
            <p:cNvSpPr/>
            <p:nvPr/>
          </p:nvSpPr>
          <p:spPr>
            <a:xfrm>
              <a:off x="689105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4"/>
            <p:cNvSpPr/>
            <p:nvPr/>
          </p:nvSpPr>
          <p:spPr>
            <a:xfrm>
              <a:off x="688292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4"/>
            <p:cNvSpPr/>
            <p:nvPr/>
          </p:nvSpPr>
          <p:spPr>
            <a:xfrm>
              <a:off x="68192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4"/>
            <p:cNvSpPr/>
            <p:nvPr/>
          </p:nvSpPr>
          <p:spPr>
            <a:xfrm>
              <a:off x="6798275" y="1413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4"/>
            <p:cNvSpPr/>
            <p:nvPr/>
          </p:nvSpPr>
          <p:spPr>
            <a:xfrm>
              <a:off x="6803900" y="1462675"/>
              <a:ext cx="10000" cy="5975"/>
            </a:xfrm>
            <a:custGeom>
              <a:avLst/>
              <a:gdLst/>
              <a:ahLst/>
              <a:cxnLst/>
              <a:rect l="l" t="t" r="r" b="b"/>
              <a:pathLst>
                <a:path w="400" h="239" extrusionOk="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4"/>
            <p:cNvSpPr/>
            <p:nvPr/>
          </p:nvSpPr>
          <p:spPr>
            <a:xfrm>
              <a:off x="6836375" y="1594850"/>
              <a:ext cx="7225" cy="10000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4"/>
            <p:cNvSpPr/>
            <p:nvPr/>
          </p:nvSpPr>
          <p:spPr>
            <a:xfrm>
              <a:off x="694542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4"/>
            <p:cNvSpPr/>
            <p:nvPr/>
          </p:nvSpPr>
          <p:spPr>
            <a:xfrm>
              <a:off x="6942300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4"/>
            <p:cNvSpPr/>
            <p:nvPr/>
          </p:nvSpPr>
          <p:spPr>
            <a:xfrm>
              <a:off x="6893250" y="1388025"/>
              <a:ext cx="22500" cy="72800"/>
            </a:xfrm>
            <a:custGeom>
              <a:avLst/>
              <a:gdLst/>
              <a:ahLst/>
              <a:cxnLst/>
              <a:rect l="l" t="t" r="r" b="b"/>
              <a:pathLst>
                <a:path w="900" h="2912" extrusionOk="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4"/>
            <p:cNvSpPr/>
            <p:nvPr/>
          </p:nvSpPr>
          <p:spPr>
            <a:xfrm>
              <a:off x="6886375" y="1388950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4"/>
            <p:cNvSpPr/>
            <p:nvPr/>
          </p:nvSpPr>
          <p:spPr>
            <a:xfrm>
              <a:off x="69013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4"/>
            <p:cNvSpPr/>
            <p:nvPr/>
          </p:nvSpPr>
          <p:spPr>
            <a:xfrm>
              <a:off x="6901675" y="1530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4"/>
            <p:cNvSpPr/>
            <p:nvPr/>
          </p:nvSpPr>
          <p:spPr>
            <a:xfrm>
              <a:off x="6869800" y="1808525"/>
              <a:ext cx="26900" cy="82825"/>
            </a:xfrm>
            <a:custGeom>
              <a:avLst/>
              <a:gdLst/>
              <a:ahLst/>
              <a:cxnLst/>
              <a:rect l="l" t="t" r="r" b="b"/>
              <a:pathLst>
                <a:path w="1076" h="3313" extrusionOk="0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4"/>
            <p:cNvSpPr/>
            <p:nvPr/>
          </p:nvSpPr>
          <p:spPr>
            <a:xfrm>
              <a:off x="6861050" y="1808525"/>
              <a:ext cx="30975" cy="100950"/>
            </a:xfrm>
            <a:custGeom>
              <a:avLst/>
              <a:gdLst/>
              <a:ahLst/>
              <a:cxnLst/>
              <a:rect l="l" t="t" r="r" b="b"/>
              <a:pathLst>
                <a:path w="1239" h="4038" extrusionOk="0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4"/>
            <p:cNvSpPr/>
            <p:nvPr/>
          </p:nvSpPr>
          <p:spPr>
            <a:xfrm>
              <a:off x="670485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4"/>
            <p:cNvSpPr/>
            <p:nvPr/>
          </p:nvSpPr>
          <p:spPr>
            <a:xfrm>
              <a:off x="6648000" y="1496125"/>
              <a:ext cx="59075" cy="15000"/>
            </a:xfrm>
            <a:custGeom>
              <a:avLst/>
              <a:gdLst/>
              <a:ahLst/>
              <a:cxnLst/>
              <a:rect l="l" t="t" r="r" b="b"/>
              <a:pathLst>
                <a:path w="2363" h="600" extrusionOk="0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4"/>
            <p:cNvSpPr/>
            <p:nvPr/>
          </p:nvSpPr>
          <p:spPr>
            <a:xfrm>
              <a:off x="6648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4"/>
            <p:cNvSpPr/>
            <p:nvPr/>
          </p:nvSpPr>
          <p:spPr>
            <a:xfrm>
              <a:off x="668705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4"/>
            <p:cNvSpPr/>
            <p:nvPr/>
          </p:nvSpPr>
          <p:spPr>
            <a:xfrm>
              <a:off x="6686100" y="1522975"/>
              <a:ext cx="17225" cy="34700"/>
            </a:xfrm>
            <a:custGeom>
              <a:avLst/>
              <a:gdLst/>
              <a:ahLst/>
              <a:cxnLst/>
              <a:rect l="l" t="t" r="r" b="b"/>
              <a:pathLst>
                <a:path w="689" h="1388" extrusionOk="0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4"/>
            <p:cNvSpPr/>
            <p:nvPr/>
          </p:nvSpPr>
          <p:spPr>
            <a:xfrm>
              <a:off x="6669850" y="1521425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4"/>
            <p:cNvSpPr/>
            <p:nvPr/>
          </p:nvSpPr>
          <p:spPr>
            <a:xfrm>
              <a:off x="6668925" y="1512975"/>
              <a:ext cx="15650" cy="19100"/>
            </a:xfrm>
            <a:custGeom>
              <a:avLst/>
              <a:gdLst/>
              <a:ahLst/>
              <a:cxnLst/>
              <a:rect l="l" t="t" r="r" b="b"/>
              <a:pathLst>
                <a:path w="626" h="764" extrusionOk="0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4"/>
            <p:cNvSpPr/>
            <p:nvPr/>
          </p:nvSpPr>
          <p:spPr>
            <a:xfrm>
              <a:off x="6665800" y="151330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4"/>
            <p:cNvSpPr/>
            <p:nvPr/>
          </p:nvSpPr>
          <p:spPr>
            <a:xfrm>
              <a:off x="664580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4"/>
            <p:cNvSpPr/>
            <p:nvPr/>
          </p:nvSpPr>
          <p:spPr>
            <a:xfrm>
              <a:off x="6217175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4"/>
            <p:cNvSpPr/>
            <p:nvPr/>
          </p:nvSpPr>
          <p:spPr>
            <a:xfrm>
              <a:off x="6582375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4"/>
            <p:cNvSpPr/>
            <p:nvPr/>
          </p:nvSpPr>
          <p:spPr>
            <a:xfrm>
              <a:off x="6636125" y="4276625"/>
              <a:ext cx="72825" cy="77200"/>
            </a:xfrm>
            <a:custGeom>
              <a:avLst/>
              <a:gdLst/>
              <a:ahLst/>
              <a:cxnLst/>
              <a:rect l="l" t="t" r="r" b="b"/>
              <a:pathLst>
                <a:path w="2913" h="3088" extrusionOk="0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4"/>
            <p:cNvSpPr/>
            <p:nvPr/>
          </p:nvSpPr>
          <p:spPr>
            <a:xfrm>
              <a:off x="6662675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4"/>
            <p:cNvSpPr/>
            <p:nvPr/>
          </p:nvSpPr>
          <p:spPr>
            <a:xfrm>
              <a:off x="6648925" y="4357225"/>
              <a:ext cx="206550" cy="103750"/>
            </a:xfrm>
            <a:custGeom>
              <a:avLst/>
              <a:gdLst/>
              <a:ahLst/>
              <a:cxnLst/>
              <a:rect l="l" t="t" r="r" b="b"/>
              <a:pathLst>
                <a:path w="8262" h="4150" extrusionOk="0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6506475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6450850" y="4386300"/>
              <a:ext cx="33150" cy="43450"/>
            </a:xfrm>
            <a:custGeom>
              <a:avLst/>
              <a:gdLst/>
              <a:ahLst/>
              <a:cxnLst/>
              <a:rect l="l" t="t" r="r" b="b"/>
              <a:pathLst>
                <a:path w="1326" h="1738" extrusionOk="0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4"/>
            <p:cNvSpPr/>
            <p:nvPr/>
          </p:nvSpPr>
          <p:spPr>
            <a:xfrm>
              <a:off x="684262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4"/>
            <p:cNvSpPr/>
            <p:nvPr/>
          </p:nvSpPr>
          <p:spPr>
            <a:xfrm>
              <a:off x="67207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4"/>
            <p:cNvSpPr/>
            <p:nvPr/>
          </p:nvSpPr>
          <p:spPr>
            <a:xfrm>
              <a:off x="6784200" y="4293200"/>
              <a:ext cx="30650" cy="32500"/>
            </a:xfrm>
            <a:custGeom>
              <a:avLst/>
              <a:gdLst/>
              <a:ahLst/>
              <a:cxnLst/>
              <a:rect l="l" t="t" r="r" b="b"/>
              <a:pathLst>
                <a:path w="1226" h="1300" extrusionOk="0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67607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4"/>
            <p:cNvSpPr/>
            <p:nvPr/>
          </p:nvSpPr>
          <p:spPr>
            <a:xfrm>
              <a:off x="6624250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4"/>
            <p:cNvSpPr/>
            <p:nvPr/>
          </p:nvSpPr>
          <p:spPr>
            <a:xfrm>
              <a:off x="66186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4"/>
            <p:cNvSpPr/>
            <p:nvPr/>
          </p:nvSpPr>
          <p:spPr>
            <a:xfrm>
              <a:off x="6763900" y="4437225"/>
              <a:ext cx="32825" cy="31250"/>
            </a:xfrm>
            <a:custGeom>
              <a:avLst/>
              <a:gdLst/>
              <a:ahLst/>
              <a:cxnLst/>
              <a:rect l="l" t="t" r="r" b="b"/>
              <a:pathLst>
                <a:path w="1313" h="1250" extrusionOk="0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4"/>
            <p:cNvSpPr/>
            <p:nvPr/>
          </p:nvSpPr>
          <p:spPr>
            <a:xfrm>
              <a:off x="6768275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4"/>
            <p:cNvSpPr/>
            <p:nvPr/>
          </p:nvSpPr>
          <p:spPr>
            <a:xfrm>
              <a:off x="6769525" y="43816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4"/>
            <p:cNvSpPr/>
            <p:nvPr/>
          </p:nvSpPr>
          <p:spPr>
            <a:xfrm>
              <a:off x="666985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6677050" y="4396600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4"/>
            <p:cNvSpPr/>
            <p:nvPr/>
          </p:nvSpPr>
          <p:spPr>
            <a:xfrm>
              <a:off x="6337750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4"/>
            <p:cNvSpPr/>
            <p:nvPr/>
          </p:nvSpPr>
          <p:spPr>
            <a:xfrm>
              <a:off x="6319650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4"/>
            <p:cNvSpPr/>
            <p:nvPr/>
          </p:nvSpPr>
          <p:spPr>
            <a:xfrm>
              <a:off x="68223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6723275" y="4055125"/>
              <a:ext cx="121250" cy="180925"/>
            </a:xfrm>
            <a:custGeom>
              <a:avLst/>
              <a:gdLst/>
              <a:ahLst/>
              <a:cxnLst/>
              <a:rect l="l" t="t" r="r" b="b"/>
              <a:pathLst>
                <a:path w="4850" h="7237" extrusionOk="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67892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4"/>
            <p:cNvSpPr/>
            <p:nvPr/>
          </p:nvSpPr>
          <p:spPr>
            <a:xfrm>
              <a:off x="6795150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4"/>
            <p:cNvSpPr/>
            <p:nvPr/>
          </p:nvSpPr>
          <p:spPr>
            <a:xfrm>
              <a:off x="6869500" y="41213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6887000" y="3978900"/>
              <a:ext cx="81875" cy="88750"/>
            </a:xfrm>
            <a:custGeom>
              <a:avLst/>
              <a:gdLst/>
              <a:ahLst/>
              <a:cxnLst/>
              <a:rect l="l" t="t" r="r" b="b"/>
              <a:pathLst>
                <a:path w="3275" h="3550" extrusionOk="0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4"/>
            <p:cNvSpPr/>
            <p:nvPr/>
          </p:nvSpPr>
          <p:spPr>
            <a:xfrm>
              <a:off x="6898550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4"/>
            <p:cNvSpPr/>
            <p:nvPr/>
          </p:nvSpPr>
          <p:spPr>
            <a:xfrm>
              <a:off x="6890425" y="4315375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4"/>
            <p:cNvSpPr/>
            <p:nvPr/>
          </p:nvSpPr>
          <p:spPr>
            <a:xfrm>
              <a:off x="6826375" y="4193850"/>
              <a:ext cx="112825" cy="77500"/>
            </a:xfrm>
            <a:custGeom>
              <a:avLst/>
              <a:gdLst/>
              <a:ahLst/>
              <a:cxnLst/>
              <a:rect l="l" t="t" r="r" b="b"/>
              <a:pathLst>
                <a:path w="4513" h="3100" extrusionOk="0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4"/>
            <p:cNvSpPr/>
            <p:nvPr/>
          </p:nvSpPr>
          <p:spPr>
            <a:xfrm>
              <a:off x="6805775" y="4256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4"/>
            <p:cNvSpPr/>
            <p:nvPr/>
          </p:nvSpPr>
          <p:spPr>
            <a:xfrm>
              <a:off x="6811400" y="4233200"/>
              <a:ext cx="9700" cy="5975"/>
            </a:xfrm>
            <a:custGeom>
              <a:avLst/>
              <a:gdLst/>
              <a:ahLst/>
              <a:cxnLst/>
              <a:rect l="l" t="t" r="r" b="b"/>
              <a:pathLst>
                <a:path w="388" h="239" extrusionOk="0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4"/>
            <p:cNvSpPr/>
            <p:nvPr/>
          </p:nvSpPr>
          <p:spPr>
            <a:xfrm>
              <a:off x="684387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4"/>
            <p:cNvSpPr/>
            <p:nvPr/>
          </p:nvSpPr>
          <p:spPr>
            <a:xfrm>
              <a:off x="6952925" y="4091375"/>
              <a:ext cx="27500" cy="156850"/>
            </a:xfrm>
            <a:custGeom>
              <a:avLst/>
              <a:gdLst/>
              <a:ahLst/>
              <a:cxnLst/>
              <a:rect l="l" t="t" r="r" b="b"/>
              <a:pathLst>
                <a:path w="1100" h="6274" extrusionOk="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4"/>
            <p:cNvSpPr/>
            <p:nvPr/>
          </p:nvSpPr>
          <p:spPr>
            <a:xfrm>
              <a:off x="6949475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4"/>
            <p:cNvSpPr/>
            <p:nvPr/>
          </p:nvSpPr>
          <p:spPr>
            <a:xfrm>
              <a:off x="6900425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4"/>
            <p:cNvSpPr/>
            <p:nvPr/>
          </p:nvSpPr>
          <p:spPr>
            <a:xfrm>
              <a:off x="68938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4"/>
            <p:cNvSpPr/>
            <p:nvPr/>
          </p:nvSpPr>
          <p:spPr>
            <a:xfrm>
              <a:off x="6908850" y="4142600"/>
              <a:ext cx="56575" cy="17850"/>
            </a:xfrm>
            <a:custGeom>
              <a:avLst/>
              <a:gdLst/>
              <a:ahLst/>
              <a:cxnLst/>
              <a:rect l="l" t="t" r="r" b="b"/>
              <a:pathLst>
                <a:path w="2263" h="714" extrusionOk="0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4"/>
            <p:cNvSpPr/>
            <p:nvPr/>
          </p:nvSpPr>
          <p:spPr>
            <a:xfrm>
              <a:off x="69091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4"/>
            <p:cNvSpPr/>
            <p:nvPr/>
          </p:nvSpPr>
          <p:spPr>
            <a:xfrm>
              <a:off x="6877300" y="3810500"/>
              <a:ext cx="26600" cy="82825"/>
            </a:xfrm>
            <a:custGeom>
              <a:avLst/>
              <a:gdLst/>
              <a:ahLst/>
              <a:cxnLst/>
              <a:rect l="l" t="t" r="r" b="b"/>
              <a:pathLst>
                <a:path w="1064" h="3313" extrusionOk="0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4"/>
            <p:cNvSpPr/>
            <p:nvPr/>
          </p:nvSpPr>
          <p:spPr>
            <a:xfrm>
              <a:off x="6868550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4"/>
            <p:cNvSpPr/>
            <p:nvPr/>
          </p:nvSpPr>
          <p:spPr>
            <a:xfrm>
              <a:off x="6712050" y="4197600"/>
              <a:ext cx="8450" cy="8150"/>
            </a:xfrm>
            <a:custGeom>
              <a:avLst/>
              <a:gdLst/>
              <a:ahLst/>
              <a:cxnLst/>
              <a:rect l="l" t="t" r="r" b="b"/>
              <a:pathLst>
                <a:path w="338" h="326" extrusionOk="0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4"/>
            <p:cNvSpPr/>
            <p:nvPr/>
          </p:nvSpPr>
          <p:spPr>
            <a:xfrm>
              <a:off x="6655500" y="4190725"/>
              <a:ext cx="58750" cy="15025"/>
            </a:xfrm>
            <a:custGeom>
              <a:avLst/>
              <a:gdLst/>
              <a:ahLst/>
              <a:cxnLst/>
              <a:rect l="l" t="t" r="r" b="b"/>
              <a:pathLst>
                <a:path w="2350" h="601" extrusionOk="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4"/>
            <p:cNvSpPr/>
            <p:nvPr/>
          </p:nvSpPr>
          <p:spPr>
            <a:xfrm>
              <a:off x="6655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4"/>
            <p:cNvSpPr/>
            <p:nvPr/>
          </p:nvSpPr>
          <p:spPr>
            <a:xfrm>
              <a:off x="6694550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4"/>
            <p:cNvSpPr/>
            <p:nvPr/>
          </p:nvSpPr>
          <p:spPr>
            <a:xfrm>
              <a:off x="66936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4"/>
            <p:cNvSpPr/>
            <p:nvPr/>
          </p:nvSpPr>
          <p:spPr>
            <a:xfrm>
              <a:off x="6676725" y="4169150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4"/>
            <p:cNvSpPr/>
            <p:nvPr/>
          </p:nvSpPr>
          <p:spPr>
            <a:xfrm>
              <a:off x="6675800" y="4169150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4"/>
            <p:cNvSpPr/>
            <p:nvPr/>
          </p:nvSpPr>
          <p:spPr>
            <a:xfrm>
              <a:off x="6672975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4"/>
            <p:cNvSpPr/>
            <p:nvPr/>
          </p:nvSpPr>
          <p:spPr>
            <a:xfrm>
              <a:off x="665300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4"/>
            <p:cNvSpPr/>
            <p:nvPr/>
          </p:nvSpPr>
          <p:spPr>
            <a:xfrm>
              <a:off x="846700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4"/>
            <p:cNvSpPr/>
            <p:nvPr/>
          </p:nvSpPr>
          <p:spPr>
            <a:xfrm>
              <a:off x="851700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4"/>
            <p:cNvSpPr/>
            <p:nvPr/>
          </p:nvSpPr>
          <p:spPr>
            <a:xfrm>
              <a:off x="905750" y="42766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4"/>
            <p:cNvSpPr/>
            <p:nvPr/>
          </p:nvSpPr>
          <p:spPr>
            <a:xfrm>
              <a:off x="952300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4"/>
            <p:cNvSpPr/>
            <p:nvPr/>
          </p:nvSpPr>
          <p:spPr>
            <a:xfrm>
              <a:off x="759550" y="4357225"/>
              <a:ext cx="206825" cy="103750"/>
            </a:xfrm>
            <a:custGeom>
              <a:avLst/>
              <a:gdLst/>
              <a:ahLst/>
              <a:cxnLst/>
              <a:rect l="l" t="t" r="r" b="b"/>
              <a:pathLst>
                <a:path w="8273" h="4150" extrusionOk="0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4"/>
            <p:cNvSpPr/>
            <p:nvPr/>
          </p:nvSpPr>
          <p:spPr>
            <a:xfrm>
              <a:off x="1020100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4"/>
            <p:cNvSpPr/>
            <p:nvPr/>
          </p:nvSpPr>
          <p:spPr>
            <a:xfrm>
              <a:off x="1130700" y="4386300"/>
              <a:ext cx="33450" cy="43450"/>
            </a:xfrm>
            <a:custGeom>
              <a:avLst/>
              <a:gdLst/>
              <a:ahLst/>
              <a:cxnLst/>
              <a:rect l="l" t="t" r="r" b="b"/>
              <a:pathLst>
                <a:path w="1338" h="1738" extrusionOk="0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4"/>
            <p:cNvSpPr/>
            <p:nvPr/>
          </p:nvSpPr>
          <p:spPr>
            <a:xfrm>
              <a:off x="74047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4"/>
            <p:cNvSpPr/>
            <p:nvPr/>
          </p:nvSpPr>
          <p:spPr>
            <a:xfrm>
              <a:off x="8160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4"/>
            <p:cNvSpPr/>
            <p:nvPr/>
          </p:nvSpPr>
          <p:spPr>
            <a:xfrm>
              <a:off x="799850" y="4293200"/>
              <a:ext cx="30950" cy="32500"/>
            </a:xfrm>
            <a:custGeom>
              <a:avLst/>
              <a:gdLst/>
              <a:ahLst/>
              <a:cxnLst/>
              <a:rect l="l" t="t" r="r" b="b"/>
              <a:pathLst>
                <a:path w="1238" h="1300" extrusionOk="0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4"/>
            <p:cNvSpPr/>
            <p:nvPr/>
          </p:nvSpPr>
          <p:spPr>
            <a:xfrm>
              <a:off x="8485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4"/>
            <p:cNvSpPr/>
            <p:nvPr/>
          </p:nvSpPr>
          <p:spPr>
            <a:xfrm>
              <a:off x="980725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4"/>
            <p:cNvSpPr/>
            <p:nvPr/>
          </p:nvSpPr>
          <p:spPr>
            <a:xfrm>
              <a:off x="8395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4"/>
            <p:cNvSpPr/>
            <p:nvPr/>
          </p:nvSpPr>
          <p:spPr>
            <a:xfrm>
              <a:off x="817950" y="4437225"/>
              <a:ext cx="33150" cy="31250"/>
            </a:xfrm>
            <a:custGeom>
              <a:avLst/>
              <a:gdLst/>
              <a:ahLst/>
              <a:cxnLst/>
              <a:rect l="l" t="t" r="r" b="b"/>
              <a:pathLst>
                <a:path w="1326" h="1250" extrusionOk="0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4"/>
            <p:cNvSpPr/>
            <p:nvPr/>
          </p:nvSpPr>
          <p:spPr>
            <a:xfrm>
              <a:off x="773900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4"/>
            <p:cNvSpPr/>
            <p:nvPr/>
          </p:nvSpPr>
          <p:spPr>
            <a:xfrm>
              <a:off x="774525" y="4381600"/>
              <a:ext cx="70650" cy="23450"/>
            </a:xfrm>
            <a:custGeom>
              <a:avLst/>
              <a:gdLst/>
              <a:ahLst/>
              <a:cxnLst/>
              <a:rect l="l" t="t" r="r" b="b"/>
              <a:pathLst>
                <a:path w="2826" h="938" extrusionOk="0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4"/>
            <p:cNvSpPr/>
            <p:nvPr/>
          </p:nvSpPr>
          <p:spPr>
            <a:xfrm>
              <a:off x="92730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4"/>
            <p:cNvSpPr/>
            <p:nvPr/>
          </p:nvSpPr>
          <p:spPr>
            <a:xfrm>
              <a:off x="922000" y="4396600"/>
              <a:ext cx="15950" cy="54375"/>
            </a:xfrm>
            <a:custGeom>
              <a:avLst/>
              <a:gdLst/>
              <a:ahLst/>
              <a:cxnLst/>
              <a:rect l="l" t="t" r="r" b="b"/>
              <a:pathLst>
                <a:path w="638" h="2175" extrusionOk="0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4"/>
            <p:cNvSpPr/>
            <p:nvPr/>
          </p:nvSpPr>
          <p:spPr>
            <a:xfrm>
              <a:off x="1194425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4"/>
            <p:cNvSpPr/>
            <p:nvPr/>
          </p:nvSpPr>
          <p:spPr>
            <a:xfrm>
              <a:off x="1194425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4"/>
            <p:cNvSpPr/>
            <p:nvPr/>
          </p:nvSpPr>
          <p:spPr>
            <a:xfrm>
              <a:off x="5930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4"/>
            <p:cNvSpPr/>
            <p:nvPr/>
          </p:nvSpPr>
          <p:spPr>
            <a:xfrm>
              <a:off x="770150" y="4055125"/>
              <a:ext cx="121575" cy="180925"/>
            </a:xfrm>
            <a:custGeom>
              <a:avLst/>
              <a:gdLst/>
              <a:ahLst/>
              <a:cxnLst/>
              <a:rect l="l" t="t" r="r" b="b"/>
              <a:pathLst>
                <a:path w="4863" h="7237" extrusionOk="0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4"/>
            <p:cNvSpPr/>
            <p:nvPr/>
          </p:nvSpPr>
          <p:spPr>
            <a:xfrm>
              <a:off x="7486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4"/>
            <p:cNvSpPr/>
            <p:nvPr/>
          </p:nvSpPr>
          <p:spPr>
            <a:xfrm>
              <a:off x="819525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4"/>
            <p:cNvSpPr/>
            <p:nvPr/>
          </p:nvSpPr>
          <p:spPr>
            <a:xfrm>
              <a:off x="641450" y="4121350"/>
              <a:ext cx="103750" cy="206550"/>
            </a:xfrm>
            <a:custGeom>
              <a:avLst/>
              <a:gdLst/>
              <a:ahLst/>
              <a:cxnLst/>
              <a:rect l="l" t="t" r="r" b="b"/>
              <a:pathLst>
                <a:path w="4150" h="8262" extrusionOk="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4"/>
            <p:cNvSpPr/>
            <p:nvPr/>
          </p:nvSpPr>
          <p:spPr>
            <a:xfrm>
              <a:off x="646450" y="3978900"/>
              <a:ext cx="81250" cy="88750"/>
            </a:xfrm>
            <a:custGeom>
              <a:avLst/>
              <a:gdLst/>
              <a:ahLst/>
              <a:cxnLst/>
              <a:rect l="l" t="t" r="r" b="b"/>
              <a:pathLst>
                <a:path w="3250" h="3550" extrusionOk="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4"/>
            <p:cNvSpPr/>
            <p:nvPr/>
          </p:nvSpPr>
          <p:spPr>
            <a:xfrm>
              <a:off x="672675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4"/>
            <p:cNvSpPr/>
            <p:nvPr/>
          </p:nvSpPr>
          <p:spPr>
            <a:xfrm>
              <a:off x="692375" y="4315375"/>
              <a:ext cx="32200" cy="31900"/>
            </a:xfrm>
            <a:custGeom>
              <a:avLst/>
              <a:gdLst/>
              <a:ahLst/>
              <a:cxnLst/>
              <a:rect l="l" t="t" r="r" b="b"/>
              <a:pathLst>
                <a:path w="1288" h="1276" extrusionOk="0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4"/>
            <p:cNvSpPr/>
            <p:nvPr/>
          </p:nvSpPr>
          <p:spPr>
            <a:xfrm>
              <a:off x="675500" y="419385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4"/>
            <p:cNvSpPr/>
            <p:nvPr/>
          </p:nvSpPr>
          <p:spPr>
            <a:xfrm>
              <a:off x="776725" y="4256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4"/>
            <p:cNvSpPr/>
            <p:nvPr/>
          </p:nvSpPr>
          <p:spPr>
            <a:xfrm>
              <a:off x="793900" y="4233200"/>
              <a:ext cx="9725" cy="5975"/>
            </a:xfrm>
            <a:custGeom>
              <a:avLst/>
              <a:gdLst/>
              <a:ahLst/>
              <a:cxnLst/>
              <a:rect l="l" t="t" r="r" b="b"/>
              <a:pathLst>
                <a:path w="389" h="239" extrusionOk="0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4"/>
            <p:cNvSpPr/>
            <p:nvPr/>
          </p:nvSpPr>
          <p:spPr>
            <a:xfrm>
              <a:off x="76422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4"/>
            <p:cNvSpPr/>
            <p:nvPr/>
          </p:nvSpPr>
          <p:spPr>
            <a:xfrm>
              <a:off x="634250" y="4091375"/>
              <a:ext cx="27850" cy="156850"/>
            </a:xfrm>
            <a:custGeom>
              <a:avLst/>
              <a:gdLst/>
              <a:ahLst/>
              <a:cxnLst/>
              <a:rect l="l" t="t" r="r" b="b"/>
              <a:pathLst>
                <a:path w="1114" h="6274" extrusionOk="0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4"/>
            <p:cNvSpPr/>
            <p:nvPr/>
          </p:nvSpPr>
          <p:spPr>
            <a:xfrm>
              <a:off x="634250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4"/>
            <p:cNvSpPr/>
            <p:nvPr/>
          </p:nvSpPr>
          <p:spPr>
            <a:xfrm>
              <a:off x="691750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4"/>
            <p:cNvSpPr/>
            <p:nvPr/>
          </p:nvSpPr>
          <p:spPr>
            <a:xfrm>
              <a:off x="6976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4"/>
            <p:cNvSpPr/>
            <p:nvPr/>
          </p:nvSpPr>
          <p:spPr>
            <a:xfrm>
              <a:off x="649250" y="4142600"/>
              <a:ext cx="56900" cy="18150"/>
            </a:xfrm>
            <a:custGeom>
              <a:avLst/>
              <a:gdLst/>
              <a:ahLst/>
              <a:cxnLst/>
              <a:rect l="l" t="t" r="r" b="b"/>
              <a:pathLst>
                <a:path w="2276" h="726" extrusionOk="0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4"/>
            <p:cNvSpPr/>
            <p:nvPr/>
          </p:nvSpPr>
          <p:spPr>
            <a:xfrm>
              <a:off x="6495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4"/>
            <p:cNvSpPr/>
            <p:nvPr/>
          </p:nvSpPr>
          <p:spPr>
            <a:xfrm>
              <a:off x="710800" y="3810500"/>
              <a:ext cx="26575" cy="82825"/>
            </a:xfrm>
            <a:custGeom>
              <a:avLst/>
              <a:gdLst/>
              <a:ahLst/>
              <a:cxnLst/>
              <a:rect l="l" t="t" r="r" b="b"/>
              <a:pathLst>
                <a:path w="1063" h="3313" extrusionOk="0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4"/>
            <p:cNvSpPr/>
            <p:nvPr/>
          </p:nvSpPr>
          <p:spPr>
            <a:xfrm>
              <a:off x="715475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4"/>
            <p:cNvSpPr/>
            <p:nvPr/>
          </p:nvSpPr>
          <p:spPr>
            <a:xfrm>
              <a:off x="894500" y="4197600"/>
              <a:ext cx="8475" cy="8150"/>
            </a:xfrm>
            <a:custGeom>
              <a:avLst/>
              <a:gdLst/>
              <a:ahLst/>
              <a:cxnLst/>
              <a:rect l="l" t="t" r="r" b="b"/>
              <a:pathLst>
                <a:path w="339" h="326" extrusionOk="0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4"/>
            <p:cNvSpPr/>
            <p:nvPr/>
          </p:nvSpPr>
          <p:spPr>
            <a:xfrm>
              <a:off x="900450" y="4190725"/>
              <a:ext cx="59050" cy="15025"/>
            </a:xfrm>
            <a:custGeom>
              <a:avLst/>
              <a:gdLst/>
              <a:ahLst/>
              <a:cxnLst/>
              <a:rect l="l" t="t" r="r" b="b"/>
              <a:pathLst>
                <a:path w="2362" h="601" extrusionOk="0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4"/>
            <p:cNvSpPr/>
            <p:nvPr/>
          </p:nvSpPr>
          <p:spPr>
            <a:xfrm>
              <a:off x="934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4"/>
            <p:cNvSpPr/>
            <p:nvPr/>
          </p:nvSpPr>
          <p:spPr>
            <a:xfrm>
              <a:off x="893875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4"/>
            <p:cNvSpPr/>
            <p:nvPr/>
          </p:nvSpPr>
          <p:spPr>
            <a:xfrm>
              <a:off x="9045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4"/>
            <p:cNvSpPr/>
            <p:nvPr/>
          </p:nvSpPr>
          <p:spPr>
            <a:xfrm>
              <a:off x="915425" y="4169150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4"/>
            <p:cNvSpPr/>
            <p:nvPr/>
          </p:nvSpPr>
          <p:spPr>
            <a:xfrm>
              <a:off x="922925" y="4169150"/>
              <a:ext cx="15975" cy="19725"/>
            </a:xfrm>
            <a:custGeom>
              <a:avLst/>
              <a:gdLst/>
              <a:ahLst/>
              <a:cxnLst/>
              <a:rect l="l" t="t" r="r" b="b"/>
              <a:pathLst>
                <a:path w="639" h="789" extrusionOk="0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4"/>
            <p:cNvSpPr/>
            <p:nvPr/>
          </p:nvSpPr>
          <p:spPr>
            <a:xfrm>
              <a:off x="924500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4"/>
            <p:cNvSpPr/>
            <p:nvPr/>
          </p:nvSpPr>
          <p:spPr>
            <a:xfrm>
              <a:off x="93325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4"/>
            <p:cNvSpPr/>
            <p:nvPr/>
          </p:nvSpPr>
          <p:spPr>
            <a:xfrm>
              <a:off x="37012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4"/>
            <p:cNvSpPr/>
            <p:nvPr/>
          </p:nvSpPr>
          <p:spPr>
            <a:xfrm>
              <a:off x="3442900" y="1237425"/>
              <a:ext cx="263700" cy="147175"/>
            </a:xfrm>
            <a:custGeom>
              <a:avLst/>
              <a:gdLst/>
              <a:ahLst/>
              <a:cxnLst/>
              <a:rect l="l" t="t" r="r" b="b"/>
              <a:pathLst>
                <a:path w="10548" h="5887" extrusionOk="0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4"/>
            <p:cNvSpPr/>
            <p:nvPr/>
          </p:nvSpPr>
          <p:spPr>
            <a:xfrm>
              <a:off x="3410100" y="1277100"/>
              <a:ext cx="100300" cy="85325"/>
            </a:xfrm>
            <a:custGeom>
              <a:avLst/>
              <a:gdLst/>
              <a:ahLst/>
              <a:cxnLst/>
              <a:rect l="l" t="t" r="r" b="b"/>
              <a:pathLst>
                <a:path w="4012" h="3413" extrusionOk="0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4"/>
            <p:cNvSpPr/>
            <p:nvPr/>
          </p:nvSpPr>
          <p:spPr>
            <a:xfrm>
              <a:off x="3347925" y="1331775"/>
              <a:ext cx="55325" cy="13775"/>
            </a:xfrm>
            <a:custGeom>
              <a:avLst/>
              <a:gdLst/>
              <a:ahLst/>
              <a:cxnLst/>
              <a:rect l="l" t="t" r="r" b="b"/>
              <a:pathLst>
                <a:path w="2213" h="551" extrusionOk="0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4"/>
            <p:cNvSpPr/>
            <p:nvPr/>
          </p:nvSpPr>
          <p:spPr>
            <a:xfrm>
              <a:off x="3593475" y="1301475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4"/>
            <p:cNvSpPr/>
            <p:nvPr/>
          </p:nvSpPr>
          <p:spPr>
            <a:xfrm>
              <a:off x="3666275" y="1329600"/>
              <a:ext cx="22825" cy="110925"/>
            </a:xfrm>
            <a:custGeom>
              <a:avLst/>
              <a:gdLst/>
              <a:ahLst/>
              <a:cxnLst/>
              <a:rect l="l" t="t" r="r" b="b"/>
              <a:pathLst>
                <a:path w="913" h="4437" extrusionOk="0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4"/>
            <p:cNvSpPr/>
            <p:nvPr/>
          </p:nvSpPr>
          <p:spPr>
            <a:xfrm>
              <a:off x="3666600" y="1439875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4"/>
            <p:cNvSpPr/>
            <p:nvPr/>
          </p:nvSpPr>
          <p:spPr>
            <a:xfrm>
              <a:off x="3665025" y="1437700"/>
              <a:ext cx="17825" cy="16275"/>
            </a:xfrm>
            <a:custGeom>
              <a:avLst/>
              <a:gdLst/>
              <a:ahLst/>
              <a:cxnLst/>
              <a:rect l="l" t="t" r="r" b="b"/>
              <a:pathLst>
                <a:path w="713" h="651" extrusionOk="0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4"/>
            <p:cNvSpPr/>
            <p:nvPr/>
          </p:nvSpPr>
          <p:spPr>
            <a:xfrm>
              <a:off x="343790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4"/>
            <p:cNvSpPr/>
            <p:nvPr/>
          </p:nvSpPr>
          <p:spPr>
            <a:xfrm>
              <a:off x="3308550" y="1315225"/>
              <a:ext cx="42200" cy="17825"/>
            </a:xfrm>
            <a:custGeom>
              <a:avLst/>
              <a:gdLst/>
              <a:ahLst/>
              <a:cxnLst/>
              <a:rect l="l" t="t" r="r" b="b"/>
              <a:pathLst>
                <a:path w="1688" h="713" extrusionOk="0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4"/>
            <p:cNvSpPr/>
            <p:nvPr/>
          </p:nvSpPr>
          <p:spPr>
            <a:xfrm>
              <a:off x="3308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4"/>
            <p:cNvSpPr/>
            <p:nvPr/>
          </p:nvSpPr>
          <p:spPr>
            <a:xfrm>
              <a:off x="3377600" y="1341475"/>
              <a:ext cx="33150" cy="30000"/>
            </a:xfrm>
            <a:custGeom>
              <a:avLst/>
              <a:gdLst/>
              <a:ahLst/>
              <a:cxnLst/>
              <a:rect l="l" t="t" r="r" b="b"/>
              <a:pathLst>
                <a:path w="1326" h="1200" extrusionOk="0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4"/>
            <p:cNvSpPr/>
            <p:nvPr/>
          </p:nvSpPr>
          <p:spPr>
            <a:xfrm>
              <a:off x="3376975" y="1342100"/>
              <a:ext cx="33150" cy="29375"/>
            </a:xfrm>
            <a:custGeom>
              <a:avLst/>
              <a:gdLst/>
              <a:ahLst/>
              <a:cxnLst/>
              <a:rect l="l" t="t" r="r" b="b"/>
              <a:pathLst>
                <a:path w="1326" h="1175" extrusionOk="0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4"/>
            <p:cNvSpPr/>
            <p:nvPr/>
          </p:nvSpPr>
          <p:spPr>
            <a:xfrm>
              <a:off x="3680025" y="1349275"/>
              <a:ext cx="38450" cy="86875"/>
            </a:xfrm>
            <a:custGeom>
              <a:avLst/>
              <a:gdLst/>
              <a:ahLst/>
              <a:cxnLst/>
              <a:rect l="l" t="t" r="r" b="b"/>
              <a:pathLst>
                <a:path w="1538" h="3475" extrusionOk="0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4"/>
            <p:cNvSpPr/>
            <p:nvPr/>
          </p:nvSpPr>
          <p:spPr>
            <a:xfrm>
              <a:off x="3711275" y="1433625"/>
              <a:ext cx="17500" cy="16275"/>
            </a:xfrm>
            <a:custGeom>
              <a:avLst/>
              <a:gdLst/>
              <a:ahLst/>
              <a:cxnLst/>
              <a:rect l="l" t="t" r="r" b="b"/>
              <a:pathLst>
                <a:path w="700" h="651" extrusionOk="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4"/>
            <p:cNvSpPr/>
            <p:nvPr/>
          </p:nvSpPr>
          <p:spPr>
            <a:xfrm>
              <a:off x="3642850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4"/>
            <p:cNvSpPr/>
            <p:nvPr/>
          </p:nvSpPr>
          <p:spPr>
            <a:xfrm>
              <a:off x="3633475" y="1414575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4"/>
            <p:cNvSpPr/>
            <p:nvPr/>
          </p:nvSpPr>
          <p:spPr>
            <a:xfrm>
              <a:off x="3232325" y="1254625"/>
              <a:ext cx="237475" cy="60300"/>
            </a:xfrm>
            <a:custGeom>
              <a:avLst/>
              <a:gdLst/>
              <a:ahLst/>
              <a:cxnLst/>
              <a:rect l="l" t="t" r="r" b="b"/>
              <a:pathLst>
                <a:path w="9499" h="2412" extrusionOk="0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4"/>
            <p:cNvSpPr/>
            <p:nvPr/>
          </p:nvSpPr>
          <p:spPr>
            <a:xfrm>
              <a:off x="3717200" y="130930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4"/>
            <p:cNvSpPr/>
            <p:nvPr/>
          </p:nvSpPr>
          <p:spPr>
            <a:xfrm>
              <a:off x="3471650" y="1283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4"/>
            <p:cNvSpPr/>
            <p:nvPr/>
          </p:nvSpPr>
          <p:spPr>
            <a:xfrm>
              <a:off x="3504750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4"/>
            <p:cNvSpPr/>
            <p:nvPr/>
          </p:nvSpPr>
          <p:spPr>
            <a:xfrm>
              <a:off x="369440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4"/>
            <p:cNvSpPr/>
            <p:nvPr/>
          </p:nvSpPr>
          <p:spPr>
            <a:xfrm>
              <a:off x="3515075" y="1320225"/>
              <a:ext cx="30950" cy="15325"/>
            </a:xfrm>
            <a:custGeom>
              <a:avLst/>
              <a:gdLst/>
              <a:ahLst/>
              <a:cxnLst/>
              <a:rect l="l" t="t" r="r" b="b"/>
              <a:pathLst>
                <a:path w="1238" h="613" extrusionOk="0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4"/>
            <p:cNvSpPr/>
            <p:nvPr/>
          </p:nvSpPr>
          <p:spPr>
            <a:xfrm>
              <a:off x="35122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4"/>
            <p:cNvSpPr/>
            <p:nvPr/>
          </p:nvSpPr>
          <p:spPr>
            <a:xfrm>
              <a:off x="3177975" y="1278975"/>
              <a:ext cx="132175" cy="60025"/>
            </a:xfrm>
            <a:custGeom>
              <a:avLst/>
              <a:gdLst/>
              <a:ahLst/>
              <a:cxnLst/>
              <a:rect l="l" t="t" r="r" b="b"/>
              <a:pathLst>
                <a:path w="5287" h="2401" extrusionOk="0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4"/>
            <p:cNvSpPr/>
            <p:nvPr/>
          </p:nvSpPr>
          <p:spPr>
            <a:xfrm>
              <a:off x="3184525" y="1311175"/>
              <a:ext cx="61575" cy="65000"/>
            </a:xfrm>
            <a:custGeom>
              <a:avLst/>
              <a:gdLst/>
              <a:ahLst/>
              <a:cxnLst/>
              <a:rect l="l" t="t" r="r" b="b"/>
              <a:pathLst>
                <a:path w="2463" h="2600" extrusionOk="0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4"/>
            <p:cNvSpPr/>
            <p:nvPr/>
          </p:nvSpPr>
          <p:spPr>
            <a:xfrm>
              <a:off x="3219825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4"/>
            <p:cNvSpPr/>
            <p:nvPr/>
          </p:nvSpPr>
          <p:spPr>
            <a:xfrm>
              <a:off x="3208275" y="1322725"/>
              <a:ext cx="17200" cy="30650"/>
            </a:xfrm>
            <a:custGeom>
              <a:avLst/>
              <a:gdLst/>
              <a:ahLst/>
              <a:cxnLst/>
              <a:rect l="l" t="t" r="r" b="b"/>
              <a:pathLst>
                <a:path w="688" h="1226" extrusionOk="0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4"/>
            <p:cNvSpPr/>
            <p:nvPr/>
          </p:nvSpPr>
          <p:spPr>
            <a:xfrm>
              <a:off x="3454150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4"/>
            <p:cNvSpPr/>
            <p:nvPr/>
          </p:nvSpPr>
          <p:spPr>
            <a:xfrm>
              <a:off x="37968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4"/>
            <p:cNvSpPr/>
            <p:nvPr/>
          </p:nvSpPr>
          <p:spPr>
            <a:xfrm>
              <a:off x="3903100" y="1237750"/>
              <a:ext cx="263700" cy="146850"/>
            </a:xfrm>
            <a:custGeom>
              <a:avLst/>
              <a:gdLst/>
              <a:ahLst/>
              <a:cxnLst/>
              <a:rect l="l" t="t" r="r" b="b"/>
              <a:pathLst>
                <a:path w="10548" h="5874" extrusionOk="0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4"/>
            <p:cNvSpPr/>
            <p:nvPr/>
          </p:nvSpPr>
          <p:spPr>
            <a:xfrm>
              <a:off x="4098975" y="1277425"/>
              <a:ext cx="100925" cy="84375"/>
            </a:xfrm>
            <a:custGeom>
              <a:avLst/>
              <a:gdLst/>
              <a:ahLst/>
              <a:cxnLst/>
              <a:rect l="l" t="t" r="r" b="b"/>
              <a:pathLst>
                <a:path w="4037" h="3375" extrusionOk="0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4"/>
            <p:cNvSpPr/>
            <p:nvPr/>
          </p:nvSpPr>
          <p:spPr>
            <a:xfrm>
              <a:off x="4206450" y="1331775"/>
              <a:ext cx="55625" cy="13775"/>
            </a:xfrm>
            <a:custGeom>
              <a:avLst/>
              <a:gdLst/>
              <a:ahLst/>
              <a:cxnLst/>
              <a:rect l="l" t="t" r="r" b="b"/>
              <a:pathLst>
                <a:path w="2225" h="551" extrusionOk="0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4"/>
            <p:cNvSpPr/>
            <p:nvPr/>
          </p:nvSpPr>
          <p:spPr>
            <a:xfrm>
              <a:off x="3934650" y="1301475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4"/>
            <p:cNvSpPr/>
            <p:nvPr/>
          </p:nvSpPr>
          <p:spPr>
            <a:xfrm>
              <a:off x="3920275" y="1329900"/>
              <a:ext cx="23150" cy="110625"/>
            </a:xfrm>
            <a:custGeom>
              <a:avLst/>
              <a:gdLst/>
              <a:ahLst/>
              <a:cxnLst/>
              <a:rect l="l" t="t" r="r" b="b"/>
              <a:pathLst>
                <a:path w="926" h="4425" extrusionOk="0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4"/>
            <p:cNvSpPr/>
            <p:nvPr/>
          </p:nvSpPr>
          <p:spPr>
            <a:xfrm>
              <a:off x="3931200" y="1439875"/>
              <a:ext cx="11900" cy="11900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4"/>
            <p:cNvSpPr/>
            <p:nvPr/>
          </p:nvSpPr>
          <p:spPr>
            <a:xfrm>
              <a:off x="3926825" y="1437075"/>
              <a:ext cx="22225" cy="17200"/>
            </a:xfrm>
            <a:custGeom>
              <a:avLst/>
              <a:gdLst/>
              <a:ahLst/>
              <a:cxnLst/>
              <a:rect l="l" t="t" r="r" b="b"/>
              <a:pathLst>
                <a:path w="889" h="688" extrusionOk="0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4"/>
            <p:cNvSpPr/>
            <p:nvPr/>
          </p:nvSpPr>
          <p:spPr>
            <a:xfrm>
              <a:off x="416865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4"/>
            <p:cNvSpPr/>
            <p:nvPr/>
          </p:nvSpPr>
          <p:spPr>
            <a:xfrm>
              <a:off x="4259250" y="1315225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4"/>
            <p:cNvSpPr/>
            <p:nvPr/>
          </p:nvSpPr>
          <p:spPr>
            <a:xfrm>
              <a:off x="4259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4"/>
            <p:cNvSpPr/>
            <p:nvPr/>
          </p:nvSpPr>
          <p:spPr>
            <a:xfrm>
              <a:off x="4198950" y="1341475"/>
              <a:ext cx="33450" cy="30325"/>
            </a:xfrm>
            <a:custGeom>
              <a:avLst/>
              <a:gdLst/>
              <a:ahLst/>
              <a:cxnLst/>
              <a:rect l="l" t="t" r="r" b="b"/>
              <a:pathLst>
                <a:path w="1338" h="1213" extrusionOk="0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4"/>
            <p:cNvSpPr/>
            <p:nvPr/>
          </p:nvSpPr>
          <p:spPr>
            <a:xfrm>
              <a:off x="4199250" y="1342100"/>
              <a:ext cx="33475" cy="29375"/>
            </a:xfrm>
            <a:custGeom>
              <a:avLst/>
              <a:gdLst/>
              <a:ahLst/>
              <a:cxnLst/>
              <a:rect l="l" t="t" r="r" b="b"/>
              <a:pathLst>
                <a:path w="1339" h="1175" extrusionOk="0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4"/>
            <p:cNvSpPr/>
            <p:nvPr/>
          </p:nvSpPr>
          <p:spPr>
            <a:xfrm>
              <a:off x="3890900" y="1349275"/>
              <a:ext cx="38775" cy="86875"/>
            </a:xfrm>
            <a:custGeom>
              <a:avLst/>
              <a:gdLst/>
              <a:ahLst/>
              <a:cxnLst/>
              <a:rect l="l" t="t" r="r" b="b"/>
              <a:pathLst>
                <a:path w="1551" h="3475" extrusionOk="0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4"/>
            <p:cNvSpPr/>
            <p:nvPr/>
          </p:nvSpPr>
          <p:spPr>
            <a:xfrm>
              <a:off x="3880600" y="1433625"/>
              <a:ext cx="18150" cy="16600"/>
            </a:xfrm>
            <a:custGeom>
              <a:avLst/>
              <a:gdLst/>
              <a:ahLst/>
              <a:cxnLst/>
              <a:rect l="l" t="t" r="r" b="b"/>
              <a:pathLst>
                <a:path w="726" h="664" extrusionOk="0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4"/>
            <p:cNvSpPr/>
            <p:nvPr/>
          </p:nvSpPr>
          <p:spPr>
            <a:xfrm>
              <a:off x="3936525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4"/>
            <p:cNvSpPr/>
            <p:nvPr/>
          </p:nvSpPr>
          <p:spPr>
            <a:xfrm>
              <a:off x="3963375" y="1414575"/>
              <a:ext cx="13475" cy="15650"/>
            </a:xfrm>
            <a:custGeom>
              <a:avLst/>
              <a:gdLst/>
              <a:ahLst/>
              <a:cxnLst/>
              <a:rect l="l" t="t" r="r" b="b"/>
              <a:pathLst>
                <a:path w="539" h="626" extrusionOk="0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4"/>
            <p:cNvSpPr/>
            <p:nvPr/>
          </p:nvSpPr>
          <p:spPr>
            <a:xfrm>
              <a:off x="4139900" y="1254625"/>
              <a:ext cx="237775" cy="60000"/>
            </a:xfrm>
            <a:custGeom>
              <a:avLst/>
              <a:gdLst/>
              <a:ahLst/>
              <a:cxnLst/>
              <a:rect l="l" t="t" r="r" b="b"/>
              <a:pathLst>
                <a:path w="9511" h="2400" extrusionOk="0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4"/>
            <p:cNvSpPr/>
            <p:nvPr/>
          </p:nvSpPr>
          <p:spPr>
            <a:xfrm>
              <a:off x="3860900" y="1309600"/>
              <a:ext cx="31900" cy="49400"/>
            </a:xfrm>
            <a:custGeom>
              <a:avLst/>
              <a:gdLst/>
              <a:ahLst/>
              <a:cxnLst/>
              <a:rect l="l" t="t" r="r" b="b"/>
              <a:pathLst>
                <a:path w="1276" h="1976" extrusionOk="0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4"/>
            <p:cNvSpPr/>
            <p:nvPr/>
          </p:nvSpPr>
          <p:spPr>
            <a:xfrm>
              <a:off x="4075225" y="1283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4"/>
            <p:cNvSpPr/>
            <p:nvPr/>
          </p:nvSpPr>
          <p:spPr>
            <a:xfrm>
              <a:off x="4073975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4"/>
            <p:cNvSpPr/>
            <p:nvPr/>
          </p:nvSpPr>
          <p:spPr>
            <a:xfrm>
              <a:off x="383405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4"/>
            <p:cNvSpPr/>
            <p:nvPr/>
          </p:nvSpPr>
          <p:spPr>
            <a:xfrm>
              <a:off x="4063675" y="1320225"/>
              <a:ext cx="30950" cy="15025"/>
            </a:xfrm>
            <a:custGeom>
              <a:avLst/>
              <a:gdLst/>
              <a:ahLst/>
              <a:cxnLst/>
              <a:rect l="l" t="t" r="r" b="b"/>
              <a:pathLst>
                <a:path w="1238" h="601" extrusionOk="0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4"/>
            <p:cNvSpPr/>
            <p:nvPr/>
          </p:nvSpPr>
          <p:spPr>
            <a:xfrm>
              <a:off x="40633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4"/>
            <p:cNvSpPr/>
            <p:nvPr/>
          </p:nvSpPr>
          <p:spPr>
            <a:xfrm>
              <a:off x="4299850" y="1278975"/>
              <a:ext cx="132500" cy="60025"/>
            </a:xfrm>
            <a:custGeom>
              <a:avLst/>
              <a:gdLst/>
              <a:ahLst/>
              <a:cxnLst/>
              <a:rect l="l" t="t" r="r" b="b"/>
              <a:pathLst>
                <a:path w="5300" h="2401" extrusionOk="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4"/>
            <p:cNvSpPr/>
            <p:nvPr/>
          </p:nvSpPr>
          <p:spPr>
            <a:xfrm>
              <a:off x="4363900" y="1311175"/>
              <a:ext cx="60950" cy="65000"/>
            </a:xfrm>
            <a:custGeom>
              <a:avLst/>
              <a:gdLst/>
              <a:ahLst/>
              <a:cxnLst/>
              <a:rect l="l" t="t" r="r" b="b"/>
              <a:pathLst>
                <a:path w="2438" h="2600" extrusionOk="0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4"/>
            <p:cNvSpPr/>
            <p:nvPr/>
          </p:nvSpPr>
          <p:spPr>
            <a:xfrm>
              <a:off x="4353900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4"/>
            <p:cNvSpPr/>
            <p:nvPr/>
          </p:nvSpPr>
          <p:spPr>
            <a:xfrm>
              <a:off x="4384200" y="1322725"/>
              <a:ext cx="17225" cy="30650"/>
            </a:xfrm>
            <a:custGeom>
              <a:avLst/>
              <a:gdLst/>
              <a:ahLst/>
              <a:cxnLst/>
              <a:rect l="l" t="t" r="r" b="b"/>
              <a:pathLst>
                <a:path w="689" h="1226" extrusionOk="0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4"/>
            <p:cNvSpPr/>
            <p:nvPr/>
          </p:nvSpPr>
          <p:spPr>
            <a:xfrm>
              <a:off x="4100225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4"/>
            <p:cNvSpPr/>
            <p:nvPr/>
          </p:nvSpPr>
          <p:spPr>
            <a:xfrm>
              <a:off x="3780925" y="138957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4"/>
            <p:cNvSpPr/>
            <p:nvPr/>
          </p:nvSpPr>
          <p:spPr>
            <a:xfrm>
              <a:off x="3780300" y="14024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4"/>
            <p:cNvSpPr/>
            <p:nvPr/>
          </p:nvSpPr>
          <p:spPr>
            <a:xfrm>
              <a:off x="3799050" y="1384900"/>
              <a:ext cx="9400" cy="7525"/>
            </a:xfrm>
            <a:custGeom>
              <a:avLst/>
              <a:gdLst/>
              <a:ahLst/>
              <a:cxnLst/>
              <a:rect l="l" t="t" r="r" b="b"/>
              <a:pathLst>
                <a:path w="376" h="301" extrusionOk="0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4"/>
            <p:cNvSpPr/>
            <p:nvPr/>
          </p:nvSpPr>
          <p:spPr>
            <a:xfrm>
              <a:off x="3806550" y="13902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4"/>
            <p:cNvSpPr/>
            <p:nvPr/>
          </p:nvSpPr>
          <p:spPr>
            <a:xfrm>
              <a:off x="3801875" y="1399900"/>
              <a:ext cx="24375" cy="10325"/>
            </a:xfrm>
            <a:custGeom>
              <a:avLst/>
              <a:gdLst/>
              <a:ahLst/>
              <a:cxnLst/>
              <a:rect l="l" t="t" r="r" b="b"/>
              <a:pathLst>
                <a:path w="975" h="413" extrusionOk="0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4"/>
            <p:cNvSpPr/>
            <p:nvPr/>
          </p:nvSpPr>
          <p:spPr>
            <a:xfrm>
              <a:off x="3791550" y="1399900"/>
              <a:ext cx="13475" cy="7825"/>
            </a:xfrm>
            <a:custGeom>
              <a:avLst/>
              <a:gdLst/>
              <a:ahLst/>
              <a:cxnLst/>
              <a:rect l="l" t="t" r="r" b="b"/>
              <a:pathLst>
                <a:path w="539" h="313" extrusionOk="0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4"/>
            <p:cNvSpPr/>
            <p:nvPr/>
          </p:nvSpPr>
          <p:spPr>
            <a:xfrm>
              <a:off x="3796550" y="1409275"/>
              <a:ext cx="14400" cy="12500"/>
            </a:xfrm>
            <a:custGeom>
              <a:avLst/>
              <a:gdLst/>
              <a:ahLst/>
              <a:cxnLst/>
              <a:rect l="l" t="t" r="r" b="b"/>
              <a:pathLst>
                <a:path w="576" h="500" extrusionOk="0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4"/>
            <p:cNvSpPr/>
            <p:nvPr/>
          </p:nvSpPr>
          <p:spPr>
            <a:xfrm>
              <a:off x="3796550" y="4276950"/>
              <a:ext cx="111875" cy="104375"/>
            </a:xfrm>
            <a:custGeom>
              <a:avLst/>
              <a:gdLst/>
              <a:ahLst/>
              <a:cxnLst/>
              <a:rect l="l" t="t" r="r" b="b"/>
              <a:pathLst>
                <a:path w="4475" h="4175" extrusionOk="0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4"/>
            <p:cNvSpPr/>
            <p:nvPr/>
          </p:nvSpPr>
          <p:spPr>
            <a:xfrm>
              <a:off x="3903400" y="4301950"/>
              <a:ext cx="263400" cy="146850"/>
            </a:xfrm>
            <a:custGeom>
              <a:avLst/>
              <a:gdLst/>
              <a:ahLst/>
              <a:cxnLst/>
              <a:rect l="l" t="t" r="r" b="b"/>
              <a:pathLst>
                <a:path w="10536" h="5874" extrusionOk="0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4"/>
            <p:cNvSpPr/>
            <p:nvPr/>
          </p:nvSpPr>
          <p:spPr>
            <a:xfrm>
              <a:off x="4099600" y="4324125"/>
              <a:ext cx="100300" cy="85000"/>
            </a:xfrm>
            <a:custGeom>
              <a:avLst/>
              <a:gdLst/>
              <a:ahLst/>
              <a:cxnLst/>
              <a:rect l="l" t="t" r="r" b="b"/>
              <a:pathLst>
                <a:path w="4012" h="3400" extrusionOk="0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4"/>
            <p:cNvSpPr/>
            <p:nvPr/>
          </p:nvSpPr>
          <p:spPr>
            <a:xfrm>
              <a:off x="4206450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4"/>
            <p:cNvSpPr/>
            <p:nvPr/>
          </p:nvSpPr>
          <p:spPr>
            <a:xfrm>
              <a:off x="3933700" y="4288500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4"/>
            <p:cNvSpPr/>
            <p:nvPr/>
          </p:nvSpPr>
          <p:spPr>
            <a:xfrm>
              <a:off x="3920575" y="4246025"/>
              <a:ext cx="22850" cy="110925"/>
            </a:xfrm>
            <a:custGeom>
              <a:avLst/>
              <a:gdLst/>
              <a:ahLst/>
              <a:cxnLst/>
              <a:rect l="l" t="t" r="r" b="b"/>
              <a:pathLst>
                <a:path w="914" h="4437" extrusionOk="0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4"/>
            <p:cNvSpPr/>
            <p:nvPr/>
          </p:nvSpPr>
          <p:spPr>
            <a:xfrm>
              <a:off x="39309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4"/>
            <p:cNvSpPr/>
            <p:nvPr/>
          </p:nvSpPr>
          <p:spPr>
            <a:xfrm>
              <a:off x="3926825" y="4232575"/>
              <a:ext cx="18475" cy="15975"/>
            </a:xfrm>
            <a:custGeom>
              <a:avLst/>
              <a:gdLst/>
              <a:ahLst/>
              <a:cxnLst/>
              <a:rect l="l" t="t" r="r" b="b"/>
              <a:pathLst>
                <a:path w="739" h="639" extrusionOk="0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4"/>
            <p:cNvSpPr/>
            <p:nvPr/>
          </p:nvSpPr>
          <p:spPr>
            <a:xfrm>
              <a:off x="4169275" y="44116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4"/>
            <p:cNvSpPr/>
            <p:nvPr/>
          </p:nvSpPr>
          <p:spPr>
            <a:xfrm>
              <a:off x="4259250" y="4353500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4"/>
            <p:cNvSpPr/>
            <p:nvPr/>
          </p:nvSpPr>
          <p:spPr>
            <a:xfrm>
              <a:off x="4259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4"/>
            <p:cNvSpPr/>
            <p:nvPr/>
          </p:nvSpPr>
          <p:spPr>
            <a:xfrm>
              <a:off x="4198950" y="4314750"/>
              <a:ext cx="33150" cy="30025"/>
            </a:xfrm>
            <a:custGeom>
              <a:avLst/>
              <a:gdLst/>
              <a:ahLst/>
              <a:cxnLst/>
              <a:rect l="l" t="t" r="r" b="b"/>
              <a:pathLst>
                <a:path w="1326" h="1201" extrusionOk="0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4"/>
            <p:cNvSpPr/>
            <p:nvPr/>
          </p:nvSpPr>
          <p:spPr>
            <a:xfrm>
              <a:off x="4199575" y="4315050"/>
              <a:ext cx="33150" cy="29100"/>
            </a:xfrm>
            <a:custGeom>
              <a:avLst/>
              <a:gdLst/>
              <a:ahLst/>
              <a:cxnLst/>
              <a:rect l="l" t="t" r="r" b="b"/>
              <a:pathLst>
                <a:path w="1326" h="1164" extrusionOk="0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4"/>
            <p:cNvSpPr/>
            <p:nvPr/>
          </p:nvSpPr>
          <p:spPr>
            <a:xfrm>
              <a:off x="38912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4"/>
            <p:cNvSpPr/>
            <p:nvPr/>
          </p:nvSpPr>
          <p:spPr>
            <a:xfrm>
              <a:off x="3880900" y="4236650"/>
              <a:ext cx="17850" cy="16275"/>
            </a:xfrm>
            <a:custGeom>
              <a:avLst/>
              <a:gdLst/>
              <a:ahLst/>
              <a:cxnLst/>
              <a:rect l="l" t="t" r="r" b="b"/>
              <a:pathLst>
                <a:path w="714" h="651" extrusionOk="0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4"/>
            <p:cNvSpPr/>
            <p:nvPr/>
          </p:nvSpPr>
          <p:spPr>
            <a:xfrm>
              <a:off x="3936525" y="4266325"/>
              <a:ext cx="30625" cy="82200"/>
            </a:xfrm>
            <a:custGeom>
              <a:avLst/>
              <a:gdLst/>
              <a:ahLst/>
              <a:cxnLst/>
              <a:rect l="l" t="t" r="r" b="b"/>
              <a:pathLst>
                <a:path w="1225" h="3288" extrusionOk="0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4"/>
            <p:cNvSpPr/>
            <p:nvPr/>
          </p:nvSpPr>
          <p:spPr>
            <a:xfrm>
              <a:off x="3963700" y="4258200"/>
              <a:ext cx="13450" cy="13775"/>
            </a:xfrm>
            <a:custGeom>
              <a:avLst/>
              <a:gdLst/>
              <a:ahLst/>
              <a:cxnLst/>
              <a:rect l="l" t="t" r="r" b="b"/>
              <a:pathLst>
                <a:path w="538" h="551" extrusionOk="0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4"/>
            <p:cNvSpPr/>
            <p:nvPr/>
          </p:nvSpPr>
          <p:spPr>
            <a:xfrm>
              <a:off x="4139900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4"/>
            <p:cNvSpPr/>
            <p:nvPr/>
          </p:nvSpPr>
          <p:spPr>
            <a:xfrm>
              <a:off x="3860600" y="432755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4"/>
            <p:cNvSpPr/>
            <p:nvPr/>
          </p:nvSpPr>
          <p:spPr>
            <a:xfrm>
              <a:off x="4075225" y="4370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4"/>
            <p:cNvSpPr/>
            <p:nvPr/>
          </p:nvSpPr>
          <p:spPr>
            <a:xfrm>
              <a:off x="4073975" y="4396300"/>
              <a:ext cx="30950" cy="21575"/>
            </a:xfrm>
            <a:custGeom>
              <a:avLst/>
              <a:gdLst/>
              <a:ahLst/>
              <a:cxnLst/>
              <a:rect l="l" t="t" r="r" b="b"/>
              <a:pathLst>
                <a:path w="1238" h="863" extrusionOk="0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4"/>
            <p:cNvSpPr/>
            <p:nvPr/>
          </p:nvSpPr>
          <p:spPr>
            <a:xfrm>
              <a:off x="3834050" y="4258825"/>
              <a:ext cx="81250" cy="56250"/>
            </a:xfrm>
            <a:custGeom>
              <a:avLst/>
              <a:gdLst/>
              <a:ahLst/>
              <a:cxnLst/>
              <a:rect l="l" t="t" r="r" b="b"/>
              <a:pathLst>
                <a:path w="3250" h="2250" extrusionOk="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4"/>
            <p:cNvSpPr/>
            <p:nvPr/>
          </p:nvSpPr>
          <p:spPr>
            <a:xfrm>
              <a:off x="4063350" y="4351000"/>
              <a:ext cx="31275" cy="15325"/>
            </a:xfrm>
            <a:custGeom>
              <a:avLst/>
              <a:gdLst/>
              <a:ahLst/>
              <a:cxnLst/>
              <a:rect l="l" t="t" r="r" b="b"/>
              <a:pathLst>
                <a:path w="1251" h="613" extrusionOk="0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4"/>
            <p:cNvSpPr/>
            <p:nvPr/>
          </p:nvSpPr>
          <p:spPr>
            <a:xfrm>
              <a:off x="4063350" y="4344750"/>
              <a:ext cx="34075" cy="21875"/>
            </a:xfrm>
            <a:custGeom>
              <a:avLst/>
              <a:gdLst/>
              <a:ahLst/>
              <a:cxnLst/>
              <a:rect l="l" t="t" r="r" b="b"/>
              <a:pathLst>
                <a:path w="1363" h="875" extrusionOk="0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4"/>
            <p:cNvSpPr/>
            <p:nvPr/>
          </p:nvSpPr>
          <p:spPr>
            <a:xfrm>
              <a:off x="4299550" y="4347550"/>
              <a:ext cx="132475" cy="60000"/>
            </a:xfrm>
            <a:custGeom>
              <a:avLst/>
              <a:gdLst/>
              <a:ahLst/>
              <a:cxnLst/>
              <a:rect l="l" t="t" r="r" b="b"/>
              <a:pathLst>
                <a:path w="5299" h="2400" extrusionOk="0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4"/>
            <p:cNvSpPr/>
            <p:nvPr/>
          </p:nvSpPr>
          <p:spPr>
            <a:xfrm>
              <a:off x="4363900" y="4310050"/>
              <a:ext cx="61575" cy="65325"/>
            </a:xfrm>
            <a:custGeom>
              <a:avLst/>
              <a:gdLst/>
              <a:ahLst/>
              <a:cxnLst/>
              <a:rect l="l" t="t" r="r" b="b"/>
              <a:pathLst>
                <a:path w="2463" h="2613" extrusionOk="0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4"/>
            <p:cNvSpPr/>
            <p:nvPr/>
          </p:nvSpPr>
          <p:spPr>
            <a:xfrm>
              <a:off x="4353900" y="4321000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4"/>
            <p:cNvSpPr/>
            <p:nvPr/>
          </p:nvSpPr>
          <p:spPr>
            <a:xfrm>
              <a:off x="4384200" y="4332875"/>
              <a:ext cx="17225" cy="30950"/>
            </a:xfrm>
            <a:custGeom>
              <a:avLst/>
              <a:gdLst/>
              <a:ahLst/>
              <a:cxnLst/>
              <a:rect l="l" t="t" r="r" b="b"/>
              <a:pathLst>
                <a:path w="689" h="1238" extrusionOk="0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4"/>
            <p:cNvSpPr/>
            <p:nvPr/>
          </p:nvSpPr>
          <p:spPr>
            <a:xfrm>
              <a:off x="4100225" y="430257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4"/>
            <p:cNvSpPr/>
            <p:nvPr/>
          </p:nvSpPr>
          <p:spPr>
            <a:xfrm>
              <a:off x="3701275" y="4276950"/>
              <a:ext cx="111850" cy="104375"/>
            </a:xfrm>
            <a:custGeom>
              <a:avLst/>
              <a:gdLst/>
              <a:ahLst/>
              <a:cxnLst/>
              <a:rect l="l" t="t" r="r" b="b"/>
              <a:pathLst>
                <a:path w="4474" h="4175" extrusionOk="0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4"/>
            <p:cNvSpPr/>
            <p:nvPr/>
          </p:nvSpPr>
          <p:spPr>
            <a:xfrm>
              <a:off x="3442900" y="4301950"/>
              <a:ext cx="263700" cy="146525"/>
            </a:xfrm>
            <a:custGeom>
              <a:avLst/>
              <a:gdLst/>
              <a:ahLst/>
              <a:cxnLst/>
              <a:rect l="l" t="t" r="r" b="b"/>
              <a:pathLst>
                <a:path w="10548" h="5861" extrusionOk="0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4"/>
            <p:cNvSpPr/>
            <p:nvPr/>
          </p:nvSpPr>
          <p:spPr>
            <a:xfrm>
              <a:off x="3410100" y="4324750"/>
              <a:ext cx="100625" cy="84375"/>
            </a:xfrm>
            <a:custGeom>
              <a:avLst/>
              <a:gdLst/>
              <a:ahLst/>
              <a:cxnLst/>
              <a:rect l="l" t="t" r="r" b="b"/>
              <a:pathLst>
                <a:path w="4025" h="3375" extrusionOk="0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4"/>
            <p:cNvSpPr/>
            <p:nvPr/>
          </p:nvSpPr>
          <p:spPr>
            <a:xfrm>
              <a:off x="3347925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4"/>
            <p:cNvSpPr/>
            <p:nvPr/>
          </p:nvSpPr>
          <p:spPr>
            <a:xfrm>
              <a:off x="3593800" y="4288500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4"/>
            <p:cNvSpPr/>
            <p:nvPr/>
          </p:nvSpPr>
          <p:spPr>
            <a:xfrm>
              <a:off x="3666275" y="4246025"/>
              <a:ext cx="22825" cy="110600"/>
            </a:xfrm>
            <a:custGeom>
              <a:avLst/>
              <a:gdLst/>
              <a:ahLst/>
              <a:cxnLst/>
              <a:rect l="l" t="t" r="r" b="b"/>
              <a:pathLst>
                <a:path w="913" h="4424" extrusionOk="0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4"/>
            <p:cNvSpPr/>
            <p:nvPr/>
          </p:nvSpPr>
          <p:spPr>
            <a:xfrm>
              <a:off x="36666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4"/>
            <p:cNvSpPr/>
            <p:nvPr/>
          </p:nvSpPr>
          <p:spPr>
            <a:xfrm>
              <a:off x="3660650" y="4232275"/>
              <a:ext cx="22200" cy="17200"/>
            </a:xfrm>
            <a:custGeom>
              <a:avLst/>
              <a:gdLst/>
              <a:ahLst/>
              <a:cxnLst/>
              <a:rect l="l" t="t" r="r" b="b"/>
              <a:pathLst>
                <a:path w="888" h="688" extrusionOk="0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4"/>
            <p:cNvSpPr/>
            <p:nvPr/>
          </p:nvSpPr>
          <p:spPr>
            <a:xfrm>
              <a:off x="3438200" y="4411600"/>
              <a:ext cx="2850" cy="3150"/>
            </a:xfrm>
            <a:custGeom>
              <a:avLst/>
              <a:gdLst/>
              <a:ahLst/>
              <a:cxnLst/>
              <a:rect l="l" t="t" r="r" b="b"/>
              <a:pathLst>
                <a:path w="114" h="126" extrusionOk="0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4"/>
            <p:cNvSpPr/>
            <p:nvPr/>
          </p:nvSpPr>
          <p:spPr>
            <a:xfrm>
              <a:off x="3308550" y="4353500"/>
              <a:ext cx="42200" cy="17500"/>
            </a:xfrm>
            <a:custGeom>
              <a:avLst/>
              <a:gdLst/>
              <a:ahLst/>
              <a:cxnLst/>
              <a:rect l="l" t="t" r="r" b="b"/>
              <a:pathLst>
                <a:path w="1688" h="700" extrusionOk="0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4"/>
            <p:cNvSpPr/>
            <p:nvPr/>
          </p:nvSpPr>
          <p:spPr>
            <a:xfrm>
              <a:off x="3308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4"/>
            <p:cNvSpPr/>
            <p:nvPr/>
          </p:nvSpPr>
          <p:spPr>
            <a:xfrm>
              <a:off x="3377300" y="4314750"/>
              <a:ext cx="33450" cy="30025"/>
            </a:xfrm>
            <a:custGeom>
              <a:avLst/>
              <a:gdLst/>
              <a:ahLst/>
              <a:cxnLst/>
              <a:rect l="l" t="t" r="r" b="b"/>
              <a:pathLst>
                <a:path w="1338" h="1201" extrusionOk="0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4"/>
            <p:cNvSpPr/>
            <p:nvPr/>
          </p:nvSpPr>
          <p:spPr>
            <a:xfrm>
              <a:off x="3376975" y="4315050"/>
              <a:ext cx="33450" cy="29100"/>
            </a:xfrm>
            <a:custGeom>
              <a:avLst/>
              <a:gdLst/>
              <a:ahLst/>
              <a:cxnLst/>
              <a:rect l="l" t="t" r="r" b="b"/>
              <a:pathLst>
                <a:path w="1338" h="1164" extrusionOk="0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4"/>
            <p:cNvSpPr/>
            <p:nvPr/>
          </p:nvSpPr>
          <p:spPr>
            <a:xfrm>
              <a:off x="36803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4"/>
            <p:cNvSpPr/>
            <p:nvPr/>
          </p:nvSpPr>
          <p:spPr>
            <a:xfrm>
              <a:off x="3710950" y="4236025"/>
              <a:ext cx="18150" cy="16575"/>
            </a:xfrm>
            <a:custGeom>
              <a:avLst/>
              <a:gdLst/>
              <a:ahLst/>
              <a:cxnLst/>
              <a:rect l="l" t="t" r="r" b="b"/>
              <a:pathLst>
                <a:path w="726" h="663" extrusionOk="0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4"/>
            <p:cNvSpPr/>
            <p:nvPr/>
          </p:nvSpPr>
          <p:spPr>
            <a:xfrm>
              <a:off x="3642525" y="4266325"/>
              <a:ext cx="30650" cy="82200"/>
            </a:xfrm>
            <a:custGeom>
              <a:avLst/>
              <a:gdLst/>
              <a:ahLst/>
              <a:cxnLst/>
              <a:rect l="l" t="t" r="r" b="b"/>
              <a:pathLst>
                <a:path w="1226" h="3288" extrusionOk="0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4"/>
            <p:cNvSpPr/>
            <p:nvPr/>
          </p:nvSpPr>
          <p:spPr>
            <a:xfrm>
              <a:off x="3633475" y="4256950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4"/>
            <p:cNvSpPr/>
            <p:nvPr/>
          </p:nvSpPr>
          <p:spPr>
            <a:xfrm>
              <a:off x="3232025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4"/>
            <p:cNvSpPr/>
            <p:nvPr/>
          </p:nvSpPr>
          <p:spPr>
            <a:xfrm>
              <a:off x="3717200" y="4327550"/>
              <a:ext cx="31575" cy="49400"/>
            </a:xfrm>
            <a:custGeom>
              <a:avLst/>
              <a:gdLst/>
              <a:ahLst/>
              <a:cxnLst/>
              <a:rect l="l" t="t" r="r" b="b"/>
              <a:pathLst>
                <a:path w="1263" h="1976" extrusionOk="0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3471650" y="4370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4"/>
            <p:cNvSpPr/>
            <p:nvPr/>
          </p:nvSpPr>
          <p:spPr>
            <a:xfrm>
              <a:off x="3504750" y="4396300"/>
              <a:ext cx="30650" cy="21575"/>
            </a:xfrm>
            <a:custGeom>
              <a:avLst/>
              <a:gdLst/>
              <a:ahLst/>
              <a:cxnLst/>
              <a:rect l="l" t="t" r="r" b="b"/>
              <a:pathLst>
                <a:path w="1226" h="863" extrusionOk="0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4"/>
            <p:cNvSpPr/>
            <p:nvPr/>
          </p:nvSpPr>
          <p:spPr>
            <a:xfrm>
              <a:off x="3694400" y="4258825"/>
              <a:ext cx="81250" cy="56575"/>
            </a:xfrm>
            <a:custGeom>
              <a:avLst/>
              <a:gdLst/>
              <a:ahLst/>
              <a:cxnLst/>
              <a:rect l="l" t="t" r="r" b="b"/>
              <a:pathLst>
                <a:path w="3250" h="2263" extrusionOk="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4"/>
            <p:cNvSpPr/>
            <p:nvPr/>
          </p:nvSpPr>
          <p:spPr>
            <a:xfrm>
              <a:off x="3515075" y="4351000"/>
              <a:ext cx="31250" cy="15325"/>
            </a:xfrm>
            <a:custGeom>
              <a:avLst/>
              <a:gdLst/>
              <a:ahLst/>
              <a:cxnLst/>
              <a:rect l="l" t="t" r="r" b="b"/>
              <a:pathLst>
                <a:path w="1250" h="613" extrusionOk="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4"/>
            <p:cNvSpPr/>
            <p:nvPr/>
          </p:nvSpPr>
          <p:spPr>
            <a:xfrm>
              <a:off x="3512250" y="4344750"/>
              <a:ext cx="34075" cy="22200"/>
            </a:xfrm>
            <a:custGeom>
              <a:avLst/>
              <a:gdLst/>
              <a:ahLst/>
              <a:cxnLst/>
              <a:rect l="l" t="t" r="r" b="b"/>
              <a:pathLst>
                <a:path w="1363" h="888" extrusionOk="0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4"/>
            <p:cNvSpPr/>
            <p:nvPr/>
          </p:nvSpPr>
          <p:spPr>
            <a:xfrm>
              <a:off x="3177650" y="4347550"/>
              <a:ext cx="132500" cy="60000"/>
            </a:xfrm>
            <a:custGeom>
              <a:avLst/>
              <a:gdLst/>
              <a:ahLst/>
              <a:cxnLst/>
              <a:rect l="l" t="t" r="r" b="b"/>
              <a:pathLst>
                <a:path w="5300" h="2400" extrusionOk="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4"/>
            <p:cNvSpPr/>
            <p:nvPr/>
          </p:nvSpPr>
          <p:spPr>
            <a:xfrm>
              <a:off x="3184850" y="4310375"/>
              <a:ext cx="60925" cy="65000"/>
            </a:xfrm>
            <a:custGeom>
              <a:avLst/>
              <a:gdLst/>
              <a:ahLst/>
              <a:cxnLst/>
              <a:rect l="l" t="t" r="r" b="b"/>
              <a:pathLst>
                <a:path w="2437" h="2600" extrusionOk="0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4"/>
            <p:cNvSpPr/>
            <p:nvPr/>
          </p:nvSpPr>
          <p:spPr>
            <a:xfrm>
              <a:off x="3219825" y="4320675"/>
              <a:ext cx="35950" cy="46900"/>
            </a:xfrm>
            <a:custGeom>
              <a:avLst/>
              <a:gdLst/>
              <a:ahLst/>
              <a:cxnLst/>
              <a:rect l="l" t="t" r="r" b="b"/>
              <a:pathLst>
                <a:path w="1438" h="1876" extrusionOk="0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4"/>
            <p:cNvSpPr/>
            <p:nvPr/>
          </p:nvSpPr>
          <p:spPr>
            <a:xfrm>
              <a:off x="3208275" y="4332875"/>
              <a:ext cx="17200" cy="30950"/>
            </a:xfrm>
            <a:custGeom>
              <a:avLst/>
              <a:gdLst/>
              <a:ahLst/>
              <a:cxnLst/>
              <a:rect l="l" t="t" r="r" b="b"/>
              <a:pathLst>
                <a:path w="688" h="1238" extrusionOk="0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4"/>
            <p:cNvSpPr/>
            <p:nvPr/>
          </p:nvSpPr>
          <p:spPr>
            <a:xfrm>
              <a:off x="3454450" y="4302575"/>
              <a:ext cx="55025" cy="71550"/>
            </a:xfrm>
            <a:custGeom>
              <a:avLst/>
              <a:gdLst/>
              <a:ahLst/>
              <a:cxnLst/>
              <a:rect l="l" t="t" r="r" b="b"/>
              <a:pathLst>
                <a:path w="2201" h="2862" extrusionOk="0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4"/>
            <p:cNvSpPr/>
            <p:nvPr/>
          </p:nvSpPr>
          <p:spPr>
            <a:xfrm>
              <a:off x="3809050" y="428162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4"/>
            <p:cNvSpPr/>
            <p:nvPr/>
          </p:nvSpPr>
          <p:spPr>
            <a:xfrm>
              <a:off x="3812475" y="42782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4"/>
            <p:cNvSpPr/>
            <p:nvPr/>
          </p:nvSpPr>
          <p:spPr>
            <a:xfrm>
              <a:off x="3801250" y="4294125"/>
              <a:ext cx="9375" cy="7850"/>
            </a:xfrm>
            <a:custGeom>
              <a:avLst/>
              <a:gdLst/>
              <a:ahLst/>
              <a:cxnLst/>
              <a:rect l="l" t="t" r="r" b="b"/>
              <a:pathLst>
                <a:path w="375" h="314" extrusionOk="0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4"/>
            <p:cNvSpPr/>
            <p:nvPr/>
          </p:nvSpPr>
          <p:spPr>
            <a:xfrm>
              <a:off x="3783125" y="42807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4"/>
            <p:cNvSpPr/>
            <p:nvPr/>
          </p:nvSpPr>
          <p:spPr>
            <a:xfrm>
              <a:off x="3783425" y="4276325"/>
              <a:ext cx="24400" cy="10325"/>
            </a:xfrm>
            <a:custGeom>
              <a:avLst/>
              <a:gdLst/>
              <a:ahLst/>
              <a:cxnLst/>
              <a:rect l="l" t="t" r="r" b="b"/>
              <a:pathLst>
                <a:path w="976" h="413" extrusionOk="0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4"/>
            <p:cNvSpPr/>
            <p:nvPr/>
          </p:nvSpPr>
          <p:spPr>
            <a:xfrm>
              <a:off x="3804375" y="4278500"/>
              <a:ext cx="13750" cy="8150"/>
            </a:xfrm>
            <a:custGeom>
              <a:avLst/>
              <a:gdLst/>
              <a:ahLst/>
              <a:cxnLst/>
              <a:rect l="l" t="t" r="r" b="b"/>
              <a:pathLst>
                <a:path w="550" h="326" extrusionOk="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4"/>
            <p:cNvSpPr/>
            <p:nvPr/>
          </p:nvSpPr>
          <p:spPr>
            <a:xfrm>
              <a:off x="3798750" y="4264450"/>
              <a:ext cx="14375" cy="12525"/>
            </a:xfrm>
            <a:custGeom>
              <a:avLst/>
              <a:gdLst/>
              <a:ahLst/>
              <a:cxnLst/>
              <a:rect l="l" t="t" r="r" b="b"/>
              <a:pathLst>
                <a:path w="575" h="501" extrusionOk="0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4"/>
            <p:cNvSpPr/>
            <p:nvPr/>
          </p:nvSpPr>
          <p:spPr>
            <a:xfrm>
              <a:off x="6793275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4"/>
            <p:cNvSpPr/>
            <p:nvPr/>
          </p:nvSpPr>
          <p:spPr>
            <a:xfrm>
              <a:off x="681857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4"/>
            <p:cNvSpPr/>
            <p:nvPr/>
          </p:nvSpPr>
          <p:spPr>
            <a:xfrm>
              <a:off x="6840750" y="24483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4"/>
            <p:cNvSpPr/>
            <p:nvPr/>
          </p:nvSpPr>
          <p:spPr>
            <a:xfrm>
              <a:off x="6857625" y="2386200"/>
              <a:ext cx="13450" cy="55325"/>
            </a:xfrm>
            <a:custGeom>
              <a:avLst/>
              <a:gdLst/>
              <a:ahLst/>
              <a:cxnLst/>
              <a:rect l="l" t="t" r="r" b="b"/>
              <a:pathLst>
                <a:path w="538" h="2213" extrusionOk="0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4"/>
            <p:cNvSpPr/>
            <p:nvPr/>
          </p:nvSpPr>
          <p:spPr>
            <a:xfrm>
              <a:off x="6804825" y="2632075"/>
              <a:ext cx="96875" cy="82175"/>
            </a:xfrm>
            <a:custGeom>
              <a:avLst/>
              <a:gdLst/>
              <a:ahLst/>
              <a:cxnLst/>
              <a:rect l="l" t="t" r="r" b="b"/>
              <a:pathLst>
                <a:path w="3875" h="3287" extrusionOk="0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4"/>
            <p:cNvSpPr/>
            <p:nvPr/>
          </p:nvSpPr>
          <p:spPr>
            <a:xfrm>
              <a:off x="6762650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4"/>
            <p:cNvSpPr/>
            <p:nvPr/>
          </p:nvSpPr>
          <p:spPr>
            <a:xfrm>
              <a:off x="675110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4"/>
            <p:cNvSpPr/>
            <p:nvPr/>
          </p:nvSpPr>
          <p:spPr>
            <a:xfrm>
              <a:off x="6748900" y="2702675"/>
              <a:ext cx="16275" cy="18450"/>
            </a:xfrm>
            <a:custGeom>
              <a:avLst/>
              <a:gdLst/>
              <a:ahLst/>
              <a:cxnLst/>
              <a:rect l="l" t="t" r="r" b="b"/>
              <a:pathLst>
                <a:path w="651" h="738" extrusionOk="0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4"/>
            <p:cNvSpPr/>
            <p:nvPr/>
          </p:nvSpPr>
          <p:spPr>
            <a:xfrm>
              <a:off x="6927925" y="2476175"/>
              <a:ext cx="3450" cy="2825"/>
            </a:xfrm>
            <a:custGeom>
              <a:avLst/>
              <a:gdLst/>
              <a:ahLst/>
              <a:cxnLst/>
              <a:rect l="l" t="t" r="r" b="b"/>
              <a:pathLst>
                <a:path w="138" h="113" extrusionOk="0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4"/>
            <p:cNvSpPr/>
            <p:nvPr/>
          </p:nvSpPr>
          <p:spPr>
            <a:xfrm>
              <a:off x="6869800" y="2346825"/>
              <a:ext cx="17850" cy="42200"/>
            </a:xfrm>
            <a:custGeom>
              <a:avLst/>
              <a:gdLst/>
              <a:ahLst/>
              <a:cxnLst/>
              <a:rect l="l" t="t" r="r" b="b"/>
              <a:pathLst>
                <a:path w="714" h="1688" extrusionOk="0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4"/>
            <p:cNvSpPr/>
            <p:nvPr/>
          </p:nvSpPr>
          <p:spPr>
            <a:xfrm>
              <a:off x="6865425" y="23465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4"/>
            <p:cNvSpPr/>
            <p:nvPr/>
          </p:nvSpPr>
          <p:spPr>
            <a:xfrm>
              <a:off x="6831375" y="241587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4"/>
            <p:cNvSpPr/>
            <p:nvPr/>
          </p:nvSpPr>
          <p:spPr>
            <a:xfrm>
              <a:off x="6831375" y="2415550"/>
              <a:ext cx="29400" cy="33475"/>
            </a:xfrm>
            <a:custGeom>
              <a:avLst/>
              <a:gdLst/>
              <a:ahLst/>
              <a:cxnLst/>
              <a:rect l="l" t="t" r="r" b="b"/>
              <a:pathLst>
                <a:path w="1176" h="1339" extrusionOk="0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4"/>
            <p:cNvSpPr/>
            <p:nvPr/>
          </p:nvSpPr>
          <p:spPr>
            <a:xfrm>
              <a:off x="6767025" y="2718300"/>
              <a:ext cx="86575" cy="38750"/>
            </a:xfrm>
            <a:custGeom>
              <a:avLst/>
              <a:gdLst/>
              <a:ahLst/>
              <a:cxnLst/>
              <a:rect l="l" t="t" r="r" b="b"/>
              <a:pathLst>
                <a:path w="3463" h="1550" extrusionOk="0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4"/>
            <p:cNvSpPr/>
            <p:nvPr/>
          </p:nvSpPr>
          <p:spPr>
            <a:xfrm>
              <a:off x="6752975" y="2749525"/>
              <a:ext cx="16250" cy="17850"/>
            </a:xfrm>
            <a:custGeom>
              <a:avLst/>
              <a:gdLst/>
              <a:ahLst/>
              <a:cxnLst/>
              <a:rect l="l" t="t" r="r" b="b"/>
              <a:pathLst>
                <a:path w="650" h="714" extrusionOk="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4"/>
            <p:cNvSpPr/>
            <p:nvPr/>
          </p:nvSpPr>
          <p:spPr>
            <a:xfrm>
              <a:off x="6783275" y="2681125"/>
              <a:ext cx="81875" cy="30625"/>
            </a:xfrm>
            <a:custGeom>
              <a:avLst/>
              <a:gdLst/>
              <a:ahLst/>
              <a:cxnLst/>
              <a:rect l="l" t="t" r="r" b="b"/>
              <a:pathLst>
                <a:path w="3275" h="1225" extrusionOk="0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4"/>
            <p:cNvSpPr/>
            <p:nvPr/>
          </p:nvSpPr>
          <p:spPr>
            <a:xfrm>
              <a:off x="6773575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4"/>
            <p:cNvSpPr/>
            <p:nvPr/>
          </p:nvSpPr>
          <p:spPr>
            <a:xfrm>
              <a:off x="6888250" y="2270600"/>
              <a:ext cx="60000" cy="237450"/>
            </a:xfrm>
            <a:custGeom>
              <a:avLst/>
              <a:gdLst/>
              <a:ahLst/>
              <a:cxnLst/>
              <a:rect l="l" t="t" r="r" b="b"/>
              <a:pathLst>
                <a:path w="2400" h="9498" extrusionOk="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4"/>
            <p:cNvSpPr/>
            <p:nvPr/>
          </p:nvSpPr>
          <p:spPr>
            <a:xfrm>
              <a:off x="6844200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4"/>
            <p:cNvSpPr/>
            <p:nvPr/>
          </p:nvSpPr>
          <p:spPr>
            <a:xfrm>
              <a:off x="6887300" y="25102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4"/>
            <p:cNvSpPr/>
            <p:nvPr/>
          </p:nvSpPr>
          <p:spPr>
            <a:xfrm>
              <a:off x="6912925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4"/>
            <p:cNvSpPr/>
            <p:nvPr/>
          </p:nvSpPr>
          <p:spPr>
            <a:xfrm>
              <a:off x="6775150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4"/>
            <p:cNvSpPr/>
            <p:nvPr/>
          </p:nvSpPr>
          <p:spPr>
            <a:xfrm>
              <a:off x="6867625" y="2553650"/>
              <a:ext cx="15025" cy="30950"/>
            </a:xfrm>
            <a:custGeom>
              <a:avLst/>
              <a:gdLst/>
              <a:ahLst/>
              <a:cxnLst/>
              <a:rect l="l" t="t" r="r" b="b"/>
              <a:pathLst>
                <a:path w="601" h="1238" extrusionOk="0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4"/>
            <p:cNvSpPr/>
            <p:nvPr/>
          </p:nvSpPr>
          <p:spPr>
            <a:xfrm>
              <a:off x="68613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4"/>
            <p:cNvSpPr/>
            <p:nvPr/>
          </p:nvSpPr>
          <p:spPr>
            <a:xfrm>
              <a:off x="6864175" y="2216250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4"/>
            <p:cNvSpPr/>
            <p:nvPr/>
          </p:nvSpPr>
          <p:spPr>
            <a:xfrm>
              <a:off x="6826700" y="2222800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4"/>
            <p:cNvSpPr/>
            <p:nvPr/>
          </p:nvSpPr>
          <p:spPr>
            <a:xfrm>
              <a:off x="6837325" y="2258100"/>
              <a:ext cx="46875" cy="35950"/>
            </a:xfrm>
            <a:custGeom>
              <a:avLst/>
              <a:gdLst/>
              <a:ahLst/>
              <a:cxnLst/>
              <a:rect l="l" t="t" r="r" b="b"/>
              <a:pathLst>
                <a:path w="1875" h="1438" extrusionOk="0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4"/>
            <p:cNvSpPr/>
            <p:nvPr/>
          </p:nvSpPr>
          <p:spPr>
            <a:xfrm>
              <a:off x="6849500" y="2246850"/>
              <a:ext cx="30650" cy="17200"/>
            </a:xfrm>
            <a:custGeom>
              <a:avLst/>
              <a:gdLst/>
              <a:ahLst/>
              <a:cxnLst/>
              <a:rect l="l" t="t" r="r" b="b"/>
              <a:pathLst>
                <a:path w="1226" h="688" extrusionOk="0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4"/>
            <p:cNvSpPr/>
            <p:nvPr/>
          </p:nvSpPr>
          <p:spPr>
            <a:xfrm>
              <a:off x="6819200" y="2492725"/>
              <a:ext cx="71575" cy="55025"/>
            </a:xfrm>
            <a:custGeom>
              <a:avLst/>
              <a:gdLst/>
              <a:ahLst/>
              <a:cxnLst/>
              <a:rect l="l" t="t" r="r" b="b"/>
              <a:pathLst>
                <a:path w="2863" h="2201" extrusionOk="0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4"/>
            <p:cNvSpPr/>
            <p:nvPr/>
          </p:nvSpPr>
          <p:spPr>
            <a:xfrm>
              <a:off x="6793275" y="2835125"/>
              <a:ext cx="104675" cy="111575"/>
            </a:xfrm>
            <a:custGeom>
              <a:avLst/>
              <a:gdLst/>
              <a:ahLst/>
              <a:cxnLst/>
              <a:rect l="l" t="t" r="r" b="b"/>
              <a:pathLst>
                <a:path w="4187" h="4463" extrusionOk="0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4"/>
            <p:cNvSpPr/>
            <p:nvPr/>
          </p:nvSpPr>
          <p:spPr>
            <a:xfrm>
              <a:off x="6818575" y="2941350"/>
              <a:ext cx="146550" cy="263725"/>
            </a:xfrm>
            <a:custGeom>
              <a:avLst/>
              <a:gdLst/>
              <a:ahLst/>
              <a:cxnLst/>
              <a:rect l="l" t="t" r="r" b="b"/>
              <a:pathLst>
                <a:path w="5862" h="10549" extrusionOk="0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4"/>
            <p:cNvSpPr/>
            <p:nvPr/>
          </p:nvSpPr>
          <p:spPr>
            <a:xfrm>
              <a:off x="6841075" y="3137250"/>
              <a:ext cx="84375" cy="100925"/>
            </a:xfrm>
            <a:custGeom>
              <a:avLst/>
              <a:gdLst/>
              <a:ahLst/>
              <a:cxnLst/>
              <a:rect l="l" t="t" r="r" b="b"/>
              <a:pathLst>
                <a:path w="3375" h="4037" extrusionOk="0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4"/>
            <p:cNvSpPr/>
            <p:nvPr/>
          </p:nvSpPr>
          <p:spPr>
            <a:xfrm>
              <a:off x="6857325" y="3245025"/>
              <a:ext cx="13750" cy="55325"/>
            </a:xfrm>
            <a:custGeom>
              <a:avLst/>
              <a:gdLst/>
              <a:ahLst/>
              <a:cxnLst/>
              <a:rect l="l" t="t" r="r" b="b"/>
              <a:pathLst>
                <a:path w="550" h="2213" extrusionOk="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4"/>
            <p:cNvSpPr/>
            <p:nvPr/>
          </p:nvSpPr>
          <p:spPr>
            <a:xfrm>
              <a:off x="6805150" y="2972925"/>
              <a:ext cx="96550" cy="81550"/>
            </a:xfrm>
            <a:custGeom>
              <a:avLst/>
              <a:gdLst/>
              <a:ahLst/>
              <a:cxnLst/>
              <a:rect l="l" t="t" r="r" b="b"/>
              <a:pathLst>
                <a:path w="3862" h="3262" extrusionOk="0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4"/>
            <p:cNvSpPr/>
            <p:nvPr/>
          </p:nvSpPr>
          <p:spPr>
            <a:xfrm>
              <a:off x="6762350" y="2958850"/>
              <a:ext cx="110600" cy="22825"/>
            </a:xfrm>
            <a:custGeom>
              <a:avLst/>
              <a:gdLst/>
              <a:ahLst/>
              <a:cxnLst/>
              <a:rect l="l" t="t" r="r" b="b"/>
              <a:pathLst>
                <a:path w="4424" h="913" extrusionOk="0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4"/>
            <p:cNvSpPr/>
            <p:nvPr/>
          </p:nvSpPr>
          <p:spPr>
            <a:xfrm>
              <a:off x="675110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4"/>
            <p:cNvSpPr/>
            <p:nvPr/>
          </p:nvSpPr>
          <p:spPr>
            <a:xfrm>
              <a:off x="6748600" y="2965425"/>
              <a:ext cx="17200" cy="22200"/>
            </a:xfrm>
            <a:custGeom>
              <a:avLst/>
              <a:gdLst/>
              <a:ahLst/>
              <a:cxnLst/>
              <a:rect l="l" t="t" r="r" b="b"/>
              <a:pathLst>
                <a:path w="688" h="888" extrusionOk="0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4"/>
            <p:cNvSpPr/>
            <p:nvPr/>
          </p:nvSpPr>
          <p:spPr>
            <a:xfrm>
              <a:off x="6927925" y="3207225"/>
              <a:ext cx="3450" cy="2850"/>
            </a:xfrm>
            <a:custGeom>
              <a:avLst/>
              <a:gdLst/>
              <a:ahLst/>
              <a:cxnLst/>
              <a:rect l="l" t="t" r="r" b="b"/>
              <a:pathLst>
                <a:path w="138" h="114" extrusionOk="0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4"/>
            <p:cNvSpPr/>
            <p:nvPr/>
          </p:nvSpPr>
          <p:spPr>
            <a:xfrm>
              <a:off x="6870125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4"/>
            <p:cNvSpPr/>
            <p:nvPr/>
          </p:nvSpPr>
          <p:spPr>
            <a:xfrm>
              <a:off x="6865425" y="32978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4"/>
            <p:cNvSpPr/>
            <p:nvPr/>
          </p:nvSpPr>
          <p:spPr>
            <a:xfrm>
              <a:off x="6831375" y="323752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4"/>
            <p:cNvSpPr/>
            <p:nvPr/>
          </p:nvSpPr>
          <p:spPr>
            <a:xfrm>
              <a:off x="6831700" y="3237850"/>
              <a:ext cx="29075" cy="33125"/>
            </a:xfrm>
            <a:custGeom>
              <a:avLst/>
              <a:gdLst/>
              <a:ahLst/>
              <a:cxnLst/>
              <a:rect l="l" t="t" r="r" b="b"/>
              <a:pathLst>
                <a:path w="1163" h="1325" extrusionOk="0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4"/>
            <p:cNvSpPr/>
            <p:nvPr/>
          </p:nvSpPr>
          <p:spPr>
            <a:xfrm>
              <a:off x="6767025" y="2929475"/>
              <a:ext cx="86575" cy="38475"/>
            </a:xfrm>
            <a:custGeom>
              <a:avLst/>
              <a:gdLst/>
              <a:ahLst/>
              <a:cxnLst/>
              <a:rect l="l" t="t" r="r" b="b"/>
              <a:pathLst>
                <a:path w="3463" h="1539" extrusionOk="0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4"/>
            <p:cNvSpPr/>
            <p:nvPr/>
          </p:nvSpPr>
          <p:spPr>
            <a:xfrm>
              <a:off x="6752650" y="2919175"/>
              <a:ext cx="16575" cy="17825"/>
            </a:xfrm>
            <a:custGeom>
              <a:avLst/>
              <a:gdLst/>
              <a:ahLst/>
              <a:cxnLst/>
              <a:rect l="l" t="t" r="r" b="b"/>
              <a:pathLst>
                <a:path w="663" h="713" extrusionOk="0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4"/>
            <p:cNvSpPr/>
            <p:nvPr/>
          </p:nvSpPr>
          <p:spPr>
            <a:xfrm>
              <a:off x="6783275" y="2974800"/>
              <a:ext cx="81875" cy="30325"/>
            </a:xfrm>
            <a:custGeom>
              <a:avLst/>
              <a:gdLst/>
              <a:ahLst/>
              <a:cxnLst/>
              <a:rect l="l" t="t" r="r" b="b"/>
              <a:pathLst>
                <a:path w="3275" h="1213" extrusionOk="0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4"/>
            <p:cNvSpPr/>
            <p:nvPr/>
          </p:nvSpPr>
          <p:spPr>
            <a:xfrm>
              <a:off x="6773575" y="3001650"/>
              <a:ext cx="14725" cy="13150"/>
            </a:xfrm>
            <a:custGeom>
              <a:avLst/>
              <a:gdLst/>
              <a:ahLst/>
              <a:cxnLst/>
              <a:rect l="l" t="t" r="r" b="b"/>
              <a:pathLst>
                <a:path w="589" h="526" extrusionOk="0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4"/>
            <p:cNvSpPr/>
            <p:nvPr/>
          </p:nvSpPr>
          <p:spPr>
            <a:xfrm>
              <a:off x="6888250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4"/>
            <p:cNvSpPr/>
            <p:nvPr/>
          </p:nvSpPr>
          <p:spPr>
            <a:xfrm>
              <a:off x="6844200" y="2899500"/>
              <a:ext cx="49375" cy="31575"/>
            </a:xfrm>
            <a:custGeom>
              <a:avLst/>
              <a:gdLst/>
              <a:ahLst/>
              <a:cxnLst/>
              <a:rect l="l" t="t" r="r" b="b"/>
              <a:pathLst>
                <a:path w="1975" h="1263" extrusionOk="0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4"/>
            <p:cNvSpPr/>
            <p:nvPr/>
          </p:nvSpPr>
          <p:spPr>
            <a:xfrm>
              <a:off x="6887300" y="31138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4"/>
            <p:cNvSpPr/>
            <p:nvPr/>
          </p:nvSpPr>
          <p:spPr>
            <a:xfrm>
              <a:off x="6912925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4"/>
            <p:cNvSpPr/>
            <p:nvPr/>
          </p:nvSpPr>
          <p:spPr>
            <a:xfrm>
              <a:off x="6775450" y="287262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4"/>
            <p:cNvSpPr/>
            <p:nvPr/>
          </p:nvSpPr>
          <p:spPr>
            <a:xfrm>
              <a:off x="6867625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4"/>
            <p:cNvSpPr/>
            <p:nvPr/>
          </p:nvSpPr>
          <p:spPr>
            <a:xfrm>
              <a:off x="6861375" y="3101625"/>
              <a:ext cx="21900" cy="34075"/>
            </a:xfrm>
            <a:custGeom>
              <a:avLst/>
              <a:gdLst/>
              <a:ahLst/>
              <a:cxnLst/>
              <a:rect l="l" t="t" r="r" b="b"/>
              <a:pathLst>
                <a:path w="876" h="1363" extrusionOk="0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4"/>
            <p:cNvSpPr/>
            <p:nvPr/>
          </p:nvSpPr>
          <p:spPr>
            <a:xfrm>
              <a:off x="6864175" y="3338125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4"/>
            <p:cNvSpPr/>
            <p:nvPr/>
          </p:nvSpPr>
          <p:spPr>
            <a:xfrm>
              <a:off x="6826700" y="3402175"/>
              <a:ext cx="65000" cy="61250"/>
            </a:xfrm>
            <a:custGeom>
              <a:avLst/>
              <a:gdLst/>
              <a:ahLst/>
              <a:cxnLst/>
              <a:rect l="l" t="t" r="r" b="b"/>
              <a:pathLst>
                <a:path w="2600" h="2450" extrusionOk="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4"/>
            <p:cNvSpPr/>
            <p:nvPr/>
          </p:nvSpPr>
          <p:spPr>
            <a:xfrm>
              <a:off x="6837325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4"/>
            <p:cNvSpPr/>
            <p:nvPr/>
          </p:nvSpPr>
          <p:spPr>
            <a:xfrm>
              <a:off x="6849500" y="3422475"/>
              <a:ext cx="30950" cy="17525"/>
            </a:xfrm>
            <a:custGeom>
              <a:avLst/>
              <a:gdLst/>
              <a:ahLst/>
              <a:cxnLst/>
              <a:rect l="l" t="t" r="r" b="b"/>
              <a:pathLst>
                <a:path w="1238" h="701" extrusionOk="0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4"/>
            <p:cNvSpPr/>
            <p:nvPr/>
          </p:nvSpPr>
          <p:spPr>
            <a:xfrm>
              <a:off x="6819200" y="3138500"/>
              <a:ext cx="71575" cy="55325"/>
            </a:xfrm>
            <a:custGeom>
              <a:avLst/>
              <a:gdLst/>
              <a:ahLst/>
              <a:cxnLst/>
              <a:rect l="l" t="t" r="r" b="b"/>
              <a:pathLst>
                <a:path w="2863" h="2213" extrusionOk="0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4"/>
            <p:cNvSpPr/>
            <p:nvPr/>
          </p:nvSpPr>
          <p:spPr>
            <a:xfrm>
              <a:off x="6798275" y="2819200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4"/>
            <p:cNvSpPr/>
            <p:nvPr/>
          </p:nvSpPr>
          <p:spPr>
            <a:xfrm>
              <a:off x="6794825" y="2818575"/>
              <a:ext cx="5975" cy="16900"/>
            </a:xfrm>
            <a:custGeom>
              <a:avLst/>
              <a:gdLst/>
              <a:ahLst/>
              <a:cxnLst/>
              <a:rect l="l" t="t" r="r" b="b"/>
              <a:pathLst>
                <a:path w="239" h="676" extrusionOk="0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4"/>
            <p:cNvSpPr/>
            <p:nvPr/>
          </p:nvSpPr>
          <p:spPr>
            <a:xfrm>
              <a:off x="6810775" y="2837625"/>
              <a:ext cx="7500" cy="9400"/>
            </a:xfrm>
            <a:custGeom>
              <a:avLst/>
              <a:gdLst/>
              <a:ahLst/>
              <a:cxnLst/>
              <a:rect l="l" t="t" r="r" b="b"/>
              <a:pathLst>
                <a:path w="300" h="376" extrusionOk="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4"/>
            <p:cNvSpPr/>
            <p:nvPr/>
          </p:nvSpPr>
          <p:spPr>
            <a:xfrm>
              <a:off x="6797325" y="2844825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4"/>
            <p:cNvSpPr/>
            <p:nvPr/>
          </p:nvSpPr>
          <p:spPr>
            <a:xfrm>
              <a:off x="6792950" y="2840450"/>
              <a:ext cx="10025" cy="24075"/>
            </a:xfrm>
            <a:custGeom>
              <a:avLst/>
              <a:gdLst/>
              <a:ahLst/>
              <a:cxnLst/>
              <a:rect l="l" t="t" r="r" b="b"/>
              <a:pathLst>
                <a:path w="401" h="963" extrusionOk="0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4"/>
            <p:cNvSpPr/>
            <p:nvPr/>
          </p:nvSpPr>
          <p:spPr>
            <a:xfrm>
              <a:off x="6795150" y="2829825"/>
              <a:ext cx="8150" cy="14075"/>
            </a:xfrm>
            <a:custGeom>
              <a:avLst/>
              <a:gdLst/>
              <a:ahLst/>
              <a:cxnLst/>
              <a:rect l="l" t="t" r="r" b="b"/>
              <a:pathLst>
                <a:path w="326" h="563" extrusionOk="0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4"/>
            <p:cNvSpPr/>
            <p:nvPr/>
          </p:nvSpPr>
          <p:spPr>
            <a:xfrm>
              <a:off x="6781075" y="2835125"/>
              <a:ext cx="12525" cy="14400"/>
            </a:xfrm>
            <a:custGeom>
              <a:avLst/>
              <a:gdLst/>
              <a:ahLst/>
              <a:cxnLst/>
              <a:rect l="l" t="t" r="r" b="b"/>
              <a:pathLst>
                <a:path w="501" h="576" extrusionOk="0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4"/>
            <p:cNvSpPr/>
            <p:nvPr/>
          </p:nvSpPr>
          <p:spPr>
            <a:xfrm>
              <a:off x="695500" y="2835450"/>
              <a:ext cx="104675" cy="111250"/>
            </a:xfrm>
            <a:custGeom>
              <a:avLst/>
              <a:gdLst/>
              <a:ahLst/>
              <a:cxnLst/>
              <a:rect l="l" t="t" r="r" b="b"/>
              <a:pathLst>
                <a:path w="4187" h="4450" extrusionOk="0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4"/>
            <p:cNvSpPr/>
            <p:nvPr/>
          </p:nvSpPr>
          <p:spPr>
            <a:xfrm>
              <a:off x="628000" y="2941675"/>
              <a:ext cx="146875" cy="263700"/>
            </a:xfrm>
            <a:custGeom>
              <a:avLst/>
              <a:gdLst/>
              <a:ahLst/>
              <a:cxnLst/>
              <a:rect l="l" t="t" r="r" b="b"/>
              <a:pathLst>
                <a:path w="5875" h="10548" extrusionOk="0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4"/>
            <p:cNvSpPr/>
            <p:nvPr/>
          </p:nvSpPr>
          <p:spPr>
            <a:xfrm>
              <a:off x="668000" y="31378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4"/>
            <p:cNvSpPr/>
            <p:nvPr/>
          </p:nvSpPr>
          <p:spPr>
            <a:xfrm>
              <a:off x="722350" y="3245025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4"/>
            <p:cNvSpPr/>
            <p:nvPr/>
          </p:nvSpPr>
          <p:spPr>
            <a:xfrm>
              <a:off x="692050" y="2972300"/>
              <a:ext cx="96575" cy="82175"/>
            </a:xfrm>
            <a:custGeom>
              <a:avLst/>
              <a:gdLst/>
              <a:ahLst/>
              <a:cxnLst/>
              <a:rect l="l" t="t" r="r" b="b"/>
              <a:pathLst>
                <a:path w="3863" h="3287" extrusionOk="0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4"/>
            <p:cNvSpPr/>
            <p:nvPr/>
          </p:nvSpPr>
          <p:spPr>
            <a:xfrm>
              <a:off x="720175" y="2958850"/>
              <a:ext cx="110625" cy="22825"/>
            </a:xfrm>
            <a:custGeom>
              <a:avLst/>
              <a:gdLst/>
              <a:ahLst/>
              <a:cxnLst/>
              <a:rect l="l" t="t" r="r" b="b"/>
              <a:pathLst>
                <a:path w="4425" h="913" extrusionOk="0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4"/>
            <p:cNvSpPr/>
            <p:nvPr/>
          </p:nvSpPr>
          <p:spPr>
            <a:xfrm>
              <a:off x="83015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4"/>
            <p:cNvSpPr/>
            <p:nvPr/>
          </p:nvSpPr>
          <p:spPr>
            <a:xfrm>
              <a:off x="828275" y="296542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4"/>
            <p:cNvSpPr/>
            <p:nvPr/>
          </p:nvSpPr>
          <p:spPr>
            <a:xfrm>
              <a:off x="662375" y="3207225"/>
              <a:ext cx="3150" cy="2850"/>
            </a:xfrm>
            <a:custGeom>
              <a:avLst/>
              <a:gdLst/>
              <a:ahLst/>
              <a:cxnLst/>
              <a:rect l="l" t="t" r="r" b="b"/>
              <a:pathLst>
                <a:path w="126" h="114" extrusionOk="0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4"/>
            <p:cNvSpPr/>
            <p:nvPr/>
          </p:nvSpPr>
          <p:spPr>
            <a:xfrm>
              <a:off x="705800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4"/>
            <p:cNvSpPr/>
            <p:nvPr/>
          </p:nvSpPr>
          <p:spPr>
            <a:xfrm>
              <a:off x="708300" y="32978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4"/>
            <p:cNvSpPr/>
            <p:nvPr/>
          </p:nvSpPr>
          <p:spPr>
            <a:xfrm>
              <a:off x="732050" y="323752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4"/>
            <p:cNvSpPr/>
            <p:nvPr/>
          </p:nvSpPr>
          <p:spPr>
            <a:xfrm>
              <a:off x="732675" y="3237850"/>
              <a:ext cx="29375" cy="33125"/>
            </a:xfrm>
            <a:custGeom>
              <a:avLst/>
              <a:gdLst/>
              <a:ahLst/>
              <a:cxnLst/>
              <a:rect l="l" t="t" r="r" b="b"/>
              <a:pathLst>
                <a:path w="1175" h="1325" extrusionOk="0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4"/>
            <p:cNvSpPr/>
            <p:nvPr/>
          </p:nvSpPr>
          <p:spPr>
            <a:xfrm>
              <a:off x="739850" y="2929475"/>
              <a:ext cx="86875" cy="38475"/>
            </a:xfrm>
            <a:custGeom>
              <a:avLst/>
              <a:gdLst/>
              <a:ahLst/>
              <a:cxnLst/>
              <a:rect l="l" t="t" r="r" b="b"/>
              <a:pathLst>
                <a:path w="3475" h="1539" extrusionOk="0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4"/>
            <p:cNvSpPr/>
            <p:nvPr/>
          </p:nvSpPr>
          <p:spPr>
            <a:xfrm>
              <a:off x="824200" y="291917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4"/>
            <p:cNvSpPr/>
            <p:nvPr/>
          </p:nvSpPr>
          <p:spPr>
            <a:xfrm>
              <a:off x="728300" y="2974800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4"/>
            <p:cNvSpPr/>
            <p:nvPr/>
          </p:nvSpPr>
          <p:spPr>
            <a:xfrm>
              <a:off x="805150" y="3001975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4"/>
            <p:cNvSpPr/>
            <p:nvPr/>
          </p:nvSpPr>
          <p:spPr>
            <a:xfrm>
              <a:off x="644875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4"/>
            <p:cNvSpPr/>
            <p:nvPr/>
          </p:nvSpPr>
          <p:spPr>
            <a:xfrm>
              <a:off x="699875" y="2899175"/>
              <a:ext cx="49375" cy="31900"/>
            </a:xfrm>
            <a:custGeom>
              <a:avLst/>
              <a:gdLst/>
              <a:ahLst/>
              <a:cxnLst/>
              <a:rect l="l" t="t" r="r" b="b"/>
              <a:pathLst>
                <a:path w="1975" h="1276" extrusionOk="0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4"/>
            <p:cNvSpPr/>
            <p:nvPr/>
          </p:nvSpPr>
          <p:spPr>
            <a:xfrm>
              <a:off x="674550" y="3113825"/>
              <a:ext cx="31600" cy="62800"/>
            </a:xfrm>
            <a:custGeom>
              <a:avLst/>
              <a:gdLst/>
              <a:ahLst/>
              <a:cxnLst/>
              <a:rect l="l" t="t" r="r" b="b"/>
              <a:pathLst>
                <a:path w="1264" h="2512" extrusionOk="0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4"/>
            <p:cNvSpPr/>
            <p:nvPr/>
          </p:nvSpPr>
          <p:spPr>
            <a:xfrm>
              <a:off x="658950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4"/>
            <p:cNvSpPr/>
            <p:nvPr/>
          </p:nvSpPr>
          <p:spPr>
            <a:xfrm>
              <a:off x="762050" y="2872625"/>
              <a:ext cx="56250" cy="81250"/>
            </a:xfrm>
            <a:custGeom>
              <a:avLst/>
              <a:gdLst/>
              <a:ahLst/>
              <a:cxnLst/>
              <a:rect l="l" t="t" r="r" b="b"/>
              <a:pathLst>
                <a:path w="2250" h="3250" extrusionOk="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4"/>
            <p:cNvSpPr/>
            <p:nvPr/>
          </p:nvSpPr>
          <p:spPr>
            <a:xfrm>
              <a:off x="710800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4"/>
            <p:cNvSpPr/>
            <p:nvPr/>
          </p:nvSpPr>
          <p:spPr>
            <a:xfrm>
              <a:off x="710175" y="31016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4"/>
            <p:cNvSpPr/>
            <p:nvPr/>
          </p:nvSpPr>
          <p:spPr>
            <a:xfrm>
              <a:off x="669550" y="3338125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4"/>
            <p:cNvSpPr/>
            <p:nvPr/>
          </p:nvSpPr>
          <p:spPr>
            <a:xfrm>
              <a:off x="701750" y="3402175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4"/>
            <p:cNvSpPr/>
            <p:nvPr/>
          </p:nvSpPr>
          <p:spPr>
            <a:xfrm>
              <a:off x="709550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4"/>
            <p:cNvSpPr/>
            <p:nvPr/>
          </p:nvSpPr>
          <p:spPr>
            <a:xfrm>
              <a:off x="713300" y="3422475"/>
              <a:ext cx="30950" cy="17225"/>
            </a:xfrm>
            <a:custGeom>
              <a:avLst/>
              <a:gdLst/>
              <a:ahLst/>
              <a:cxnLst/>
              <a:rect l="l" t="t" r="r" b="b"/>
              <a:pathLst>
                <a:path w="1238" h="689" extrusionOk="0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4"/>
            <p:cNvSpPr/>
            <p:nvPr/>
          </p:nvSpPr>
          <p:spPr>
            <a:xfrm>
              <a:off x="702675" y="3138500"/>
              <a:ext cx="71875" cy="55325"/>
            </a:xfrm>
            <a:custGeom>
              <a:avLst/>
              <a:gdLst/>
              <a:ahLst/>
              <a:cxnLst/>
              <a:rect l="l" t="t" r="r" b="b"/>
              <a:pathLst>
                <a:path w="2875" h="2213" extrusionOk="0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4"/>
            <p:cNvSpPr/>
            <p:nvPr/>
          </p:nvSpPr>
          <p:spPr>
            <a:xfrm>
              <a:off x="695500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4"/>
            <p:cNvSpPr/>
            <p:nvPr/>
          </p:nvSpPr>
          <p:spPr>
            <a:xfrm>
              <a:off x="62832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4"/>
            <p:cNvSpPr/>
            <p:nvPr/>
          </p:nvSpPr>
          <p:spPr>
            <a:xfrm>
              <a:off x="667675" y="2448375"/>
              <a:ext cx="84700" cy="100925"/>
            </a:xfrm>
            <a:custGeom>
              <a:avLst/>
              <a:gdLst/>
              <a:ahLst/>
              <a:cxnLst/>
              <a:rect l="l" t="t" r="r" b="b"/>
              <a:pathLst>
                <a:path w="3388" h="4037" extrusionOk="0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4"/>
            <p:cNvSpPr/>
            <p:nvPr/>
          </p:nvSpPr>
          <p:spPr>
            <a:xfrm>
              <a:off x="722350" y="2386200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4"/>
            <p:cNvSpPr/>
            <p:nvPr/>
          </p:nvSpPr>
          <p:spPr>
            <a:xfrm>
              <a:off x="691750" y="2632075"/>
              <a:ext cx="96875" cy="81550"/>
            </a:xfrm>
            <a:custGeom>
              <a:avLst/>
              <a:gdLst/>
              <a:ahLst/>
              <a:cxnLst/>
              <a:rect l="l" t="t" r="r" b="b"/>
              <a:pathLst>
                <a:path w="3875" h="3262" extrusionOk="0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4"/>
            <p:cNvSpPr/>
            <p:nvPr/>
          </p:nvSpPr>
          <p:spPr>
            <a:xfrm>
              <a:off x="720475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4"/>
            <p:cNvSpPr/>
            <p:nvPr/>
          </p:nvSpPr>
          <p:spPr>
            <a:xfrm>
              <a:off x="83015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4"/>
            <p:cNvSpPr/>
            <p:nvPr/>
          </p:nvSpPr>
          <p:spPr>
            <a:xfrm>
              <a:off x="827325" y="2698925"/>
              <a:ext cx="17225" cy="22200"/>
            </a:xfrm>
            <a:custGeom>
              <a:avLst/>
              <a:gdLst/>
              <a:ahLst/>
              <a:cxnLst/>
              <a:rect l="l" t="t" r="r" b="b"/>
              <a:pathLst>
                <a:path w="689" h="888" extrusionOk="0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4"/>
            <p:cNvSpPr/>
            <p:nvPr/>
          </p:nvSpPr>
          <p:spPr>
            <a:xfrm>
              <a:off x="662375" y="2476475"/>
              <a:ext cx="3150" cy="3150"/>
            </a:xfrm>
            <a:custGeom>
              <a:avLst/>
              <a:gdLst/>
              <a:ahLst/>
              <a:cxnLst/>
              <a:rect l="l" t="t" r="r" b="b"/>
              <a:pathLst>
                <a:path w="126" h="126" extrusionOk="0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4"/>
            <p:cNvSpPr/>
            <p:nvPr/>
          </p:nvSpPr>
          <p:spPr>
            <a:xfrm>
              <a:off x="705800" y="23468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4"/>
            <p:cNvSpPr/>
            <p:nvPr/>
          </p:nvSpPr>
          <p:spPr>
            <a:xfrm>
              <a:off x="708300" y="23465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4"/>
            <p:cNvSpPr/>
            <p:nvPr/>
          </p:nvSpPr>
          <p:spPr>
            <a:xfrm>
              <a:off x="732050" y="241587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4"/>
            <p:cNvSpPr/>
            <p:nvPr/>
          </p:nvSpPr>
          <p:spPr>
            <a:xfrm>
              <a:off x="732675" y="2415550"/>
              <a:ext cx="29075" cy="33475"/>
            </a:xfrm>
            <a:custGeom>
              <a:avLst/>
              <a:gdLst/>
              <a:ahLst/>
              <a:cxnLst/>
              <a:rect l="l" t="t" r="r" b="b"/>
              <a:pathLst>
                <a:path w="1163" h="1339" extrusionOk="0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4"/>
            <p:cNvSpPr/>
            <p:nvPr/>
          </p:nvSpPr>
          <p:spPr>
            <a:xfrm>
              <a:off x="739850" y="2718600"/>
              <a:ext cx="86875" cy="38450"/>
            </a:xfrm>
            <a:custGeom>
              <a:avLst/>
              <a:gdLst/>
              <a:ahLst/>
              <a:cxnLst/>
              <a:rect l="l" t="t" r="r" b="b"/>
              <a:pathLst>
                <a:path w="3475" h="1538" extrusionOk="0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4"/>
            <p:cNvSpPr/>
            <p:nvPr/>
          </p:nvSpPr>
          <p:spPr>
            <a:xfrm>
              <a:off x="824200" y="2749525"/>
              <a:ext cx="16600" cy="17850"/>
            </a:xfrm>
            <a:custGeom>
              <a:avLst/>
              <a:gdLst/>
              <a:ahLst/>
              <a:cxnLst/>
              <a:rect l="l" t="t" r="r" b="b"/>
              <a:pathLst>
                <a:path w="664" h="714" extrusionOk="0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4"/>
            <p:cNvSpPr/>
            <p:nvPr/>
          </p:nvSpPr>
          <p:spPr>
            <a:xfrm>
              <a:off x="728300" y="2681125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4"/>
            <p:cNvSpPr/>
            <p:nvPr/>
          </p:nvSpPr>
          <p:spPr>
            <a:xfrm>
              <a:off x="805150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4"/>
            <p:cNvSpPr/>
            <p:nvPr/>
          </p:nvSpPr>
          <p:spPr>
            <a:xfrm>
              <a:off x="644875" y="2270600"/>
              <a:ext cx="60325" cy="237450"/>
            </a:xfrm>
            <a:custGeom>
              <a:avLst/>
              <a:gdLst/>
              <a:ahLst/>
              <a:cxnLst/>
              <a:rect l="l" t="t" r="r" b="b"/>
              <a:pathLst>
                <a:path w="2413" h="9498" extrusionOk="0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4"/>
            <p:cNvSpPr/>
            <p:nvPr/>
          </p:nvSpPr>
          <p:spPr>
            <a:xfrm>
              <a:off x="699875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4"/>
            <p:cNvSpPr/>
            <p:nvPr/>
          </p:nvSpPr>
          <p:spPr>
            <a:xfrm>
              <a:off x="674550" y="2510225"/>
              <a:ext cx="31600" cy="62500"/>
            </a:xfrm>
            <a:custGeom>
              <a:avLst/>
              <a:gdLst/>
              <a:ahLst/>
              <a:cxnLst/>
              <a:rect l="l" t="t" r="r" b="b"/>
              <a:pathLst>
                <a:path w="1264" h="2500" extrusionOk="0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4"/>
            <p:cNvSpPr/>
            <p:nvPr/>
          </p:nvSpPr>
          <p:spPr>
            <a:xfrm>
              <a:off x="658950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4"/>
            <p:cNvSpPr/>
            <p:nvPr/>
          </p:nvSpPr>
          <p:spPr>
            <a:xfrm>
              <a:off x="761725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4"/>
            <p:cNvSpPr/>
            <p:nvPr/>
          </p:nvSpPr>
          <p:spPr>
            <a:xfrm>
              <a:off x="710500" y="25536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4"/>
            <p:cNvSpPr/>
            <p:nvPr/>
          </p:nvSpPr>
          <p:spPr>
            <a:xfrm>
              <a:off x="7101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4"/>
            <p:cNvSpPr/>
            <p:nvPr/>
          </p:nvSpPr>
          <p:spPr>
            <a:xfrm>
              <a:off x="669550" y="2216250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4"/>
            <p:cNvSpPr/>
            <p:nvPr/>
          </p:nvSpPr>
          <p:spPr>
            <a:xfrm>
              <a:off x="701750" y="2223100"/>
              <a:ext cx="65000" cy="61275"/>
            </a:xfrm>
            <a:custGeom>
              <a:avLst/>
              <a:gdLst/>
              <a:ahLst/>
              <a:cxnLst/>
              <a:rect l="l" t="t" r="r" b="b"/>
              <a:pathLst>
                <a:path w="2600" h="2451" extrusionOk="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4"/>
            <p:cNvSpPr/>
            <p:nvPr/>
          </p:nvSpPr>
          <p:spPr>
            <a:xfrm>
              <a:off x="709550" y="2258100"/>
              <a:ext cx="46900" cy="35950"/>
            </a:xfrm>
            <a:custGeom>
              <a:avLst/>
              <a:gdLst/>
              <a:ahLst/>
              <a:cxnLst/>
              <a:rect l="l" t="t" r="r" b="b"/>
              <a:pathLst>
                <a:path w="1876" h="1438" extrusionOk="0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4"/>
            <p:cNvSpPr/>
            <p:nvPr/>
          </p:nvSpPr>
          <p:spPr>
            <a:xfrm>
              <a:off x="713300" y="2246550"/>
              <a:ext cx="30950" cy="17500"/>
            </a:xfrm>
            <a:custGeom>
              <a:avLst/>
              <a:gdLst/>
              <a:ahLst/>
              <a:cxnLst/>
              <a:rect l="l" t="t" r="r" b="b"/>
              <a:pathLst>
                <a:path w="1238" h="700" extrusionOk="0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4"/>
            <p:cNvSpPr/>
            <p:nvPr/>
          </p:nvSpPr>
          <p:spPr>
            <a:xfrm>
              <a:off x="703000" y="2492725"/>
              <a:ext cx="71550" cy="55325"/>
            </a:xfrm>
            <a:custGeom>
              <a:avLst/>
              <a:gdLst/>
              <a:ahLst/>
              <a:cxnLst/>
              <a:rect l="l" t="t" r="r" b="b"/>
              <a:pathLst>
                <a:path w="2862" h="2213" extrusionOk="0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4"/>
            <p:cNvSpPr/>
            <p:nvPr/>
          </p:nvSpPr>
          <p:spPr>
            <a:xfrm>
              <a:off x="779850" y="2847325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4"/>
            <p:cNvSpPr/>
            <p:nvPr/>
          </p:nvSpPr>
          <p:spPr>
            <a:xfrm>
              <a:off x="792975" y="2850750"/>
              <a:ext cx="5950" cy="16900"/>
            </a:xfrm>
            <a:custGeom>
              <a:avLst/>
              <a:gdLst/>
              <a:ahLst/>
              <a:cxnLst/>
              <a:rect l="l" t="t" r="r" b="b"/>
              <a:pathLst>
                <a:path w="238" h="676" extrusionOk="0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4"/>
            <p:cNvSpPr/>
            <p:nvPr/>
          </p:nvSpPr>
          <p:spPr>
            <a:xfrm>
              <a:off x="775150" y="2839500"/>
              <a:ext cx="7525" cy="9400"/>
            </a:xfrm>
            <a:custGeom>
              <a:avLst/>
              <a:gdLst/>
              <a:ahLst/>
              <a:cxnLst/>
              <a:rect l="l" t="t" r="r" b="b"/>
              <a:pathLst>
                <a:path w="301" h="376" extrusionOk="0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4"/>
            <p:cNvSpPr/>
            <p:nvPr/>
          </p:nvSpPr>
          <p:spPr>
            <a:xfrm>
              <a:off x="780775" y="2821400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4"/>
            <p:cNvSpPr/>
            <p:nvPr/>
          </p:nvSpPr>
          <p:spPr>
            <a:xfrm>
              <a:off x="790475" y="2821700"/>
              <a:ext cx="10325" cy="24400"/>
            </a:xfrm>
            <a:custGeom>
              <a:avLst/>
              <a:gdLst/>
              <a:ahLst/>
              <a:cxnLst/>
              <a:rect l="l" t="t" r="r" b="b"/>
              <a:pathLst>
                <a:path w="413" h="976" extrusionOk="0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4"/>
            <p:cNvSpPr/>
            <p:nvPr/>
          </p:nvSpPr>
          <p:spPr>
            <a:xfrm>
              <a:off x="790150" y="2842625"/>
              <a:ext cx="8150" cy="14100"/>
            </a:xfrm>
            <a:custGeom>
              <a:avLst/>
              <a:gdLst/>
              <a:ahLst/>
              <a:cxnLst/>
              <a:rect l="l" t="t" r="r" b="b"/>
              <a:pathLst>
                <a:path w="326" h="564" extrusionOk="0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4"/>
            <p:cNvSpPr/>
            <p:nvPr/>
          </p:nvSpPr>
          <p:spPr>
            <a:xfrm>
              <a:off x="799850" y="2837000"/>
              <a:ext cx="12500" cy="14400"/>
            </a:xfrm>
            <a:custGeom>
              <a:avLst/>
              <a:gdLst/>
              <a:ahLst/>
              <a:cxnLst/>
              <a:rect l="l" t="t" r="r" b="b"/>
              <a:pathLst>
                <a:path w="500" h="576" extrusionOk="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1200"/>
                                        <p:tgtEl>
                                          <p:spTgt spid="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8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8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" grpId="0" animBg="1"/>
      <p:bldP spid="89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!!Titel"/>
          <p:cNvSpPr txBox="1">
            <a:spLocks noGrp="1"/>
          </p:cNvSpPr>
          <p:nvPr>
            <p:ph type="ctrTitle"/>
          </p:nvPr>
        </p:nvSpPr>
        <p:spPr>
          <a:xfrm>
            <a:off x="2361575" y="1453450"/>
            <a:ext cx="4421100" cy="205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Der Stromkrieg</a:t>
            </a:r>
            <a:endParaRPr sz="5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- 1886–1892 -</a:t>
            </a:r>
            <a:endParaRPr sz="5100"/>
          </a:p>
        </p:txBody>
      </p:sp>
      <p:sp>
        <p:nvSpPr>
          <p:cNvPr id="891" name="!!Untertitel"/>
          <p:cNvSpPr txBox="1">
            <a:spLocks noGrp="1"/>
          </p:cNvSpPr>
          <p:nvPr>
            <p:ph type="subTitle" idx="1"/>
          </p:nvPr>
        </p:nvSpPr>
        <p:spPr>
          <a:xfrm>
            <a:off x="2494100" y="3578625"/>
            <a:ext cx="4155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Edison vs. Westinghouse · Simon Bruder</a:t>
            </a:r>
            <a:endParaRPr/>
          </a:p>
        </p:txBody>
      </p:sp>
      <p:grpSp>
        <p:nvGrpSpPr>
          <p:cNvPr id="892" name="Google Shape;892;p34"/>
          <p:cNvGrpSpPr/>
          <p:nvPr/>
        </p:nvGrpSpPr>
        <p:grpSpPr>
          <a:xfrm>
            <a:off x="2361225" y="3521900"/>
            <a:ext cx="4421400" cy="589250"/>
            <a:chOff x="2361225" y="3521900"/>
            <a:chExt cx="4421400" cy="589250"/>
          </a:xfrm>
        </p:grpSpPr>
        <p:cxnSp>
          <p:nvCxnSpPr>
            <p:cNvPr id="893" name="Google Shape;893;p34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4" name="Google Shape;894;p34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95" name="Google Shape;895;p34"/>
          <p:cNvSpPr txBox="1"/>
          <p:nvPr/>
        </p:nvSpPr>
        <p:spPr>
          <a:xfrm>
            <a:off x="3714675" y="1016233"/>
            <a:ext cx="1714500" cy="413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FHNW</a:t>
            </a:r>
            <a:endParaRPr sz="16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pSp>
        <p:nvGrpSpPr>
          <p:cNvPr id="896" name="Google Shape;896;p34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897" name="Google Shape;897;p34"/>
            <p:cNvSpPr/>
            <p:nvPr/>
          </p:nvSpPr>
          <p:spPr>
            <a:xfrm>
              <a:off x="83952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4"/>
            <p:cNvSpPr/>
            <p:nvPr/>
          </p:nvSpPr>
          <p:spPr>
            <a:xfrm>
              <a:off x="844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4"/>
            <p:cNvSpPr/>
            <p:nvPr/>
          </p:nvSpPr>
          <p:spPr>
            <a:xfrm>
              <a:off x="898575" y="13480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4"/>
            <p:cNvSpPr/>
            <p:nvPr/>
          </p:nvSpPr>
          <p:spPr>
            <a:xfrm>
              <a:off x="9448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4"/>
            <p:cNvSpPr/>
            <p:nvPr/>
          </p:nvSpPr>
          <p:spPr>
            <a:xfrm>
              <a:off x="752350" y="1240875"/>
              <a:ext cx="206850" cy="104050"/>
            </a:xfrm>
            <a:custGeom>
              <a:avLst/>
              <a:gdLst/>
              <a:ahLst/>
              <a:cxnLst/>
              <a:rect l="l" t="t" r="r" b="b"/>
              <a:pathLst>
                <a:path w="8274" h="4162" extrusionOk="0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4"/>
            <p:cNvSpPr/>
            <p:nvPr/>
          </p:nvSpPr>
          <p:spPr>
            <a:xfrm>
              <a:off x="1012600" y="1245875"/>
              <a:ext cx="88750" cy="80000"/>
            </a:xfrm>
            <a:custGeom>
              <a:avLst/>
              <a:gdLst/>
              <a:ahLst/>
              <a:cxnLst/>
              <a:rect l="l" t="t" r="r" b="b"/>
              <a:pathLst>
                <a:path w="3550" h="3200" extrusionOk="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4"/>
            <p:cNvSpPr/>
            <p:nvPr/>
          </p:nvSpPr>
          <p:spPr>
            <a:xfrm>
              <a:off x="1123500" y="1272100"/>
              <a:ext cx="33450" cy="43775"/>
            </a:xfrm>
            <a:custGeom>
              <a:avLst/>
              <a:gdLst/>
              <a:ahLst/>
              <a:cxnLst/>
              <a:rect l="l" t="t" r="r" b="b"/>
              <a:pathLst>
                <a:path w="1338" h="1751" extrusionOk="0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4"/>
            <p:cNvSpPr/>
            <p:nvPr/>
          </p:nvSpPr>
          <p:spPr>
            <a:xfrm>
              <a:off x="732975" y="129210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4"/>
            <p:cNvSpPr/>
            <p:nvPr/>
          </p:nvSpPr>
          <p:spPr>
            <a:xfrm>
              <a:off x="809225" y="1274925"/>
              <a:ext cx="77800" cy="113125"/>
            </a:xfrm>
            <a:custGeom>
              <a:avLst/>
              <a:gdLst/>
              <a:ahLst/>
              <a:cxnLst/>
              <a:rect l="l" t="t" r="r" b="b"/>
              <a:pathLst>
                <a:path w="3112" h="4525" extrusionOk="0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4"/>
            <p:cNvSpPr/>
            <p:nvPr/>
          </p:nvSpPr>
          <p:spPr>
            <a:xfrm>
              <a:off x="792650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4"/>
            <p:cNvSpPr/>
            <p:nvPr/>
          </p:nvSpPr>
          <p:spPr>
            <a:xfrm>
              <a:off x="841400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4"/>
            <p:cNvSpPr/>
            <p:nvPr/>
          </p:nvSpPr>
          <p:spPr>
            <a:xfrm>
              <a:off x="973550" y="1363650"/>
              <a:ext cx="9700" cy="6900"/>
            </a:xfrm>
            <a:custGeom>
              <a:avLst/>
              <a:gdLst/>
              <a:ahLst/>
              <a:cxnLst/>
              <a:rect l="l" t="t" r="r" b="b"/>
              <a:pathLst>
                <a:path w="388" h="276" extrusionOk="0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4"/>
            <p:cNvSpPr/>
            <p:nvPr/>
          </p:nvSpPr>
          <p:spPr>
            <a:xfrm>
              <a:off x="832025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4"/>
            <p:cNvSpPr/>
            <p:nvPr/>
          </p:nvSpPr>
          <p:spPr>
            <a:xfrm>
              <a:off x="810775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4"/>
            <p:cNvSpPr/>
            <p:nvPr/>
          </p:nvSpPr>
          <p:spPr>
            <a:xfrm>
              <a:off x="766400" y="1291175"/>
              <a:ext cx="73150" cy="22525"/>
            </a:xfrm>
            <a:custGeom>
              <a:avLst/>
              <a:gdLst/>
              <a:ahLst/>
              <a:cxnLst/>
              <a:rect l="l" t="t" r="r" b="b"/>
              <a:pathLst>
                <a:path w="2926" h="901" extrusionOk="0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4"/>
            <p:cNvSpPr/>
            <p:nvPr/>
          </p:nvSpPr>
          <p:spPr>
            <a:xfrm>
              <a:off x="767350" y="12968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4"/>
            <p:cNvSpPr/>
            <p:nvPr/>
          </p:nvSpPr>
          <p:spPr>
            <a:xfrm>
              <a:off x="919500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4"/>
            <p:cNvSpPr/>
            <p:nvPr/>
          </p:nvSpPr>
          <p:spPr>
            <a:xfrm>
              <a:off x="914500" y="1250875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4"/>
            <p:cNvSpPr/>
            <p:nvPr/>
          </p:nvSpPr>
          <p:spPr>
            <a:xfrm>
              <a:off x="1186925" y="1310225"/>
              <a:ext cx="83125" cy="26900"/>
            </a:xfrm>
            <a:custGeom>
              <a:avLst/>
              <a:gdLst/>
              <a:ahLst/>
              <a:cxnLst/>
              <a:rect l="l" t="t" r="r" b="b"/>
              <a:pathLst>
                <a:path w="3325" h="1076" extrusionOk="0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4"/>
            <p:cNvSpPr/>
            <p:nvPr/>
          </p:nvSpPr>
          <p:spPr>
            <a:xfrm>
              <a:off x="1187250" y="1314900"/>
              <a:ext cx="100600" cy="30975"/>
            </a:xfrm>
            <a:custGeom>
              <a:avLst/>
              <a:gdLst/>
              <a:ahLst/>
              <a:cxnLst/>
              <a:rect l="l" t="t" r="r" b="b"/>
              <a:pathLst>
                <a:path w="4024" h="1239" extrusionOk="0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4"/>
            <p:cNvSpPr/>
            <p:nvPr/>
          </p:nvSpPr>
          <p:spPr>
            <a:xfrm>
              <a:off x="5855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4"/>
            <p:cNvSpPr/>
            <p:nvPr/>
          </p:nvSpPr>
          <p:spPr>
            <a:xfrm>
              <a:off x="762975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4"/>
            <p:cNvSpPr/>
            <p:nvPr/>
          </p:nvSpPr>
          <p:spPr>
            <a:xfrm>
              <a:off x="741425" y="1520175"/>
              <a:ext cx="77175" cy="73125"/>
            </a:xfrm>
            <a:custGeom>
              <a:avLst/>
              <a:gdLst/>
              <a:ahLst/>
              <a:cxnLst/>
              <a:rect l="l" t="t" r="r" b="b"/>
              <a:pathLst>
                <a:path w="3087" h="2925" extrusionOk="0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4"/>
            <p:cNvSpPr/>
            <p:nvPr/>
          </p:nvSpPr>
          <p:spPr>
            <a:xfrm>
              <a:off x="812325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4"/>
            <p:cNvSpPr/>
            <p:nvPr/>
          </p:nvSpPr>
          <p:spPr>
            <a:xfrm>
              <a:off x="633950" y="13739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4"/>
            <p:cNvSpPr/>
            <p:nvPr/>
          </p:nvSpPr>
          <p:spPr>
            <a:xfrm>
              <a:off x="638950" y="1634200"/>
              <a:ext cx="81550" cy="88450"/>
            </a:xfrm>
            <a:custGeom>
              <a:avLst/>
              <a:gdLst/>
              <a:ahLst/>
              <a:cxnLst/>
              <a:rect l="l" t="t" r="r" b="b"/>
              <a:pathLst>
                <a:path w="3262" h="3538" extrusionOk="0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4"/>
            <p:cNvSpPr/>
            <p:nvPr/>
          </p:nvSpPr>
          <p:spPr>
            <a:xfrm>
              <a:off x="66520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4"/>
            <p:cNvSpPr/>
            <p:nvPr/>
          </p:nvSpPr>
          <p:spPr>
            <a:xfrm>
              <a:off x="68517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4"/>
            <p:cNvSpPr/>
            <p:nvPr/>
          </p:nvSpPr>
          <p:spPr>
            <a:xfrm>
              <a:off x="6683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4"/>
            <p:cNvSpPr/>
            <p:nvPr/>
          </p:nvSpPr>
          <p:spPr>
            <a:xfrm>
              <a:off x="769525" y="1413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4"/>
            <p:cNvSpPr/>
            <p:nvPr/>
          </p:nvSpPr>
          <p:spPr>
            <a:xfrm>
              <a:off x="786400" y="1462675"/>
              <a:ext cx="10025" cy="5975"/>
            </a:xfrm>
            <a:custGeom>
              <a:avLst/>
              <a:gdLst/>
              <a:ahLst/>
              <a:cxnLst/>
              <a:rect l="l" t="t" r="r" b="b"/>
              <a:pathLst>
                <a:path w="401" h="239" extrusionOk="0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4"/>
            <p:cNvSpPr/>
            <p:nvPr/>
          </p:nvSpPr>
          <p:spPr>
            <a:xfrm>
              <a:off x="756725" y="1594850"/>
              <a:ext cx="7200" cy="10000"/>
            </a:xfrm>
            <a:custGeom>
              <a:avLst/>
              <a:gdLst/>
              <a:ahLst/>
              <a:cxnLst/>
              <a:rect l="l" t="t" r="r" b="b"/>
              <a:pathLst>
                <a:path w="288" h="400" extrusionOk="0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4"/>
            <p:cNvSpPr/>
            <p:nvPr/>
          </p:nvSpPr>
          <p:spPr>
            <a:xfrm>
              <a:off x="62707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4"/>
            <p:cNvSpPr/>
            <p:nvPr/>
          </p:nvSpPr>
          <p:spPr>
            <a:xfrm>
              <a:off x="627075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4"/>
            <p:cNvSpPr/>
            <p:nvPr/>
          </p:nvSpPr>
          <p:spPr>
            <a:xfrm>
              <a:off x="684550" y="1388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4"/>
            <p:cNvSpPr/>
            <p:nvPr/>
          </p:nvSpPr>
          <p:spPr>
            <a:xfrm>
              <a:off x="690175" y="1388950"/>
              <a:ext cx="23775" cy="70625"/>
            </a:xfrm>
            <a:custGeom>
              <a:avLst/>
              <a:gdLst/>
              <a:ahLst/>
              <a:cxnLst/>
              <a:rect l="l" t="t" r="r" b="b"/>
              <a:pathLst>
                <a:path w="951" h="2825" extrusionOk="0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4"/>
            <p:cNvSpPr/>
            <p:nvPr/>
          </p:nvSpPr>
          <p:spPr>
            <a:xfrm>
              <a:off x="6420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4"/>
            <p:cNvSpPr/>
            <p:nvPr/>
          </p:nvSpPr>
          <p:spPr>
            <a:xfrm>
              <a:off x="642375" y="1531100"/>
              <a:ext cx="55950" cy="20950"/>
            </a:xfrm>
            <a:custGeom>
              <a:avLst/>
              <a:gdLst/>
              <a:ahLst/>
              <a:cxnLst/>
              <a:rect l="l" t="t" r="r" b="b"/>
              <a:pathLst>
                <a:path w="2238" h="838" extrusionOk="0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4"/>
            <p:cNvSpPr/>
            <p:nvPr/>
          </p:nvSpPr>
          <p:spPr>
            <a:xfrm>
              <a:off x="703625" y="1808525"/>
              <a:ext cx="26875" cy="82825"/>
            </a:xfrm>
            <a:custGeom>
              <a:avLst/>
              <a:gdLst/>
              <a:ahLst/>
              <a:cxnLst/>
              <a:rect l="l" t="t" r="r" b="b"/>
              <a:pathLst>
                <a:path w="1075" h="3313" extrusionOk="0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4"/>
            <p:cNvSpPr/>
            <p:nvPr/>
          </p:nvSpPr>
          <p:spPr>
            <a:xfrm>
              <a:off x="708300" y="1808525"/>
              <a:ext cx="30950" cy="100950"/>
            </a:xfrm>
            <a:custGeom>
              <a:avLst/>
              <a:gdLst/>
              <a:ahLst/>
              <a:cxnLst/>
              <a:rect l="l" t="t" r="r" b="b"/>
              <a:pathLst>
                <a:path w="1238" h="4038" extrusionOk="0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4"/>
            <p:cNvSpPr/>
            <p:nvPr/>
          </p:nvSpPr>
          <p:spPr>
            <a:xfrm>
              <a:off x="88700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4"/>
            <p:cNvSpPr/>
            <p:nvPr/>
          </p:nvSpPr>
          <p:spPr>
            <a:xfrm>
              <a:off x="893575" y="1496125"/>
              <a:ext cx="58750" cy="15000"/>
            </a:xfrm>
            <a:custGeom>
              <a:avLst/>
              <a:gdLst/>
              <a:ahLst/>
              <a:cxnLst/>
              <a:rect l="l" t="t" r="r" b="b"/>
              <a:pathLst>
                <a:path w="2350" h="600" extrusionOk="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4"/>
            <p:cNvSpPr/>
            <p:nvPr/>
          </p:nvSpPr>
          <p:spPr>
            <a:xfrm>
              <a:off x="927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4"/>
            <p:cNvSpPr/>
            <p:nvPr/>
          </p:nvSpPr>
          <p:spPr>
            <a:xfrm>
              <a:off x="88670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4"/>
            <p:cNvSpPr/>
            <p:nvPr/>
          </p:nvSpPr>
          <p:spPr>
            <a:xfrm>
              <a:off x="897000" y="1522975"/>
              <a:ext cx="17200" cy="34700"/>
            </a:xfrm>
            <a:custGeom>
              <a:avLst/>
              <a:gdLst/>
              <a:ahLst/>
              <a:cxnLst/>
              <a:rect l="l" t="t" r="r" b="b"/>
              <a:pathLst>
                <a:path w="688" h="1388" extrusionOk="0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4"/>
            <p:cNvSpPr/>
            <p:nvPr/>
          </p:nvSpPr>
          <p:spPr>
            <a:xfrm>
              <a:off x="907925" y="1521425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4"/>
            <p:cNvSpPr/>
            <p:nvPr/>
          </p:nvSpPr>
          <p:spPr>
            <a:xfrm>
              <a:off x="915425" y="1512975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4"/>
            <p:cNvSpPr/>
            <p:nvPr/>
          </p:nvSpPr>
          <p:spPr>
            <a:xfrm>
              <a:off x="917300" y="1513300"/>
              <a:ext cx="17225" cy="6900"/>
            </a:xfrm>
            <a:custGeom>
              <a:avLst/>
              <a:gdLst/>
              <a:ahLst/>
              <a:cxnLst/>
              <a:rect l="l" t="t" r="r" b="b"/>
              <a:pathLst>
                <a:path w="689" h="276" extrusionOk="0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4"/>
            <p:cNvSpPr/>
            <p:nvPr/>
          </p:nvSpPr>
          <p:spPr>
            <a:xfrm>
              <a:off x="92605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20967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575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628300" y="1348025"/>
              <a:ext cx="73450" cy="77200"/>
            </a:xfrm>
            <a:custGeom>
              <a:avLst/>
              <a:gdLst/>
              <a:ahLst/>
              <a:cxnLst/>
              <a:rect l="l" t="t" r="r" b="b"/>
              <a:pathLst>
                <a:path w="2938" h="3088" extrusionOk="0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6555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6641425" y="1240875"/>
              <a:ext cx="206550" cy="104050"/>
            </a:xfrm>
            <a:custGeom>
              <a:avLst/>
              <a:gdLst/>
              <a:ahLst/>
              <a:cxnLst/>
              <a:rect l="l" t="t" r="r" b="b"/>
              <a:pathLst>
                <a:path w="8262" h="4162" extrusionOk="0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499275" y="1245875"/>
              <a:ext cx="88450" cy="80000"/>
            </a:xfrm>
            <a:custGeom>
              <a:avLst/>
              <a:gdLst/>
              <a:ahLst/>
              <a:cxnLst/>
              <a:rect l="l" t="t" r="r" b="b"/>
              <a:pathLst>
                <a:path w="3538" h="3200" extrusionOk="0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6443675" y="1272100"/>
              <a:ext cx="33125" cy="43775"/>
            </a:xfrm>
            <a:custGeom>
              <a:avLst/>
              <a:gdLst/>
              <a:ahLst/>
              <a:cxnLst/>
              <a:rect l="l" t="t" r="r" b="b"/>
              <a:pathLst>
                <a:path w="1325" h="1751" extrusionOk="0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6835450" y="1292100"/>
              <a:ext cx="31875" cy="31900"/>
            </a:xfrm>
            <a:custGeom>
              <a:avLst/>
              <a:gdLst/>
              <a:ahLst/>
              <a:cxnLst/>
              <a:rect l="l" t="t" r="r" b="b"/>
              <a:pathLst>
                <a:path w="1275" h="1276" extrusionOk="0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13600" y="1274925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6777025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6753275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6617075" y="1363650"/>
              <a:ext cx="10000" cy="6900"/>
            </a:xfrm>
            <a:custGeom>
              <a:avLst/>
              <a:gdLst/>
              <a:ahLst/>
              <a:cxnLst/>
              <a:rect l="l" t="t" r="r" b="b"/>
              <a:pathLst>
                <a:path w="400" h="276" extrusionOk="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6611450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6756400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761100" y="1291175"/>
              <a:ext cx="72800" cy="22525"/>
            </a:xfrm>
            <a:custGeom>
              <a:avLst/>
              <a:gdLst/>
              <a:ahLst/>
              <a:cxnLst/>
              <a:rect l="l" t="t" r="r" b="b"/>
              <a:pathLst>
                <a:path w="2912" h="901" extrusionOk="0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762650" y="1296800"/>
              <a:ext cx="70325" cy="23450"/>
            </a:xfrm>
            <a:custGeom>
              <a:avLst/>
              <a:gdLst/>
              <a:ahLst/>
              <a:cxnLst/>
              <a:rect l="l" t="t" r="r" b="b"/>
              <a:pathLst>
                <a:path w="2813" h="938" extrusionOk="0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6662675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4"/>
            <p:cNvSpPr/>
            <p:nvPr/>
          </p:nvSpPr>
          <p:spPr>
            <a:xfrm>
              <a:off x="6669850" y="1250875"/>
              <a:ext cx="15975" cy="54375"/>
            </a:xfrm>
            <a:custGeom>
              <a:avLst/>
              <a:gdLst/>
              <a:ahLst/>
              <a:cxnLst/>
              <a:rect l="l" t="t" r="r" b="b"/>
              <a:pathLst>
                <a:path w="639" h="2175" extrusionOk="0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4"/>
            <p:cNvSpPr/>
            <p:nvPr/>
          </p:nvSpPr>
          <p:spPr>
            <a:xfrm>
              <a:off x="6330275" y="1310225"/>
              <a:ext cx="82800" cy="26900"/>
            </a:xfrm>
            <a:custGeom>
              <a:avLst/>
              <a:gdLst/>
              <a:ahLst/>
              <a:cxnLst/>
              <a:rect l="l" t="t" r="r" b="b"/>
              <a:pathLst>
                <a:path w="3312" h="1076" extrusionOk="0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4"/>
            <p:cNvSpPr/>
            <p:nvPr/>
          </p:nvSpPr>
          <p:spPr>
            <a:xfrm>
              <a:off x="6312450" y="1314900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4"/>
            <p:cNvSpPr/>
            <p:nvPr/>
          </p:nvSpPr>
          <p:spPr>
            <a:xfrm>
              <a:off x="68148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4"/>
            <p:cNvSpPr/>
            <p:nvPr/>
          </p:nvSpPr>
          <p:spPr>
            <a:xfrm>
              <a:off x="6715800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4"/>
            <p:cNvSpPr/>
            <p:nvPr/>
          </p:nvSpPr>
          <p:spPr>
            <a:xfrm>
              <a:off x="6781700" y="1520175"/>
              <a:ext cx="77200" cy="73125"/>
            </a:xfrm>
            <a:custGeom>
              <a:avLst/>
              <a:gdLst/>
              <a:ahLst/>
              <a:cxnLst/>
              <a:rect l="l" t="t" r="r" b="b"/>
              <a:pathLst>
                <a:path w="3088" h="2925" extrusionOk="0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4"/>
            <p:cNvSpPr/>
            <p:nvPr/>
          </p:nvSpPr>
          <p:spPr>
            <a:xfrm>
              <a:off x="6787950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4"/>
            <p:cNvSpPr/>
            <p:nvPr/>
          </p:nvSpPr>
          <p:spPr>
            <a:xfrm>
              <a:off x="6862300" y="1373950"/>
              <a:ext cx="104075" cy="206550"/>
            </a:xfrm>
            <a:custGeom>
              <a:avLst/>
              <a:gdLst/>
              <a:ahLst/>
              <a:cxnLst/>
              <a:rect l="l" t="t" r="r" b="b"/>
              <a:pathLst>
                <a:path w="4163" h="8262" extrusionOk="0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4"/>
            <p:cNvSpPr/>
            <p:nvPr/>
          </p:nvSpPr>
          <p:spPr>
            <a:xfrm>
              <a:off x="6879800" y="1634200"/>
              <a:ext cx="81575" cy="88450"/>
            </a:xfrm>
            <a:custGeom>
              <a:avLst/>
              <a:gdLst/>
              <a:ahLst/>
              <a:cxnLst/>
              <a:rect l="l" t="t" r="r" b="b"/>
              <a:pathLst>
                <a:path w="3263" h="3538" extrusionOk="0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4"/>
            <p:cNvSpPr/>
            <p:nvPr/>
          </p:nvSpPr>
          <p:spPr>
            <a:xfrm>
              <a:off x="689105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4"/>
            <p:cNvSpPr/>
            <p:nvPr/>
          </p:nvSpPr>
          <p:spPr>
            <a:xfrm>
              <a:off x="688292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4"/>
            <p:cNvSpPr/>
            <p:nvPr/>
          </p:nvSpPr>
          <p:spPr>
            <a:xfrm>
              <a:off x="68192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4"/>
            <p:cNvSpPr/>
            <p:nvPr/>
          </p:nvSpPr>
          <p:spPr>
            <a:xfrm>
              <a:off x="6798275" y="1413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4"/>
            <p:cNvSpPr/>
            <p:nvPr/>
          </p:nvSpPr>
          <p:spPr>
            <a:xfrm>
              <a:off x="6803900" y="1462675"/>
              <a:ext cx="10000" cy="5975"/>
            </a:xfrm>
            <a:custGeom>
              <a:avLst/>
              <a:gdLst/>
              <a:ahLst/>
              <a:cxnLst/>
              <a:rect l="l" t="t" r="r" b="b"/>
              <a:pathLst>
                <a:path w="400" h="239" extrusionOk="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4"/>
            <p:cNvSpPr/>
            <p:nvPr/>
          </p:nvSpPr>
          <p:spPr>
            <a:xfrm>
              <a:off x="6836375" y="1594850"/>
              <a:ext cx="7225" cy="10000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4"/>
            <p:cNvSpPr/>
            <p:nvPr/>
          </p:nvSpPr>
          <p:spPr>
            <a:xfrm>
              <a:off x="694542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4"/>
            <p:cNvSpPr/>
            <p:nvPr/>
          </p:nvSpPr>
          <p:spPr>
            <a:xfrm>
              <a:off x="6942300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4"/>
            <p:cNvSpPr/>
            <p:nvPr/>
          </p:nvSpPr>
          <p:spPr>
            <a:xfrm>
              <a:off x="6893250" y="1388025"/>
              <a:ext cx="22500" cy="72800"/>
            </a:xfrm>
            <a:custGeom>
              <a:avLst/>
              <a:gdLst/>
              <a:ahLst/>
              <a:cxnLst/>
              <a:rect l="l" t="t" r="r" b="b"/>
              <a:pathLst>
                <a:path w="900" h="2912" extrusionOk="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4"/>
            <p:cNvSpPr/>
            <p:nvPr/>
          </p:nvSpPr>
          <p:spPr>
            <a:xfrm>
              <a:off x="6886375" y="1388950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4"/>
            <p:cNvSpPr/>
            <p:nvPr/>
          </p:nvSpPr>
          <p:spPr>
            <a:xfrm>
              <a:off x="69013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4"/>
            <p:cNvSpPr/>
            <p:nvPr/>
          </p:nvSpPr>
          <p:spPr>
            <a:xfrm>
              <a:off x="6901675" y="1530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4"/>
            <p:cNvSpPr/>
            <p:nvPr/>
          </p:nvSpPr>
          <p:spPr>
            <a:xfrm>
              <a:off x="6869800" y="1808525"/>
              <a:ext cx="26900" cy="82825"/>
            </a:xfrm>
            <a:custGeom>
              <a:avLst/>
              <a:gdLst/>
              <a:ahLst/>
              <a:cxnLst/>
              <a:rect l="l" t="t" r="r" b="b"/>
              <a:pathLst>
                <a:path w="1076" h="3313" extrusionOk="0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4"/>
            <p:cNvSpPr/>
            <p:nvPr/>
          </p:nvSpPr>
          <p:spPr>
            <a:xfrm>
              <a:off x="6861050" y="1808525"/>
              <a:ext cx="30975" cy="100950"/>
            </a:xfrm>
            <a:custGeom>
              <a:avLst/>
              <a:gdLst/>
              <a:ahLst/>
              <a:cxnLst/>
              <a:rect l="l" t="t" r="r" b="b"/>
              <a:pathLst>
                <a:path w="1239" h="4038" extrusionOk="0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4"/>
            <p:cNvSpPr/>
            <p:nvPr/>
          </p:nvSpPr>
          <p:spPr>
            <a:xfrm>
              <a:off x="670485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4"/>
            <p:cNvSpPr/>
            <p:nvPr/>
          </p:nvSpPr>
          <p:spPr>
            <a:xfrm>
              <a:off x="6648000" y="1496125"/>
              <a:ext cx="59075" cy="15000"/>
            </a:xfrm>
            <a:custGeom>
              <a:avLst/>
              <a:gdLst/>
              <a:ahLst/>
              <a:cxnLst/>
              <a:rect l="l" t="t" r="r" b="b"/>
              <a:pathLst>
                <a:path w="2363" h="600" extrusionOk="0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4"/>
            <p:cNvSpPr/>
            <p:nvPr/>
          </p:nvSpPr>
          <p:spPr>
            <a:xfrm>
              <a:off x="6648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4"/>
            <p:cNvSpPr/>
            <p:nvPr/>
          </p:nvSpPr>
          <p:spPr>
            <a:xfrm>
              <a:off x="668705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4"/>
            <p:cNvSpPr/>
            <p:nvPr/>
          </p:nvSpPr>
          <p:spPr>
            <a:xfrm>
              <a:off x="6686100" y="1522975"/>
              <a:ext cx="17225" cy="34700"/>
            </a:xfrm>
            <a:custGeom>
              <a:avLst/>
              <a:gdLst/>
              <a:ahLst/>
              <a:cxnLst/>
              <a:rect l="l" t="t" r="r" b="b"/>
              <a:pathLst>
                <a:path w="689" h="1388" extrusionOk="0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4"/>
            <p:cNvSpPr/>
            <p:nvPr/>
          </p:nvSpPr>
          <p:spPr>
            <a:xfrm>
              <a:off x="6669850" y="1521425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4"/>
            <p:cNvSpPr/>
            <p:nvPr/>
          </p:nvSpPr>
          <p:spPr>
            <a:xfrm>
              <a:off x="6668925" y="1512975"/>
              <a:ext cx="15650" cy="19100"/>
            </a:xfrm>
            <a:custGeom>
              <a:avLst/>
              <a:gdLst/>
              <a:ahLst/>
              <a:cxnLst/>
              <a:rect l="l" t="t" r="r" b="b"/>
              <a:pathLst>
                <a:path w="626" h="764" extrusionOk="0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4"/>
            <p:cNvSpPr/>
            <p:nvPr/>
          </p:nvSpPr>
          <p:spPr>
            <a:xfrm>
              <a:off x="6665800" y="151330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4"/>
            <p:cNvSpPr/>
            <p:nvPr/>
          </p:nvSpPr>
          <p:spPr>
            <a:xfrm>
              <a:off x="664580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4"/>
            <p:cNvSpPr/>
            <p:nvPr/>
          </p:nvSpPr>
          <p:spPr>
            <a:xfrm>
              <a:off x="6217175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4"/>
            <p:cNvSpPr/>
            <p:nvPr/>
          </p:nvSpPr>
          <p:spPr>
            <a:xfrm>
              <a:off x="6582375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4"/>
            <p:cNvSpPr/>
            <p:nvPr/>
          </p:nvSpPr>
          <p:spPr>
            <a:xfrm>
              <a:off x="6636125" y="4276625"/>
              <a:ext cx="72825" cy="77200"/>
            </a:xfrm>
            <a:custGeom>
              <a:avLst/>
              <a:gdLst/>
              <a:ahLst/>
              <a:cxnLst/>
              <a:rect l="l" t="t" r="r" b="b"/>
              <a:pathLst>
                <a:path w="2913" h="3088" extrusionOk="0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4"/>
            <p:cNvSpPr/>
            <p:nvPr/>
          </p:nvSpPr>
          <p:spPr>
            <a:xfrm>
              <a:off x="6662675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4"/>
            <p:cNvSpPr/>
            <p:nvPr/>
          </p:nvSpPr>
          <p:spPr>
            <a:xfrm>
              <a:off x="6648925" y="4357225"/>
              <a:ext cx="206550" cy="103750"/>
            </a:xfrm>
            <a:custGeom>
              <a:avLst/>
              <a:gdLst/>
              <a:ahLst/>
              <a:cxnLst/>
              <a:rect l="l" t="t" r="r" b="b"/>
              <a:pathLst>
                <a:path w="8262" h="4150" extrusionOk="0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6506475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6450850" y="4386300"/>
              <a:ext cx="33150" cy="43450"/>
            </a:xfrm>
            <a:custGeom>
              <a:avLst/>
              <a:gdLst/>
              <a:ahLst/>
              <a:cxnLst/>
              <a:rect l="l" t="t" r="r" b="b"/>
              <a:pathLst>
                <a:path w="1326" h="1738" extrusionOk="0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4"/>
            <p:cNvSpPr/>
            <p:nvPr/>
          </p:nvSpPr>
          <p:spPr>
            <a:xfrm>
              <a:off x="684262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4"/>
            <p:cNvSpPr/>
            <p:nvPr/>
          </p:nvSpPr>
          <p:spPr>
            <a:xfrm>
              <a:off x="67207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4"/>
            <p:cNvSpPr/>
            <p:nvPr/>
          </p:nvSpPr>
          <p:spPr>
            <a:xfrm>
              <a:off x="6784200" y="4293200"/>
              <a:ext cx="30650" cy="32500"/>
            </a:xfrm>
            <a:custGeom>
              <a:avLst/>
              <a:gdLst/>
              <a:ahLst/>
              <a:cxnLst/>
              <a:rect l="l" t="t" r="r" b="b"/>
              <a:pathLst>
                <a:path w="1226" h="1300" extrusionOk="0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67607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4"/>
            <p:cNvSpPr/>
            <p:nvPr/>
          </p:nvSpPr>
          <p:spPr>
            <a:xfrm>
              <a:off x="6624250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4"/>
            <p:cNvSpPr/>
            <p:nvPr/>
          </p:nvSpPr>
          <p:spPr>
            <a:xfrm>
              <a:off x="66186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4"/>
            <p:cNvSpPr/>
            <p:nvPr/>
          </p:nvSpPr>
          <p:spPr>
            <a:xfrm>
              <a:off x="6763900" y="4437225"/>
              <a:ext cx="32825" cy="31250"/>
            </a:xfrm>
            <a:custGeom>
              <a:avLst/>
              <a:gdLst/>
              <a:ahLst/>
              <a:cxnLst/>
              <a:rect l="l" t="t" r="r" b="b"/>
              <a:pathLst>
                <a:path w="1313" h="1250" extrusionOk="0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4"/>
            <p:cNvSpPr/>
            <p:nvPr/>
          </p:nvSpPr>
          <p:spPr>
            <a:xfrm>
              <a:off x="6768275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4"/>
            <p:cNvSpPr/>
            <p:nvPr/>
          </p:nvSpPr>
          <p:spPr>
            <a:xfrm>
              <a:off x="6769525" y="43816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4"/>
            <p:cNvSpPr/>
            <p:nvPr/>
          </p:nvSpPr>
          <p:spPr>
            <a:xfrm>
              <a:off x="666985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6677050" y="4396600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4"/>
            <p:cNvSpPr/>
            <p:nvPr/>
          </p:nvSpPr>
          <p:spPr>
            <a:xfrm>
              <a:off x="6337750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4"/>
            <p:cNvSpPr/>
            <p:nvPr/>
          </p:nvSpPr>
          <p:spPr>
            <a:xfrm>
              <a:off x="6319650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4"/>
            <p:cNvSpPr/>
            <p:nvPr/>
          </p:nvSpPr>
          <p:spPr>
            <a:xfrm>
              <a:off x="68223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6723275" y="4055125"/>
              <a:ext cx="121250" cy="180925"/>
            </a:xfrm>
            <a:custGeom>
              <a:avLst/>
              <a:gdLst/>
              <a:ahLst/>
              <a:cxnLst/>
              <a:rect l="l" t="t" r="r" b="b"/>
              <a:pathLst>
                <a:path w="4850" h="7237" extrusionOk="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67892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4"/>
            <p:cNvSpPr/>
            <p:nvPr/>
          </p:nvSpPr>
          <p:spPr>
            <a:xfrm>
              <a:off x="6795150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4"/>
            <p:cNvSpPr/>
            <p:nvPr/>
          </p:nvSpPr>
          <p:spPr>
            <a:xfrm>
              <a:off x="6869500" y="41213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6887000" y="3978900"/>
              <a:ext cx="81875" cy="88750"/>
            </a:xfrm>
            <a:custGeom>
              <a:avLst/>
              <a:gdLst/>
              <a:ahLst/>
              <a:cxnLst/>
              <a:rect l="l" t="t" r="r" b="b"/>
              <a:pathLst>
                <a:path w="3275" h="3550" extrusionOk="0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4"/>
            <p:cNvSpPr/>
            <p:nvPr/>
          </p:nvSpPr>
          <p:spPr>
            <a:xfrm>
              <a:off x="6898550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4"/>
            <p:cNvSpPr/>
            <p:nvPr/>
          </p:nvSpPr>
          <p:spPr>
            <a:xfrm>
              <a:off x="6890425" y="4315375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4"/>
            <p:cNvSpPr/>
            <p:nvPr/>
          </p:nvSpPr>
          <p:spPr>
            <a:xfrm>
              <a:off x="6826375" y="4193850"/>
              <a:ext cx="112825" cy="77500"/>
            </a:xfrm>
            <a:custGeom>
              <a:avLst/>
              <a:gdLst/>
              <a:ahLst/>
              <a:cxnLst/>
              <a:rect l="l" t="t" r="r" b="b"/>
              <a:pathLst>
                <a:path w="4513" h="3100" extrusionOk="0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4"/>
            <p:cNvSpPr/>
            <p:nvPr/>
          </p:nvSpPr>
          <p:spPr>
            <a:xfrm>
              <a:off x="6805775" y="4256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4"/>
            <p:cNvSpPr/>
            <p:nvPr/>
          </p:nvSpPr>
          <p:spPr>
            <a:xfrm>
              <a:off x="6811400" y="4233200"/>
              <a:ext cx="9700" cy="5975"/>
            </a:xfrm>
            <a:custGeom>
              <a:avLst/>
              <a:gdLst/>
              <a:ahLst/>
              <a:cxnLst/>
              <a:rect l="l" t="t" r="r" b="b"/>
              <a:pathLst>
                <a:path w="388" h="239" extrusionOk="0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4"/>
            <p:cNvSpPr/>
            <p:nvPr/>
          </p:nvSpPr>
          <p:spPr>
            <a:xfrm>
              <a:off x="684387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4"/>
            <p:cNvSpPr/>
            <p:nvPr/>
          </p:nvSpPr>
          <p:spPr>
            <a:xfrm>
              <a:off x="6952925" y="4091375"/>
              <a:ext cx="27500" cy="156850"/>
            </a:xfrm>
            <a:custGeom>
              <a:avLst/>
              <a:gdLst/>
              <a:ahLst/>
              <a:cxnLst/>
              <a:rect l="l" t="t" r="r" b="b"/>
              <a:pathLst>
                <a:path w="1100" h="6274" extrusionOk="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4"/>
            <p:cNvSpPr/>
            <p:nvPr/>
          </p:nvSpPr>
          <p:spPr>
            <a:xfrm>
              <a:off x="6949475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4"/>
            <p:cNvSpPr/>
            <p:nvPr/>
          </p:nvSpPr>
          <p:spPr>
            <a:xfrm>
              <a:off x="6900425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4"/>
            <p:cNvSpPr/>
            <p:nvPr/>
          </p:nvSpPr>
          <p:spPr>
            <a:xfrm>
              <a:off x="68938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4"/>
            <p:cNvSpPr/>
            <p:nvPr/>
          </p:nvSpPr>
          <p:spPr>
            <a:xfrm>
              <a:off x="6908850" y="4142600"/>
              <a:ext cx="56575" cy="17850"/>
            </a:xfrm>
            <a:custGeom>
              <a:avLst/>
              <a:gdLst/>
              <a:ahLst/>
              <a:cxnLst/>
              <a:rect l="l" t="t" r="r" b="b"/>
              <a:pathLst>
                <a:path w="2263" h="714" extrusionOk="0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4"/>
            <p:cNvSpPr/>
            <p:nvPr/>
          </p:nvSpPr>
          <p:spPr>
            <a:xfrm>
              <a:off x="69091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4"/>
            <p:cNvSpPr/>
            <p:nvPr/>
          </p:nvSpPr>
          <p:spPr>
            <a:xfrm>
              <a:off x="6877300" y="3810500"/>
              <a:ext cx="26600" cy="82825"/>
            </a:xfrm>
            <a:custGeom>
              <a:avLst/>
              <a:gdLst/>
              <a:ahLst/>
              <a:cxnLst/>
              <a:rect l="l" t="t" r="r" b="b"/>
              <a:pathLst>
                <a:path w="1064" h="3313" extrusionOk="0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4"/>
            <p:cNvSpPr/>
            <p:nvPr/>
          </p:nvSpPr>
          <p:spPr>
            <a:xfrm>
              <a:off x="6868550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4"/>
            <p:cNvSpPr/>
            <p:nvPr/>
          </p:nvSpPr>
          <p:spPr>
            <a:xfrm>
              <a:off x="6712050" y="4197600"/>
              <a:ext cx="8450" cy="8150"/>
            </a:xfrm>
            <a:custGeom>
              <a:avLst/>
              <a:gdLst/>
              <a:ahLst/>
              <a:cxnLst/>
              <a:rect l="l" t="t" r="r" b="b"/>
              <a:pathLst>
                <a:path w="338" h="326" extrusionOk="0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4"/>
            <p:cNvSpPr/>
            <p:nvPr/>
          </p:nvSpPr>
          <p:spPr>
            <a:xfrm>
              <a:off x="6655500" y="4190725"/>
              <a:ext cx="58750" cy="15025"/>
            </a:xfrm>
            <a:custGeom>
              <a:avLst/>
              <a:gdLst/>
              <a:ahLst/>
              <a:cxnLst/>
              <a:rect l="l" t="t" r="r" b="b"/>
              <a:pathLst>
                <a:path w="2350" h="601" extrusionOk="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4"/>
            <p:cNvSpPr/>
            <p:nvPr/>
          </p:nvSpPr>
          <p:spPr>
            <a:xfrm>
              <a:off x="6655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4"/>
            <p:cNvSpPr/>
            <p:nvPr/>
          </p:nvSpPr>
          <p:spPr>
            <a:xfrm>
              <a:off x="6694550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4"/>
            <p:cNvSpPr/>
            <p:nvPr/>
          </p:nvSpPr>
          <p:spPr>
            <a:xfrm>
              <a:off x="66936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4"/>
            <p:cNvSpPr/>
            <p:nvPr/>
          </p:nvSpPr>
          <p:spPr>
            <a:xfrm>
              <a:off x="6676725" y="4169150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4"/>
            <p:cNvSpPr/>
            <p:nvPr/>
          </p:nvSpPr>
          <p:spPr>
            <a:xfrm>
              <a:off x="6675800" y="4169150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4"/>
            <p:cNvSpPr/>
            <p:nvPr/>
          </p:nvSpPr>
          <p:spPr>
            <a:xfrm>
              <a:off x="6672975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4"/>
            <p:cNvSpPr/>
            <p:nvPr/>
          </p:nvSpPr>
          <p:spPr>
            <a:xfrm>
              <a:off x="665300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4"/>
            <p:cNvSpPr/>
            <p:nvPr/>
          </p:nvSpPr>
          <p:spPr>
            <a:xfrm>
              <a:off x="846700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4"/>
            <p:cNvSpPr/>
            <p:nvPr/>
          </p:nvSpPr>
          <p:spPr>
            <a:xfrm>
              <a:off x="851700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4"/>
            <p:cNvSpPr/>
            <p:nvPr/>
          </p:nvSpPr>
          <p:spPr>
            <a:xfrm>
              <a:off x="905750" y="42766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4"/>
            <p:cNvSpPr/>
            <p:nvPr/>
          </p:nvSpPr>
          <p:spPr>
            <a:xfrm>
              <a:off x="952300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4"/>
            <p:cNvSpPr/>
            <p:nvPr/>
          </p:nvSpPr>
          <p:spPr>
            <a:xfrm>
              <a:off x="759550" y="4357225"/>
              <a:ext cx="206825" cy="103750"/>
            </a:xfrm>
            <a:custGeom>
              <a:avLst/>
              <a:gdLst/>
              <a:ahLst/>
              <a:cxnLst/>
              <a:rect l="l" t="t" r="r" b="b"/>
              <a:pathLst>
                <a:path w="8273" h="4150" extrusionOk="0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4"/>
            <p:cNvSpPr/>
            <p:nvPr/>
          </p:nvSpPr>
          <p:spPr>
            <a:xfrm>
              <a:off x="1020100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4"/>
            <p:cNvSpPr/>
            <p:nvPr/>
          </p:nvSpPr>
          <p:spPr>
            <a:xfrm>
              <a:off x="1130700" y="4386300"/>
              <a:ext cx="33450" cy="43450"/>
            </a:xfrm>
            <a:custGeom>
              <a:avLst/>
              <a:gdLst/>
              <a:ahLst/>
              <a:cxnLst/>
              <a:rect l="l" t="t" r="r" b="b"/>
              <a:pathLst>
                <a:path w="1338" h="1738" extrusionOk="0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4"/>
            <p:cNvSpPr/>
            <p:nvPr/>
          </p:nvSpPr>
          <p:spPr>
            <a:xfrm>
              <a:off x="74047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4"/>
            <p:cNvSpPr/>
            <p:nvPr/>
          </p:nvSpPr>
          <p:spPr>
            <a:xfrm>
              <a:off x="8160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4"/>
            <p:cNvSpPr/>
            <p:nvPr/>
          </p:nvSpPr>
          <p:spPr>
            <a:xfrm>
              <a:off x="799850" y="4293200"/>
              <a:ext cx="30950" cy="32500"/>
            </a:xfrm>
            <a:custGeom>
              <a:avLst/>
              <a:gdLst/>
              <a:ahLst/>
              <a:cxnLst/>
              <a:rect l="l" t="t" r="r" b="b"/>
              <a:pathLst>
                <a:path w="1238" h="1300" extrusionOk="0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4"/>
            <p:cNvSpPr/>
            <p:nvPr/>
          </p:nvSpPr>
          <p:spPr>
            <a:xfrm>
              <a:off x="8485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4"/>
            <p:cNvSpPr/>
            <p:nvPr/>
          </p:nvSpPr>
          <p:spPr>
            <a:xfrm>
              <a:off x="980725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4"/>
            <p:cNvSpPr/>
            <p:nvPr/>
          </p:nvSpPr>
          <p:spPr>
            <a:xfrm>
              <a:off x="8395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4"/>
            <p:cNvSpPr/>
            <p:nvPr/>
          </p:nvSpPr>
          <p:spPr>
            <a:xfrm>
              <a:off x="817950" y="4437225"/>
              <a:ext cx="33150" cy="31250"/>
            </a:xfrm>
            <a:custGeom>
              <a:avLst/>
              <a:gdLst/>
              <a:ahLst/>
              <a:cxnLst/>
              <a:rect l="l" t="t" r="r" b="b"/>
              <a:pathLst>
                <a:path w="1326" h="1250" extrusionOk="0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4"/>
            <p:cNvSpPr/>
            <p:nvPr/>
          </p:nvSpPr>
          <p:spPr>
            <a:xfrm>
              <a:off x="773900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4"/>
            <p:cNvSpPr/>
            <p:nvPr/>
          </p:nvSpPr>
          <p:spPr>
            <a:xfrm>
              <a:off x="774525" y="4381600"/>
              <a:ext cx="70650" cy="23450"/>
            </a:xfrm>
            <a:custGeom>
              <a:avLst/>
              <a:gdLst/>
              <a:ahLst/>
              <a:cxnLst/>
              <a:rect l="l" t="t" r="r" b="b"/>
              <a:pathLst>
                <a:path w="2826" h="938" extrusionOk="0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4"/>
            <p:cNvSpPr/>
            <p:nvPr/>
          </p:nvSpPr>
          <p:spPr>
            <a:xfrm>
              <a:off x="92730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4"/>
            <p:cNvSpPr/>
            <p:nvPr/>
          </p:nvSpPr>
          <p:spPr>
            <a:xfrm>
              <a:off x="922000" y="4396600"/>
              <a:ext cx="15950" cy="54375"/>
            </a:xfrm>
            <a:custGeom>
              <a:avLst/>
              <a:gdLst/>
              <a:ahLst/>
              <a:cxnLst/>
              <a:rect l="l" t="t" r="r" b="b"/>
              <a:pathLst>
                <a:path w="638" h="2175" extrusionOk="0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4"/>
            <p:cNvSpPr/>
            <p:nvPr/>
          </p:nvSpPr>
          <p:spPr>
            <a:xfrm>
              <a:off x="1194425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4"/>
            <p:cNvSpPr/>
            <p:nvPr/>
          </p:nvSpPr>
          <p:spPr>
            <a:xfrm>
              <a:off x="1194425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4"/>
            <p:cNvSpPr/>
            <p:nvPr/>
          </p:nvSpPr>
          <p:spPr>
            <a:xfrm>
              <a:off x="5930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4"/>
            <p:cNvSpPr/>
            <p:nvPr/>
          </p:nvSpPr>
          <p:spPr>
            <a:xfrm>
              <a:off x="770150" y="4055125"/>
              <a:ext cx="121575" cy="180925"/>
            </a:xfrm>
            <a:custGeom>
              <a:avLst/>
              <a:gdLst/>
              <a:ahLst/>
              <a:cxnLst/>
              <a:rect l="l" t="t" r="r" b="b"/>
              <a:pathLst>
                <a:path w="4863" h="7237" extrusionOk="0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4"/>
            <p:cNvSpPr/>
            <p:nvPr/>
          </p:nvSpPr>
          <p:spPr>
            <a:xfrm>
              <a:off x="7486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4"/>
            <p:cNvSpPr/>
            <p:nvPr/>
          </p:nvSpPr>
          <p:spPr>
            <a:xfrm>
              <a:off x="819525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4"/>
            <p:cNvSpPr/>
            <p:nvPr/>
          </p:nvSpPr>
          <p:spPr>
            <a:xfrm>
              <a:off x="641450" y="4121350"/>
              <a:ext cx="103750" cy="206550"/>
            </a:xfrm>
            <a:custGeom>
              <a:avLst/>
              <a:gdLst/>
              <a:ahLst/>
              <a:cxnLst/>
              <a:rect l="l" t="t" r="r" b="b"/>
              <a:pathLst>
                <a:path w="4150" h="8262" extrusionOk="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4"/>
            <p:cNvSpPr/>
            <p:nvPr/>
          </p:nvSpPr>
          <p:spPr>
            <a:xfrm>
              <a:off x="646450" y="3978900"/>
              <a:ext cx="81250" cy="88750"/>
            </a:xfrm>
            <a:custGeom>
              <a:avLst/>
              <a:gdLst/>
              <a:ahLst/>
              <a:cxnLst/>
              <a:rect l="l" t="t" r="r" b="b"/>
              <a:pathLst>
                <a:path w="3250" h="3550" extrusionOk="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4"/>
            <p:cNvSpPr/>
            <p:nvPr/>
          </p:nvSpPr>
          <p:spPr>
            <a:xfrm>
              <a:off x="672675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4"/>
            <p:cNvSpPr/>
            <p:nvPr/>
          </p:nvSpPr>
          <p:spPr>
            <a:xfrm>
              <a:off x="692375" y="4315375"/>
              <a:ext cx="32200" cy="31900"/>
            </a:xfrm>
            <a:custGeom>
              <a:avLst/>
              <a:gdLst/>
              <a:ahLst/>
              <a:cxnLst/>
              <a:rect l="l" t="t" r="r" b="b"/>
              <a:pathLst>
                <a:path w="1288" h="1276" extrusionOk="0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4"/>
            <p:cNvSpPr/>
            <p:nvPr/>
          </p:nvSpPr>
          <p:spPr>
            <a:xfrm>
              <a:off x="675500" y="419385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4"/>
            <p:cNvSpPr/>
            <p:nvPr/>
          </p:nvSpPr>
          <p:spPr>
            <a:xfrm>
              <a:off x="776725" y="4256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4"/>
            <p:cNvSpPr/>
            <p:nvPr/>
          </p:nvSpPr>
          <p:spPr>
            <a:xfrm>
              <a:off x="793900" y="4233200"/>
              <a:ext cx="9725" cy="5975"/>
            </a:xfrm>
            <a:custGeom>
              <a:avLst/>
              <a:gdLst/>
              <a:ahLst/>
              <a:cxnLst/>
              <a:rect l="l" t="t" r="r" b="b"/>
              <a:pathLst>
                <a:path w="389" h="239" extrusionOk="0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4"/>
            <p:cNvSpPr/>
            <p:nvPr/>
          </p:nvSpPr>
          <p:spPr>
            <a:xfrm>
              <a:off x="76422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4"/>
            <p:cNvSpPr/>
            <p:nvPr/>
          </p:nvSpPr>
          <p:spPr>
            <a:xfrm>
              <a:off x="634250" y="4091375"/>
              <a:ext cx="27850" cy="156850"/>
            </a:xfrm>
            <a:custGeom>
              <a:avLst/>
              <a:gdLst/>
              <a:ahLst/>
              <a:cxnLst/>
              <a:rect l="l" t="t" r="r" b="b"/>
              <a:pathLst>
                <a:path w="1114" h="6274" extrusionOk="0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4"/>
            <p:cNvSpPr/>
            <p:nvPr/>
          </p:nvSpPr>
          <p:spPr>
            <a:xfrm>
              <a:off x="634250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4"/>
            <p:cNvSpPr/>
            <p:nvPr/>
          </p:nvSpPr>
          <p:spPr>
            <a:xfrm>
              <a:off x="691750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4"/>
            <p:cNvSpPr/>
            <p:nvPr/>
          </p:nvSpPr>
          <p:spPr>
            <a:xfrm>
              <a:off x="6976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4"/>
            <p:cNvSpPr/>
            <p:nvPr/>
          </p:nvSpPr>
          <p:spPr>
            <a:xfrm>
              <a:off x="649250" y="4142600"/>
              <a:ext cx="56900" cy="18150"/>
            </a:xfrm>
            <a:custGeom>
              <a:avLst/>
              <a:gdLst/>
              <a:ahLst/>
              <a:cxnLst/>
              <a:rect l="l" t="t" r="r" b="b"/>
              <a:pathLst>
                <a:path w="2276" h="726" extrusionOk="0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4"/>
            <p:cNvSpPr/>
            <p:nvPr/>
          </p:nvSpPr>
          <p:spPr>
            <a:xfrm>
              <a:off x="6495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4"/>
            <p:cNvSpPr/>
            <p:nvPr/>
          </p:nvSpPr>
          <p:spPr>
            <a:xfrm>
              <a:off x="710800" y="3810500"/>
              <a:ext cx="26575" cy="82825"/>
            </a:xfrm>
            <a:custGeom>
              <a:avLst/>
              <a:gdLst/>
              <a:ahLst/>
              <a:cxnLst/>
              <a:rect l="l" t="t" r="r" b="b"/>
              <a:pathLst>
                <a:path w="1063" h="3313" extrusionOk="0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4"/>
            <p:cNvSpPr/>
            <p:nvPr/>
          </p:nvSpPr>
          <p:spPr>
            <a:xfrm>
              <a:off x="715475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4"/>
            <p:cNvSpPr/>
            <p:nvPr/>
          </p:nvSpPr>
          <p:spPr>
            <a:xfrm>
              <a:off x="894500" y="4197600"/>
              <a:ext cx="8475" cy="8150"/>
            </a:xfrm>
            <a:custGeom>
              <a:avLst/>
              <a:gdLst/>
              <a:ahLst/>
              <a:cxnLst/>
              <a:rect l="l" t="t" r="r" b="b"/>
              <a:pathLst>
                <a:path w="339" h="326" extrusionOk="0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4"/>
            <p:cNvSpPr/>
            <p:nvPr/>
          </p:nvSpPr>
          <p:spPr>
            <a:xfrm>
              <a:off x="900450" y="4190725"/>
              <a:ext cx="59050" cy="15025"/>
            </a:xfrm>
            <a:custGeom>
              <a:avLst/>
              <a:gdLst/>
              <a:ahLst/>
              <a:cxnLst/>
              <a:rect l="l" t="t" r="r" b="b"/>
              <a:pathLst>
                <a:path w="2362" h="601" extrusionOk="0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4"/>
            <p:cNvSpPr/>
            <p:nvPr/>
          </p:nvSpPr>
          <p:spPr>
            <a:xfrm>
              <a:off x="934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4"/>
            <p:cNvSpPr/>
            <p:nvPr/>
          </p:nvSpPr>
          <p:spPr>
            <a:xfrm>
              <a:off x="893875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4"/>
            <p:cNvSpPr/>
            <p:nvPr/>
          </p:nvSpPr>
          <p:spPr>
            <a:xfrm>
              <a:off x="9045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4"/>
            <p:cNvSpPr/>
            <p:nvPr/>
          </p:nvSpPr>
          <p:spPr>
            <a:xfrm>
              <a:off x="915425" y="4169150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4"/>
            <p:cNvSpPr/>
            <p:nvPr/>
          </p:nvSpPr>
          <p:spPr>
            <a:xfrm>
              <a:off x="922925" y="4169150"/>
              <a:ext cx="15975" cy="19725"/>
            </a:xfrm>
            <a:custGeom>
              <a:avLst/>
              <a:gdLst/>
              <a:ahLst/>
              <a:cxnLst/>
              <a:rect l="l" t="t" r="r" b="b"/>
              <a:pathLst>
                <a:path w="639" h="789" extrusionOk="0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4"/>
            <p:cNvSpPr/>
            <p:nvPr/>
          </p:nvSpPr>
          <p:spPr>
            <a:xfrm>
              <a:off x="924500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4"/>
            <p:cNvSpPr/>
            <p:nvPr/>
          </p:nvSpPr>
          <p:spPr>
            <a:xfrm>
              <a:off x="93325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4"/>
            <p:cNvSpPr/>
            <p:nvPr/>
          </p:nvSpPr>
          <p:spPr>
            <a:xfrm>
              <a:off x="37012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4"/>
            <p:cNvSpPr/>
            <p:nvPr/>
          </p:nvSpPr>
          <p:spPr>
            <a:xfrm>
              <a:off x="3442900" y="1237425"/>
              <a:ext cx="263700" cy="147175"/>
            </a:xfrm>
            <a:custGeom>
              <a:avLst/>
              <a:gdLst/>
              <a:ahLst/>
              <a:cxnLst/>
              <a:rect l="l" t="t" r="r" b="b"/>
              <a:pathLst>
                <a:path w="10548" h="5887" extrusionOk="0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4"/>
            <p:cNvSpPr/>
            <p:nvPr/>
          </p:nvSpPr>
          <p:spPr>
            <a:xfrm>
              <a:off x="3410100" y="1277100"/>
              <a:ext cx="100300" cy="85325"/>
            </a:xfrm>
            <a:custGeom>
              <a:avLst/>
              <a:gdLst/>
              <a:ahLst/>
              <a:cxnLst/>
              <a:rect l="l" t="t" r="r" b="b"/>
              <a:pathLst>
                <a:path w="4012" h="3413" extrusionOk="0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4"/>
            <p:cNvSpPr/>
            <p:nvPr/>
          </p:nvSpPr>
          <p:spPr>
            <a:xfrm>
              <a:off x="3347925" y="1331775"/>
              <a:ext cx="55325" cy="13775"/>
            </a:xfrm>
            <a:custGeom>
              <a:avLst/>
              <a:gdLst/>
              <a:ahLst/>
              <a:cxnLst/>
              <a:rect l="l" t="t" r="r" b="b"/>
              <a:pathLst>
                <a:path w="2213" h="551" extrusionOk="0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4"/>
            <p:cNvSpPr/>
            <p:nvPr/>
          </p:nvSpPr>
          <p:spPr>
            <a:xfrm>
              <a:off x="3593475" y="1301475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4"/>
            <p:cNvSpPr/>
            <p:nvPr/>
          </p:nvSpPr>
          <p:spPr>
            <a:xfrm>
              <a:off x="3666275" y="1329600"/>
              <a:ext cx="22825" cy="110925"/>
            </a:xfrm>
            <a:custGeom>
              <a:avLst/>
              <a:gdLst/>
              <a:ahLst/>
              <a:cxnLst/>
              <a:rect l="l" t="t" r="r" b="b"/>
              <a:pathLst>
                <a:path w="913" h="4437" extrusionOk="0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4"/>
            <p:cNvSpPr/>
            <p:nvPr/>
          </p:nvSpPr>
          <p:spPr>
            <a:xfrm>
              <a:off x="3666600" y="1439875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4"/>
            <p:cNvSpPr/>
            <p:nvPr/>
          </p:nvSpPr>
          <p:spPr>
            <a:xfrm>
              <a:off x="3665025" y="1437700"/>
              <a:ext cx="17825" cy="16275"/>
            </a:xfrm>
            <a:custGeom>
              <a:avLst/>
              <a:gdLst/>
              <a:ahLst/>
              <a:cxnLst/>
              <a:rect l="l" t="t" r="r" b="b"/>
              <a:pathLst>
                <a:path w="713" h="651" extrusionOk="0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4"/>
            <p:cNvSpPr/>
            <p:nvPr/>
          </p:nvSpPr>
          <p:spPr>
            <a:xfrm>
              <a:off x="343790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4"/>
            <p:cNvSpPr/>
            <p:nvPr/>
          </p:nvSpPr>
          <p:spPr>
            <a:xfrm>
              <a:off x="3308550" y="1315225"/>
              <a:ext cx="42200" cy="17825"/>
            </a:xfrm>
            <a:custGeom>
              <a:avLst/>
              <a:gdLst/>
              <a:ahLst/>
              <a:cxnLst/>
              <a:rect l="l" t="t" r="r" b="b"/>
              <a:pathLst>
                <a:path w="1688" h="713" extrusionOk="0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4"/>
            <p:cNvSpPr/>
            <p:nvPr/>
          </p:nvSpPr>
          <p:spPr>
            <a:xfrm>
              <a:off x="3308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4"/>
            <p:cNvSpPr/>
            <p:nvPr/>
          </p:nvSpPr>
          <p:spPr>
            <a:xfrm>
              <a:off x="3377600" y="1341475"/>
              <a:ext cx="33150" cy="30000"/>
            </a:xfrm>
            <a:custGeom>
              <a:avLst/>
              <a:gdLst/>
              <a:ahLst/>
              <a:cxnLst/>
              <a:rect l="l" t="t" r="r" b="b"/>
              <a:pathLst>
                <a:path w="1326" h="1200" extrusionOk="0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4"/>
            <p:cNvSpPr/>
            <p:nvPr/>
          </p:nvSpPr>
          <p:spPr>
            <a:xfrm>
              <a:off x="3376975" y="1342100"/>
              <a:ext cx="33150" cy="29375"/>
            </a:xfrm>
            <a:custGeom>
              <a:avLst/>
              <a:gdLst/>
              <a:ahLst/>
              <a:cxnLst/>
              <a:rect l="l" t="t" r="r" b="b"/>
              <a:pathLst>
                <a:path w="1326" h="1175" extrusionOk="0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4"/>
            <p:cNvSpPr/>
            <p:nvPr/>
          </p:nvSpPr>
          <p:spPr>
            <a:xfrm>
              <a:off x="3680025" y="1349275"/>
              <a:ext cx="38450" cy="86875"/>
            </a:xfrm>
            <a:custGeom>
              <a:avLst/>
              <a:gdLst/>
              <a:ahLst/>
              <a:cxnLst/>
              <a:rect l="l" t="t" r="r" b="b"/>
              <a:pathLst>
                <a:path w="1538" h="3475" extrusionOk="0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4"/>
            <p:cNvSpPr/>
            <p:nvPr/>
          </p:nvSpPr>
          <p:spPr>
            <a:xfrm>
              <a:off x="3711275" y="1433625"/>
              <a:ext cx="17500" cy="16275"/>
            </a:xfrm>
            <a:custGeom>
              <a:avLst/>
              <a:gdLst/>
              <a:ahLst/>
              <a:cxnLst/>
              <a:rect l="l" t="t" r="r" b="b"/>
              <a:pathLst>
                <a:path w="700" h="651" extrusionOk="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4"/>
            <p:cNvSpPr/>
            <p:nvPr/>
          </p:nvSpPr>
          <p:spPr>
            <a:xfrm>
              <a:off x="3642850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4"/>
            <p:cNvSpPr/>
            <p:nvPr/>
          </p:nvSpPr>
          <p:spPr>
            <a:xfrm>
              <a:off x="3633475" y="1414575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4"/>
            <p:cNvSpPr/>
            <p:nvPr/>
          </p:nvSpPr>
          <p:spPr>
            <a:xfrm>
              <a:off x="3232325" y="1254625"/>
              <a:ext cx="237475" cy="60300"/>
            </a:xfrm>
            <a:custGeom>
              <a:avLst/>
              <a:gdLst/>
              <a:ahLst/>
              <a:cxnLst/>
              <a:rect l="l" t="t" r="r" b="b"/>
              <a:pathLst>
                <a:path w="9499" h="2412" extrusionOk="0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4"/>
            <p:cNvSpPr/>
            <p:nvPr/>
          </p:nvSpPr>
          <p:spPr>
            <a:xfrm>
              <a:off x="3717200" y="130930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4"/>
            <p:cNvSpPr/>
            <p:nvPr/>
          </p:nvSpPr>
          <p:spPr>
            <a:xfrm>
              <a:off x="3471650" y="1283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4"/>
            <p:cNvSpPr/>
            <p:nvPr/>
          </p:nvSpPr>
          <p:spPr>
            <a:xfrm>
              <a:off x="3504750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4"/>
            <p:cNvSpPr/>
            <p:nvPr/>
          </p:nvSpPr>
          <p:spPr>
            <a:xfrm>
              <a:off x="369440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4"/>
            <p:cNvSpPr/>
            <p:nvPr/>
          </p:nvSpPr>
          <p:spPr>
            <a:xfrm>
              <a:off x="3515075" y="1320225"/>
              <a:ext cx="30950" cy="15325"/>
            </a:xfrm>
            <a:custGeom>
              <a:avLst/>
              <a:gdLst/>
              <a:ahLst/>
              <a:cxnLst/>
              <a:rect l="l" t="t" r="r" b="b"/>
              <a:pathLst>
                <a:path w="1238" h="613" extrusionOk="0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4"/>
            <p:cNvSpPr/>
            <p:nvPr/>
          </p:nvSpPr>
          <p:spPr>
            <a:xfrm>
              <a:off x="35122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4"/>
            <p:cNvSpPr/>
            <p:nvPr/>
          </p:nvSpPr>
          <p:spPr>
            <a:xfrm>
              <a:off x="3177975" y="1278975"/>
              <a:ext cx="132175" cy="60025"/>
            </a:xfrm>
            <a:custGeom>
              <a:avLst/>
              <a:gdLst/>
              <a:ahLst/>
              <a:cxnLst/>
              <a:rect l="l" t="t" r="r" b="b"/>
              <a:pathLst>
                <a:path w="5287" h="2401" extrusionOk="0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4"/>
            <p:cNvSpPr/>
            <p:nvPr/>
          </p:nvSpPr>
          <p:spPr>
            <a:xfrm>
              <a:off x="3184525" y="1311175"/>
              <a:ext cx="61575" cy="65000"/>
            </a:xfrm>
            <a:custGeom>
              <a:avLst/>
              <a:gdLst/>
              <a:ahLst/>
              <a:cxnLst/>
              <a:rect l="l" t="t" r="r" b="b"/>
              <a:pathLst>
                <a:path w="2463" h="2600" extrusionOk="0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4"/>
            <p:cNvSpPr/>
            <p:nvPr/>
          </p:nvSpPr>
          <p:spPr>
            <a:xfrm>
              <a:off x="3219825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4"/>
            <p:cNvSpPr/>
            <p:nvPr/>
          </p:nvSpPr>
          <p:spPr>
            <a:xfrm>
              <a:off x="3208275" y="1322725"/>
              <a:ext cx="17200" cy="30650"/>
            </a:xfrm>
            <a:custGeom>
              <a:avLst/>
              <a:gdLst/>
              <a:ahLst/>
              <a:cxnLst/>
              <a:rect l="l" t="t" r="r" b="b"/>
              <a:pathLst>
                <a:path w="688" h="1226" extrusionOk="0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4"/>
            <p:cNvSpPr/>
            <p:nvPr/>
          </p:nvSpPr>
          <p:spPr>
            <a:xfrm>
              <a:off x="3454150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4"/>
            <p:cNvSpPr/>
            <p:nvPr/>
          </p:nvSpPr>
          <p:spPr>
            <a:xfrm>
              <a:off x="37968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4"/>
            <p:cNvSpPr/>
            <p:nvPr/>
          </p:nvSpPr>
          <p:spPr>
            <a:xfrm>
              <a:off x="3903100" y="1237750"/>
              <a:ext cx="263700" cy="146850"/>
            </a:xfrm>
            <a:custGeom>
              <a:avLst/>
              <a:gdLst/>
              <a:ahLst/>
              <a:cxnLst/>
              <a:rect l="l" t="t" r="r" b="b"/>
              <a:pathLst>
                <a:path w="10548" h="5874" extrusionOk="0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4"/>
            <p:cNvSpPr/>
            <p:nvPr/>
          </p:nvSpPr>
          <p:spPr>
            <a:xfrm>
              <a:off x="4098975" y="1277425"/>
              <a:ext cx="100925" cy="84375"/>
            </a:xfrm>
            <a:custGeom>
              <a:avLst/>
              <a:gdLst/>
              <a:ahLst/>
              <a:cxnLst/>
              <a:rect l="l" t="t" r="r" b="b"/>
              <a:pathLst>
                <a:path w="4037" h="3375" extrusionOk="0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4"/>
            <p:cNvSpPr/>
            <p:nvPr/>
          </p:nvSpPr>
          <p:spPr>
            <a:xfrm>
              <a:off x="4206450" y="1331775"/>
              <a:ext cx="55625" cy="13775"/>
            </a:xfrm>
            <a:custGeom>
              <a:avLst/>
              <a:gdLst/>
              <a:ahLst/>
              <a:cxnLst/>
              <a:rect l="l" t="t" r="r" b="b"/>
              <a:pathLst>
                <a:path w="2225" h="551" extrusionOk="0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4"/>
            <p:cNvSpPr/>
            <p:nvPr/>
          </p:nvSpPr>
          <p:spPr>
            <a:xfrm>
              <a:off x="3934650" y="1301475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4"/>
            <p:cNvSpPr/>
            <p:nvPr/>
          </p:nvSpPr>
          <p:spPr>
            <a:xfrm>
              <a:off x="3920275" y="1329900"/>
              <a:ext cx="23150" cy="110625"/>
            </a:xfrm>
            <a:custGeom>
              <a:avLst/>
              <a:gdLst/>
              <a:ahLst/>
              <a:cxnLst/>
              <a:rect l="l" t="t" r="r" b="b"/>
              <a:pathLst>
                <a:path w="926" h="4425" extrusionOk="0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4"/>
            <p:cNvSpPr/>
            <p:nvPr/>
          </p:nvSpPr>
          <p:spPr>
            <a:xfrm>
              <a:off x="3931200" y="1439875"/>
              <a:ext cx="11900" cy="11900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4"/>
            <p:cNvSpPr/>
            <p:nvPr/>
          </p:nvSpPr>
          <p:spPr>
            <a:xfrm>
              <a:off x="3926825" y="1437075"/>
              <a:ext cx="22225" cy="17200"/>
            </a:xfrm>
            <a:custGeom>
              <a:avLst/>
              <a:gdLst/>
              <a:ahLst/>
              <a:cxnLst/>
              <a:rect l="l" t="t" r="r" b="b"/>
              <a:pathLst>
                <a:path w="889" h="688" extrusionOk="0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4"/>
            <p:cNvSpPr/>
            <p:nvPr/>
          </p:nvSpPr>
          <p:spPr>
            <a:xfrm>
              <a:off x="416865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4"/>
            <p:cNvSpPr/>
            <p:nvPr/>
          </p:nvSpPr>
          <p:spPr>
            <a:xfrm>
              <a:off x="4259250" y="1315225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4"/>
            <p:cNvSpPr/>
            <p:nvPr/>
          </p:nvSpPr>
          <p:spPr>
            <a:xfrm>
              <a:off x="4259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4"/>
            <p:cNvSpPr/>
            <p:nvPr/>
          </p:nvSpPr>
          <p:spPr>
            <a:xfrm>
              <a:off x="4198950" y="1341475"/>
              <a:ext cx="33450" cy="30325"/>
            </a:xfrm>
            <a:custGeom>
              <a:avLst/>
              <a:gdLst/>
              <a:ahLst/>
              <a:cxnLst/>
              <a:rect l="l" t="t" r="r" b="b"/>
              <a:pathLst>
                <a:path w="1338" h="1213" extrusionOk="0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4"/>
            <p:cNvSpPr/>
            <p:nvPr/>
          </p:nvSpPr>
          <p:spPr>
            <a:xfrm>
              <a:off x="4199250" y="1342100"/>
              <a:ext cx="33475" cy="29375"/>
            </a:xfrm>
            <a:custGeom>
              <a:avLst/>
              <a:gdLst/>
              <a:ahLst/>
              <a:cxnLst/>
              <a:rect l="l" t="t" r="r" b="b"/>
              <a:pathLst>
                <a:path w="1339" h="1175" extrusionOk="0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4"/>
            <p:cNvSpPr/>
            <p:nvPr/>
          </p:nvSpPr>
          <p:spPr>
            <a:xfrm>
              <a:off x="3890900" y="1349275"/>
              <a:ext cx="38775" cy="86875"/>
            </a:xfrm>
            <a:custGeom>
              <a:avLst/>
              <a:gdLst/>
              <a:ahLst/>
              <a:cxnLst/>
              <a:rect l="l" t="t" r="r" b="b"/>
              <a:pathLst>
                <a:path w="1551" h="3475" extrusionOk="0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4"/>
            <p:cNvSpPr/>
            <p:nvPr/>
          </p:nvSpPr>
          <p:spPr>
            <a:xfrm>
              <a:off x="3880600" y="1433625"/>
              <a:ext cx="18150" cy="16600"/>
            </a:xfrm>
            <a:custGeom>
              <a:avLst/>
              <a:gdLst/>
              <a:ahLst/>
              <a:cxnLst/>
              <a:rect l="l" t="t" r="r" b="b"/>
              <a:pathLst>
                <a:path w="726" h="664" extrusionOk="0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4"/>
            <p:cNvSpPr/>
            <p:nvPr/>
          </p:nvSpPr>
          <p:spPr>
            <a:xfrm>
              <a:off x="3936525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4"/>
            <p:cNvSpPr/>
            <p:nvPr/>
          </p:nvSpPr>
          <p:spPr>
            <a:xfrm>
              <a:off x="3963375" y="1414575"/>
              <a:ext cx="13475" cy="15650"/>
            </a:xfrm>
            <a:custGeom>
              <a:avLst/>
              <a:gdLst/>
              <a:ahLst/>
              <a:cxnLst/>
              <a:rect l="l" t="t" r="r" b="b"/>
              <a:pathLst>
                <a:path w="539" h="626" extrusionOk="0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4"/>
            <p:cNvSpPr/>
            <p:nvPr/>
          </p:nvSpPr>
          <p:spPr>
            <a:xfrm>
              <a:off x="4139900" y="1254625"/>
              <a:ext cx="237775" cy="60000"/>
            </a:xfrm>
            <a:custGeom>
              <a:avLst/>
              <a:gdLst/>
              <a:ahLst/>
              <a:cxnLst/>
              <a:rect l="l" t="t" r="r" b="b"/>
              <a:pathLst>
                <a:path w="9511" h="2400" extrusionOk="0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4"/>
            <p:cNvSpPr/>
            <p:nvPr/>
          </p:nvSpPr>
          <p:spPr>
            <a:xfrm>
              <a:off x="3860900" y="1309600"/>
              <a:ext cx="31900" cy="49400"/>
            </a:xfrm>
            <a:custGeom>
              <a:avLst/>
              <a:gdLst/>
              <a:ahLst/>
              <a:cxnLst/>
              <a:rect l="l" t="t" r="r" b="b"/>
              <a:pathLst>
                <a:path w="1276" h="1976" extrusionOk="0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4"/>
            <p:cNvSpPr/>
            <p:nvPr/>
          </p:nvSpPr>
          <p:spPr>
            <a:xfrm>
              <a:off x="4075225" y="1283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4"/>
            <p:cNvSpPr/>
            <p:nvPr/>
          </p:nvSpPr>
          <p:spPr>
            <a:xfrm>
              <a:off x="4073975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4"/>
            <p:cNvSpPr/>
            <p:nvPr/>
          </p:nvSpPr>
          <p:spPr>
            <a:xfrm>
              <a:off x="383405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4"/>
            <p:cNvSpPr/>
            <p:nvPr/>
          </p:nvSpPr>
          <p:spPr>
            <a:xfrm>
              <a:off x="4063675" y="1320225"/>
              <a:ext cx="30950" cy="15025"/>
            </a:xfrm>
            <a:custGeom>
              <a:avLst/>
              <a:gdLst/>
              <a:ahLst/>
              <a:cxnLst/>
              <a:rect l="l" t="t" r="r" b="b"/>
              <a:pathLst>
                <a:path w="1238" h="601" extrusionOk="0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4"/>
            <p:cNvSpPr/>
            <p:nvPr/>
          </p:nvSpPr>
          <p:spPr>
            <a:xfrm>
              <a:off x="40633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4"/>
            <p:cNvSpPr/>
            <p:nvPr/>
          </p:nvSpPr>
          <p:spPr>
            <a:xfrm>
              <a:off x="4299850" y="1278975"/>
              <a:ext cx="132500" cy="60025"/>
            </a:xfrm>
            <a:custGeom>
              <a:avLst/>
              <a:gdLst/>
              <a:ahLst/>
              <a:cxnLst/>
              <a:rect l="l" t="t" r="r" b="b"/>
              <a:pathLst>
                <a:path w="5300" h="2401" extrusionOk="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4"/>
            <p:cNvSpPr/>
            <p:nvPr/>
          </p:nvSpPr>
          <p:spPr>
            <a:xfrm>
              <a:off x="4363900" y="1311175"/>
              <a:ext cx="60950" cy="65000"/>
            </a:xfrm>
            <a:custGeom>
              <a:avLst/>
              <a:gdLst/>
              <a:ahLst/>
              <a:cxnLst/>
              <a:rect l="l" t="t" r="r" b="b"/>
              <a:pathLst>
                <a:path w="2438" h="2600" extrusionOk="0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4"/>
            <p:cNvSpPr/>
            <p:nvPr/>
          </p:nvSpPr>
          <p:spPr>
            <a:xfrm>
              <a:off x="4353900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4"/>
            <p:cNvSpPr/>
            <p:nvPr/>
          </p:nvSpPr>
          <p:spPr>
            <a:xfrm>
              <a:off x="4384200" y="1322725"/>
              <a:ext cx="17225" cy="30650"/>
            </a:xfrm>
            <a:custGeom>
              <a:avLst/>
              <a:gdLst/>
              <a:ahLst/>
              <a:cxnLst/>
              <a:rect l="l" t="t" r="r" b="b"/>
              <a:pathLst>
                <a:path w="689" h="1226" extrusionOk="0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4"/>
            <p:cNvSpPr/>
            <p:nvPr/>
          </p:nvSpPr>
          <p:spPr>
            <a:xfrm>
              <a:off x="4100225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4"/>
            <p:cNvSpPr/>
            <p:nvPr/>
          </p:nvSpPr>
          <p:spPr>
            <a:xfrm>
              <a:off x="3780925" y="138957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4"/>
            <p:cNvSpPr/>
            <p:nvPr/>
          </p:nvSpPr>
          <p:spPr>
            <a:xfrm>
              <a:off x="3780300" y="14024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4"/>
            <p:cNvSpPr/>
            <p:nvPr/>
          </p:nvSpPr>
          <p:spPr>
            <a:xfrm>
              <a:off x="3799050" y="1384900"/>
              <a:ext cx="9400" cy="7525"/>
            </a:xfrm>
            <a:custGeom>
              <a:avLst/>
              <a:gdLst/>
              <a:ahLst/>
              <a:cxnLst/>
              <a:rect l="l" t="t" r="r" b="b"/>
              <a:pathLst>
                <a:path w="376" h="301" extrusionOk="0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4"/>
            <p:cNvSpPr/>
            <p:nvPr/>
          </p:nvSpPr>
          <p:spPr>
            <a:xfrm>
              <a:off x="3806550" y="13902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4"/>
            <p:cNvSpPr/>
            <p:nvPr/>
          </p:nvSpPr>
          <p:spPr>
            <a:xfrm>
              <a:off x="3801875" y="1399900"/>
              <a:ext cx="24375" cy="10325"/>
            </a:xfrm>
            <a:custGeom>
              <a:avLst/>
              <a:gdLst/>
              <a:ahLst/>
              <a:cxnLst/>
              <a:rect l="l" t="t" r="r" b="b"/>
              <a:pathLst>
                <a:path w="975" h="413" extrusionOk="0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4"/>
            <p:cNvSpPr/>
            <p:nvPr/>
          </p:nvSpPr>
          <p:spPr>
            <a:xfrm>
              <a:off x="3791550" y="1399900"/>
              <a:ext cx="13475" cy="7825"/>
            </a:xfrm>
            <a:custGeom>
              <a:avLst/>
              <a:gdLst/>
              <a:ahLst/>
              <a:cxnLst/>
              <a:rect l="l" t="t" r="r" b="b"/>
              <a:pathLst>
                <a:path w="539" h="313" extrusionOk="0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4"/>
            <p:cNvSpPr/>
            <p:nvPr/>
          </p:nvSpPr>
          <p:spPr>
            <a:xfrm>
              <a:off x="3796550" y="1409275"/>
              <a:ext cx="14400" cy="12500"/>
            </a:xfrm>
            <a:custGeom>
              <a:avLst/>
              <a:gdLst/>
              <a:ahLst/>
              <a:cxnLst/>
              <a:rect l="l" t="t" r="r" b="b"/>
              <a:pathLst>
                <a:path w="576" h="500" extrusionOk="0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4"/>
            <p:cNvSpPr/>
            <p:nvPr/>
          </p:nvSpPr>
          <p:spPr>
            <a:xfrm>
              <a:off x="3796550" y="4276950"/>
              <a:ext cx="111875" cy="104375"/>
            </a:xfrm>
            <a:custGeom>
              <a:avLst/>
              <a:gdLst/>
              <a:ahLst/>
              <a:cxnLst/>
              <a:rect l="l" t="t" r="r" b="b"/>
              <a:pathLst>
                <a:path w="4475" h="4175" extrusionOk="0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4"/>
            <p:cNvSpPr/>
            <p:nvPr/>
          </p:nvSpPr>
          <p:spPr>
            <a:xfrm>
              <a:off x="3903400" y="4301950"/>
              <a:ext cx="263400" cy="146850"/>
            </a:xfrm>
            <a:custGeom>
              <a:avLst/>
              <a:gdLst/>
              <a:ahLst/>
              <a:cxnLst/>
              <a:rect l="l" t="t" r="r" b="b"/>
              <a:pathLst>
                <a:path w="10536" h="5874" extrusionOk="0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4"/>
            <p:cNvSpPr/>
            <p:nvPr/>
          </p:nvSpPr>
          <p:spPr>
            <a:xfrm>
              <a:off x="4099600" y="4324125"/>
              <a:ext cx="100300" cy="85000"/>
            </a:xfrm>
            <a:custGeom>
              <a:avLst/>
              <a:gdLst/>
              <a:ahLst/>
              <a:cxnLst/>
              <a:rect l="l" t="t" r="r" b="b"/>
              <a:pathLst>
                <a:path w="4012" h="3400" extrusionOk="0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4"/>
            <p:cNvSpPr/>
            <p:nvPr/>
          </p:nvSpPr>
          <p:spPr>
            <a:xfrm>
              <a:off x="4206450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4"/>
            <p:cNvSpPr/>
            <p:nvPr/>
          </p:nvSpPr>
          <p:spPr>
            <a:xfrm>
              <a:off x="3933700" y="4288500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4"/>
            <p:cNvSpPr/>
            <p:nvPr/>
          </p:nvSpPr>
          <p:spPr>
            <a:xfrm>
              <a:off x="3920575" y="4246025"/>
              <a:ext cx="22850" cy="110925"/>
            </a:xfrm>
            <a:custGeom>
              <a:avLst/>
              <a:gdLst/>
              <a:ahLst/>
              <a:cxnLst/>
              <a:rect l="l" t="t" r="r" b="b"/>
              <a:pathLst>
                <a:path w="914" h="4437" extrusionOk="0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4"/>
            <p:cNvSpPr/>
            <p:nvPr/>
          </p:nvSpPr>
          <p:spPr>
            <a:xfrm>
              <a:off x="39309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4"/>
            <p:cNvSpPr/>
            <p:nvPr/>
          </p:nvSpPr>
          <p:spPr>
            <a:xfrm>
              <a:off x="3926825" y="4232575"/>
              <a:ext cx="18475" cy="15975"/>
            </a:xfrm>
            <a:custGeom>
              <a:avLst/>
              <a:gdLst/>
              <a:ahLst/>
              <a:cxnLst/>
              <a:rect l="l" t="t" r="r" b="b"/>
              <a:pathLst>
                <a:path w="739" h="639" extrusionOk="0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4"/>
            <p:cNvSpPr/>
            <p:nvPr/>
          </p:nvSpPr>
          <p:spPr>
            <a:xfrm>
              <a:off x="4169275" y="44116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4"/>
            <p:cNvSpPr/>
            <p:nvPr/>
          </p:nvSpPr>
          <p:spPr>
            <a:xfrm>
              <a:off x="4259250" y="4353500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4"/>
            <p:cNvSpPr/>
            <p:nvPr/>
          </p:nvSpPr>
          <p:spPr>
            <a:xfrm>
              <a:off x="4259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4"/>
            <p:cNvSpPr/>
            <p:nvPr/>
          </p:nvSpPr>
          <p:spPr>
            <a:xfrm>
              <a:off x="4198950" y="4314750"/>
              <a:ext cx="33150" cy="30025"/>
            </a:xfrm>
            <a:custGeom>
              <a:avLst/>
              <a:gdLst/>
              <a:ahLst/>
              <a:cxnLst/>
              <a:rect l="l" t="t" r="r" b="b"/>
              <a:pathLst>
                <a:path w="1326" h="1201" extrusionOk="0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4"/>
            <p:cNvSpPr/>
            <p:nvPr/>
          </p:nvSpPr>
          <p:spPr>
            <a:xfrm>
              <a:off x="4199575" y="4315050"/>
              <a:ext cx="33150" cy="29100"/>
            </a:xfrm>
            <a:custGeom>
              <a:avLst/>
              <a:gdLst/>
              <a:ahLst/>
              <a:cxnLst/>
              <a:rect l="l" t="t" r="r" b="b"/>
              <a:pathLst>
                <a:path w="1326" h="1164" extrusionOk="0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4"/>
            <p:cNvSpPr/>
            <p:nvPr/>
          </p:nvSpPr>
          <p:spPr>
            <a:xfrm>
              <a:off x="38912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4"/>
            <p:cNvSpPr/>
            <p:nvPr/>
          </p:nvSpPr>
          <p:spPr>
            <a:xfrm>
              <a:off x="3880900" y="4236650"/>
              <a:ext cx="17850" cy="16275"/>
            </a:xfrm>
            <a:custGeom>
              <a:avLst/>
              <a:gdLst/>
              <a:ahLst/>
              <a:cxnLst/>
              <a:rect l="l" t="t" r="r" b="b"/>
              <a:pathLst>
                <a:path w="714" h="651" extrusionOk="0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4"/>
            <p:cNvSpPr/>
            <p:nvPr/>
          </p:nvSpPr>
          <p:spPr>
            <a:xfrm>
              <a:off x="3936525" y="4266325"/>
              <a:ext cx="30625" cy="82200"/>
            </a:xfrm>
            <a:custGeom>
              <a:avLst/>
              <a:gdLst/>
              <a:ahLst/>
              <a:cxnLst/>
              <a:rect l="l" t="t" r="r" b="b"/>
              <a:pathLst>
                <a:path w="1225" h="3288" extrusionOk="0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4"/>
            <p:cNvSpPr/>
            <p:nvPr/>
          </p:nvSpPr>
          <p:spPr>
            <a:xfrm>
              <a:off x="3963700" y="4258200"/>
              <a:ext cx="13450" cy="13775"/>
            </a:xfrm>
            <a:custGeom>
              <a:avLst/>
              <a:gdLst/>
              <a:ahLst/>
              <a:cxnLst/>
              <a:rect l="l" t="t" r="r" b="b"/>
              <a:pathLst>
                <a:path w="538" h="551" extrusionOk="0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4"/>
            <p:cNvSpPr/>
            <p:nvPr/>
          </p:nvSpPr>
          <p:spPr>
            <a:xfrm>
              <a:off x="4139900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4"/>
            <p:cNvSpPr/>
            <p:nvPr/>
          </p:nvSpPr>
          <p:spPr>
            <a:xfrm>
              <a:off x="3860600" y="432755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4"/>
            <p:cNvSpPr/>
            <p:nvPr/>
          </p:nvSpPr>
          <p:spPr>
            <a:xfrm>
              <a:off x="4075225" y="4370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4"/>
            <p:cNvSpPr/>
            <p:nvPr/>
          </p:nvSpPr>
          <p:spPr>
            <a:xfrm>
              <a:off x="4073975" y="4396300"/>
              <a:ext cx="30950" cy="21575"/>
            </a:xfrm>
            <a:custGeom>
              <a:avLst/>
              <a:gdLst/>
              <a:ahLst/>
              <a:cxnLst/>
              <a:rect l="l" t="t" r="r" b="b"/>
              <a:pathLst>
                <a:path w="1238" h="863" extrusionOk="0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4"/>
            <p:cNvSpPr/>
            <p:nvPr/>
          </p:nvSpPr>
          <p:spPr>
            <a:xfrm>
              <a:off x="3834050" y="4258825"/>
              <a:ext cx="81250" cy="56250"/>
            </a:xfrm>
            <a:custGeom>
              <a:avLst/>
              <a:gdLst/>
              <a:ahLst/>
              <a:cxnLst/>
              <a:rect l="l" t="t" r="r" b="b"/>
              <a:pathLst>
                <a:path w="3250" h="2250" extrusionOk="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4"/>
            <p:cNvSpPr/>
            <p:nvPr/>
          </p:nvSpPr>
          <p:spPr>
            <a:xfrm>
              <a:off x="4063350" y="4351000"/>
              <a:ext cx="31275" cy="15325"/>
            </a:xfrm>
            <a:custGeom>
              <a:avLst/>
              <a:gdLst/>
              <a:ahLst/>
              <a:cxnLst/>
              <a:rect l="l" t="t" r="r" b="b"/>
              <a:pathLst>
                <a:path w="1251" h="613" extrusionOk="0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4"/>
            <p:cNvSpPr/>
            <p:nvPr/>
          </p:nvSpPr>
          <p:spPr>
            <a:xfrm>
              <a:off x="4063350" y="4344750"/>
              <a:ext cx="34075" cy="21875"/>
            </a:xfrm>
            <a:custGeom>
              <a:avLst/>
              <a:gdLst/>
              <a:ahLst/>
              <a:cxnLst/>
              <a:rect l="l" t="t" r="r" b="b"/>
              <a:pathLst>
                <a:path w="1363" h="875" extrusionOk="0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4"/>
            <p:cNvSpPr/>
            <p:nvPr/>
          </p:nvSpPr>
          <p:spPr>
            <a:xfrm>
              <a:off x="4299550" y="4347550"/>
              <a:ext cx="132475" cy="60000"/>
            </a:xfrm>
            <a:custGeom>
              <a:avLst/>
              <a:gdLst/>
              <a:ahLst/>
              <a:cxnLst/>
              <a:rect l="l" t="t" r="r" b="b"/>
              <a:pathLst>
                <a:path w="5299" h="2400" extrusionOk="0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4"/>
            <p:cNvSpPr/>
            <p:nvPr/>
          </p:nvSpPr>
          <p:spPr>
            <a:xfrm>
              <a:off x="4363900" y="4310050"/>
              <a:ext cx="61575" cy="65325"/>
            </a:xfrm>
            <a:custGeom>
              <a:avLst/>
              <a:gdLst/>
              <a:ahLst/>
              <a:cxnLst/>
              <a:rect l="l" t="t" r="r" b="b"/>
              <a:pathLst>
                <a:path w="2463" h="2613" extrusionOk="0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4"/>
            <p:cNvSpPr/>
            <p:nvPr/>
          </p:nvSpPr>
          <p:spPr>
            <a:xfrm>
              <a:off x="4353900" y="4321000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4"/>
            <p:cNvSpPr/>
            <p:nvPr/>
          </p:nvSpPr>
          <p:spPr>
            <a:xfrm>
              <a:off x="4384200" y="4332875"/>
              <a:ext cx="17225" cy="30950"/>
            </a:xfrm>
            <a:custGeom>
              <a:avLst/>
              <a:gdLst/>
              <a:ahLst/>
              <a:cxnLst/>
              <a:rect l="l" t="t" r="r" b="b"/>
              <a:pathLst>
                <a:path w="689" h="1238" extrusionOk="0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4"/>
            <p:cNvSpPr/>
            <p:nvPr/>
          </p:nvSpPr>
          <p:spPr>
            <a:xfrm>
              <a:off x="4100225" y="430257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4"/>
            <p:cNvSpPr/>
            <p:nvPr/>
          </p:nvSpPr>
          <p:spPr>
            <a:xfrm>
              <a:off x="3701275" y="4276950"/>
              <a:ext cx="111850" cy="104375"/>
            </a:xfrm>
            <a:custGeom>
              <a:avLst/>
              <a:gdLst/>
              <a:ahLst/>
              <a:cxnLst/>
              <a:rect l="l" t="t" r="r" b="b"/>
              <a:pathLst>
                <a:path w="4474" h="4175" extrusionOk="0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4"/>
            <p:cNvSpPr/>
            <p:nvPr/>
          </p:nvSpPr>
          <p:spPr>
            <a:xfrm>
              <a:off x="3442900" y="4301950"/>
              <a:ext cx="263700" cy="146525"/>
            </a:xfrm>
            <a:custGeom>
              <a:avLst/>
              <a:gdLst/>
              <a:ahLst/>
              <a:cxnLst/>
              <a:rect l="l" t="t" r="r" b="b"/>
              <a:pathLst>
                <a:path w="10548" h="5861" extrusionOk="0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4"/>
            <p:cNvSpPr/>
            <p:nvPr/>
          </p:nvSpPr>
          <p:spPr>
            <a:xfrm>
              <a:off x="3410100" y="4324750"/>
              <a:ext cx="100625" cy="84375"/>
            </a:xfrm>
            <a:custGeom>
              <a:avLst/>
              <a:gdLst/>
              <a:ahLst/>
              <a:cxnLst/>
              <a:rect l="l" t="t" r="r" b="b"/>
              <a:pathLst>
                <a:path w="4025" h="3375" extrusionOk="0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4"/>
            <p:cNvSpPr/>
            <p:nvPr/>
          </p:nvSpPr>
          <p:spPr>
            <a:xfrm>
              <a:off x="3347925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4"/>
            <p:cNvSpPr/>
            <p:nvPr/>
          </p:nvSpPr>
          <p:spPr>
            <a:xfrm>
              <a:off x="3593800" y="4288500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4"/>
            <p:cNvSpPr/>
            <p:nvPr/>
          </p:nvSpPr>
          <p:spPr>
            <a:xfrm>
              <a:off x="3666275" y="4246025"/>
              <a:ext cx="22825" cy="110600"/>
            </a:xfrm>
            <a:custGeom>
              <a:avLst/>
              <a:gdLst/>
              <a:ahLst/>
              <a:cxnLst/>
              <a:rect l="l" t="t" r="r" b="b"/>
              <a:pathLst>
                <a:path w="913" h="4424" extrusionOk="0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4"/>
            <p:cNvSpPr/>
            <p:nvPr/>
          </p:nvSpPr>
          <p:spPr>
            <a:xfrm>
              <a:off x="36666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4"/>
            <p:cNvSpPr/>
            <p:nvPr/>
          </p:nvSpPr>
          <p:spPr>
            <a:xfrm>
              <a:off x="3660650" y="4232275"/>
              <a:ext cx="22200" cy="17200"/>
            </a:xfrm>
            <a:custGeom>
              <a:avLst/>
              <a:gdLst/>
              <a:ahLst/>
              <a:cxnLst/>
              <a:rect l="l" t="t" r="r" b="b"/>
              <a:pathLst>
                <a:path w="888" h="688" extrusionOk="0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4"/>
            <p:cNvSpPr/>
            <p:nvPr/>
          </p:nvSpPr>
          <p:spPr>
            <a:xfrm>
              <a:off x="3438200" y="4411600"/>
              <a:ext cx="2850" cy="3150"/>
            </a:xfrm>
            <a:custGeom>
              <a:avLst/>
              <a:gdLst/>
              <a:ahLst/>
              <a:cxnLst/>
              <a:rect l="l" t="t" r="r" b="b"/>
              <a:pathLst>
                <a:path w="114" h="126" extrusionOk="0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4"/>
            <p:cNvSpPr/>
            <p:nvPr/>
          </p:nvSpPr>
          <p:spPr>
            <a:xfrm>
              <a:off x="3308550" y="4353500"/>
              <a:ext cx="42200" cy="17500"/>
            </a:xfrm>
            <a:custGeom>
              <a:avLst/>
              <a:gdLst/>
              <a:ahLst/>
              <a:cxnLst/>
              <a:rect l="l" t="t" r="r" b="b"/>
              <a:pathLst>
                <a:path w="1688" h="700" extrusionOk="0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4"/>
            <p:cNvSpPr/>
            <p:nvPr/>
          </p:nvSpPr>
          <p:spPr>
            <a:xfrm>
              <a:off x="3308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4"/>
            <p:cNvSpPr/>
            <p:nvPr/>
          </p:nvSpPr>
          <p:spPr>
            <a:xfrm>
              <a:off x="3377300" y="4314750"/>
              <a:ext cx="33450" cy="30025"/>
            </a:xfrm>
            <a:custGeom>
              <a:avLst/>
              <a:gdLst/>
              <a:ahLst/>
              <a:cxnLst/>
              <a:rect l="l" t="t" r="r" b="b"/>
              <a:pathLst>
                <a:path w="1338" h="1201" extrusionOk="0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4"/>
            <p:cNvSpPr/>
            <p:nvPr/>
          </p:nvSpPr>
          <p:spPr>
            <a:xfrm>
              <a:off x="3376975" y="4315050"/>
              <a:ext cx="33450" cy="29100"/>
            </a:xfrm>
            <a:custGeom>
              <a:avLst/>
              <a:gdLst/>
              <a:ahLst/>
              <a:cxnLst/>
              <a:rect l="l" t="t" r="r" b="b"/>
              <a:pathLst>
                <a:path w="1338" h="1164" extrusionOk="0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4"/>
            <p:cNvSpPr/>
            <p:nvPr/>
          </p:nvSpPr>
          <p:spPr>
            <a:xfrm>
              <a:off x="36803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4"/>
            <p:cNvSpPr/>
            <p:nvPr/>
          </p:nvSpPr>
          <p:spPr>
            <a:xfrm>
              <a:off x="3710950" y="4236025"/>
              <a:ext cx="18150" cy="16575"/>
            </a:xfrm>
            <a:custGeom>
              <a:avLst/>
              <a:gdLst/>
              <a:ahLst/>
              <a:cxnLst/>
              <a:rect l="l" t="t" r="r" b="b"/>
              <a:pathLst>
                <a:path w="726" h="663" extrusionOk="0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4"/>
            <p:cNvSpPr/>
            <p:nvPr/>
          </p:nvSpPr>
          <p:spPr>
            <a:xfrm>
              <a:off x="3642525" y="4266325"/>
              <a:ext cx="30650" cy="82200"/>
            </a:xfrm>
            <a:custGeom>
              <a:avLst/>
              <a:gdLst/>
              <a:ahLst/>
              <a:cxnLst/>
              <a:rect l="l" t="t" r="r" b="b"/>
              <a:pathLst>
                <a:path w="1226" h="3288" extrusionOk="0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4"/>
            <p:cNvSpPr/>
            <p:nvPr/>
          </p:nvSpPr>
          <p:spPr>
            <a:xfrm>
              <a:off x="3633475" y="4256950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4"/>
            <p:cNvSpPr/>
            <p:nvPr/>
          </p:nvSpPr>
          <p:spPr>
            <a:xfrm>
              <a:off x="3232025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4"/>
            <p:cNvSpPr/>
            <p:nvPr/>
          </p:nvSpPr>
          <p:spPr>
            <a:xfrm>
              <a:off x="3717200" y="4327550"/>
              <a:ext cx="31575" cy="49400"/>
            </a:xfrm>
            <a:custGeom>
              <a:avLst/>
              <a:gdLst/>
              <a:ahLst/>
              <a:cxnLst/>
              <a:rect l="l" t="t" r="r" b="b"/>
              <a:pathLst>
                <a:path w="1263" h="1976" extrusionOk="0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3471650" y="4370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4"/>
            <p:cNvSpPr/>
            <p:nvPr/>
          </p:nvSpPr>
          <p:spPr>
            <a:xfrm>
              <a:off x="3504750" y="4396300"/>
              <a:ext cx="30650" cy="21575"/>
            </a:xfrm>
            <a:custGeom>
              <a:avLst/>
              <a:gdLst/>
              <a:ahLst/>
              <a:cxnLst/>
              <a:rect l="l" t="t" r="r" b="b"/>
              <a:pathLst>
                <a:path w="1226" h="863" extrusionOk="0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4"/>
            <p:cNvSpPr/>
            <p:nvPr/>
          </p:nvSpPr>
          <p:spPr>
            <a:xfrm>
              <a:off x="3694400" y="4258825"/>
              <a:ext cx="81250" cy="56575"/>
            </a:xfrm>
            <a:custGeom>
              <a:avLst/>
              <a:gdLst/>
              <a:ahLst/>
              <a:cxnLst/>
              <a:rect l="l" t="t" r="r" b="b"/>
              <a:pathLst>
                <a:path w="3250" h="2263" extrusionOk="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4"/>
            <p:cNvSpPr/>
            <p:nvPr/>
          </p:nvSpPr>
          <p:spPr>
            <a:xfrm>
              <a:off x="3515075" y="4351000"/>
              <a:ext cx="31250" cy="15325"/>
            </a:xfrm>
            <a:custGeom>
              <a:avLst/>
              <a:gdLst/>
              <a:ahLst/>
              <a:cxnLst/>
              <a:rect l="l" t="t" r="r" b="b"/>
              <a:pathLst>
                <a:path w="1250" h="613" extrusionOk="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4"/>
            <p:cNvSpPr/>
            <p:nvPr/>
          </p:nvSpPr>
          <p:spPr>
            <a:xfrm>
              <a:off x="3512250" y="4344750"/>
              <a:ext cx="34075" cy="22200"/>
            </a:xfrm>
            <a:custGeom>
              <a:avLst/>
              <a:gdLst/>
              <a:ahLst/>
              <a:cxnLst/>
              <a:rect l="l" t="t" r="r" b="b"/>
              <a:pathLst>
                <a:path w="1363" h="888" extrusionOk="0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4"/>
            <p:cNvSpPr/>
            <p:nvPr/>
          </p:nvSpPr>
          <p:spPr>
            <a:xfrm>
              <a:off x="3177650" y="4347550"/>
              <a:ext cx="132500" cy="60000"/>
            </a:xfrm>
            <a:custGeom>
              <a:avLst/>
              <a:gdLst/>
              <a:ahLst/>
              <a:cxnLst/>
              <a:rect l="l" t="t" r="r" b="b"/>
              <a:pathLst>
                <a:path w="5300" h="2400" extrusionOk="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4"/>
            <p:cNvSpPr/>
            <p:nvPr/>
          </p:nvSpPr>
          <p:spPr>
            <a:xfrm>
              <a:off x="3184850" y="4310375"/>
              <a:ext cx="60925" cy="65000"/>
            </a:xfrm>
            <a:custGeom>
              <a:avLst/>
              <a:gdLst/>
              <a:ahLst/>
              <a:cxnLst/>
              <a:rect l="l" t="t" r="r" b="b"/>
              <a:pathLst>
                <a:path w="2437" h="2600" extrusionOk="0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4"/>
            <p:cNvSpPr/>
            <p:nvPr/>
          </p:nvSpPr>
          <p:spPr>
            <a:xfrm>
              <a:off x="3219825" y="4320675"/>
              <a:ext cx="35950" cy="46900"/>
            </a:xfrm>
            <a:custGeom>
              <a:avLst/>
              <a:gdLst/>
              <a:ahLst/>
              <a:cxnLst/>
              <a:rect l="l" t="t" r="r" b="b"/>
              <a:pathLst>
                <a:path w="1438" h="1876" extrusionOk="0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4"/>
            <p:cNvSpPr/>
            <p:nvPr/>
          </p:nvSpPr>
          <p:spPr>
            <a:xfrm>
              <a:off x="3208275" y="4332875"/>
              <a:ext cx="17200" cy="30950"/>
            </a:xfrm>
            <a:custGeom>
              <a:avLst/>
              <a:gdLst/>
              <a:ahLst/>
              <a:cxnLst/>
              <a:rect l="l" t="t" r="r" b="b"/>
              <a:pathLst>
                <a:path w="688" h="1238" extrusionOk="0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4"/>
            <p:cNvSpPr/>
            <p:nvPr/>
          </p:nvSpPr>
          <p:spPr>
            <a:xfrm>
              <a:off x="3454450" y="4302575"/>
              <a:ext cx="55025" cy="71550"/>
            </a:xfrm>
            <a:custGeom>
              <a:avLst/>
              <a:gdLst/>
              <a:ahLst/>
              <a:cxnLst/>
              <a:rect l="l" t="t" r="r" b="b"/>
              <a:pathLst>
                <a:path w="2201" h="2862" extrusionOk="0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4"/>
            <p:cNvSpPr/>
            <p:nvPr/>
          </p:nvSpPr>
          <p:spPr>
            <a:xfrm>
              <a:off x="3809050" y="428162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4"/>
            <p:cNvSpPr/>
            <p:nvPr/>
          </p:nvSpPr>
          <p:spPr>
            <a:xfrm>
              <a:off x="3812475" y="42782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4"/>
            <p:cNvSpPr/>
            <p:nvPr/>
          </p:nvSpPr>
          <p:spPr>
            <a:xfrm>
              <a:off x="3801250" y="4294125"/>
              <a:ext cx="9375" cy="7850"/>
            </a:xfrm>
            <a:custGeom>
              <a:avLst/>
              <a:gdLst/>
              <a:ahLst/>
              <a:cxnLst/>
              <a:rect l="l" t="t" r="r" b="b"/>
              <a:pathLst>
                <a:path w="375" h="314" extrusionOk="0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4"/>
            <p:cNvSpPr/>
            <p:nvPr/>
          </p:nvSpPr>
          <p:spPr>
            <a:xfrm>
              <a:off x="3783125" y="42807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4"/>
            <p:cNvSpPr/>
            <p:nvPr/>
          </p:nvSpPr>
          <p:spPr>
            <a:xfrm>
              <a:off x="3783425" y="4276325"/>
              <a:ext cx="24400" cy="10325"/>
            </a:xfrm>
            <a:custGeom>
              <a:avLst/>
              <a:gdLst/>
              <a:ahLst/>
              <a:cxnLst/>
              <a:rect l="l" t="t" r="r" b="b"/>
              <a:pathLst>
                <a:path w="976" h="413" extrusionOk="0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4"/>
            <p:cNvSpPr/>
            <p:nvPr/>
          </p:nvSpPr>
          <p:spPr>
            <a:xfrm>
              <a:off x="3804375" y="4278500"/>
              <a:ext cx="13750" cy="8150"/>
            </a:xfrm>
            <a:custGeom>
              <a:avLst/>
              <a:gdLst/>
              <a:ahLst/>
              <a:cxnLst/>
              <a:rect l="l" t="t" r="r" b="b"/>
              <a:pathLst>
                <a:path w="550" h="326" extrusionOk="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4"/>
            <p:cNvSpPr/>
            <p:nvPr/>
          </p:nvSpPr>
          <p:spPr>
            <a:xfrm>
              <a:off x="3798750" y="4264450"/>
              <a:ext cx="14375" cy="12525"/>
            </a:xfrm>
            <a:custGeom>
              <a:avLst/>
              <a:gdLst/>
              <a:ahLst/>
              <a:cxnLst/>
              <a:rect l="l" t="t" r="r" b="b"/>
              <a:pathLst>
                <a:path w="575" h="501" extrusionOk="0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4"/>
            <p:cNvSpPr/>
            <p:nvPr/>
          </p:nvSpPr>
          <p:spPr>
            <a:xfrm>
              <a:off x="6793275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4"/>
            <p:cNvSpPr/>
            <p:nvPr/>
          </p:nvSpPr>
          <p:spPr>
            <a:xfrm>
              <a:off x="681857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4"/>
            <p:cNvSpPr/>
            <p:nvPr/>
          </p:nvSpPr>
          <p:spPr>
            <a:xfrm>
              <a:off x="6840750" y="24483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4"/>
            <p:cNvSpPr/>
            <p:nvPr/>
          </p:nvSpPr>
          <p:spPr>
            <a:xfrm>
              <a:off x="6857625" y="2386200"/>
              <a:ext cx="13450" cy="55325"/>
            </a:xfrm>
            <a:custGeom>
              <a:avLst/>
              <a:gdLst/>
              <a:ahLst/>
              <a:cxnLst/>
              <a:rect l="l" t="t" r="r" b="b"/>
              <a:pathLst>
                <a:path w="538" h="2213" extrusionOk="0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4"/>
            <p:cNvSpPr/>
            <p:nvPr/>
          </p:nvSpPr>
          <p:spPr>
            <a:xfrm>
              <a:off x="6804825" y="2632075"/>
              <a:ext cx="96875" cy="82175"/>
            </a:xfrm>
            <a:custGeom>
              <a:avLst/>
              <a:gdLst/>
              <a:ahLst/>
              <a:cxnLst/>
              <a:rect l="l" t="t" r="r" b="b"/>
              <a:pathLst>
                <a:path w="3875" h="3287" extrusionOk="0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4"/>
            <p:cNvSpPr/>
            <p:nvPr/>
          </p:nvSpPr>
          <p:spPr>
            <a:xfrm>
              <a:off x="6762650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4"/>
            <p:cNvSpPr/>
            <p:nvPr/>
          </p:nvSpPr>
          <p:spPr>
            <a:xfrm>
              <a:off x="675110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4"/>
            <p:cNvSpPr/>
            <p:nvPr/>
          </p:nvSpPr>
          <p:spPr>
            <a:xfrm>
              <a:off x="6748900" y="2702675"/>
              <a:ext cx="16275" cy="18450"/>
            </a:xfrm>
            <a:custGeom>
              <a:avLst/>
              <a:gdLst/>
              <a:ahLst/>
              <a:cxnLst/>
              <a:rect l="l" t="t" r="r" b="b"/>
              <a:pathLst>
                <a:path w="651" h="738" extrusionOk="0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4"/>
            <p:cNvSpPr/>
            <p:nvPr/>
          </p:nvSpPr>
          <p:spPr>
            <a:xfrm>
              <a:off x="6927925" y="2476175"/>
              <a:ext cx="3450" cy="2825"/>
            </a:xfrm>
            <a:custGeom>
              <a:avLst/>
              <a:gdLst/>
              <a:ahLst/>
              <a:cxnLst/>
              <a:rect l="l" t="t" r="r" b="b"/>
              <a:pathLst>
                <a:path w="138" h="113" extrusionOk="0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4"/>
            <p:cNvSpPr/>
            <p:nvPr/>
          </p:nvSpPr>
          <p:spPr>
            <a:xfrm>
              <a:off x="6869800" y="2346825"/>
              <a:ext cx="17850" cy="42200"/>
            </a:xfrm>
            <a:custGeom>
              <a:avLst/>
              <a:gdLst/>
              <a:ahLst/>
              <a:cxnLst/>
              <a:rect l="l" t="t" r="r" b="b"/>
              <a:pathLst>
                <a:path w="714" h="1688" extrusionOk="0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4"/>
            <p:cNvSpPr/>
            <p:nvPr/>
          </p:nvSpPr>
          <p:spPr>
            <a:xfrm>
              <a:off x="6865425" y="23465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4"/>
            <p:cNvSpPr/>
            <p:nvPr/>
          </p:nvSpPr>
          <p:spPr>
            <a:xfrm>
              <a:off x="6831375" y="241587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4"/>
            <p:cNvSpPr/>
            <p:nvPr/>
          </p:nvSpPr>
          <p:spPr>
            <a:xfrm>
              <a:off x="6831375" y="2415550"/>
              <a:ext cx="29400" cy="33475"/>
            </a:xfrm>
            <a:custGeom>
              <a:avLst/>
              <a:gdLst/>
              <a:ahLst/>
              <a:cxnLst/>
              <a:rect l="l" t="t" r="r" b="b"/>
              <a:pathLst>
                <a:path w="1176" h="1339" extrusionOk="0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4"/>
            <p:cNvSpPr/>
            <p:nvPr/>
          </p:nvSpPr>
          <p:spPr>
            <a:xfrm>
              <a:off x="6767025" y="2718300"/>
              <a:ext cx="86575" cy="38750"/>
            </a:xfrm>
            <a:custGeom>
              <a:avLst/>
              <a:gdLst/>
              <a:ahLst/>
              <a:cxnLst/>
              <a:rect l="l" t="t" r="r" b="b"/>
              <a:pathLst>
                <a:path w="3463" h="1550" extrusionOk="0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4"/>
            <p:cNvSpPr/>
            <p:nvPr/>
          </p:nvSpPr>
          <p:spPr>
            <a:xfrm>
              <a:off x="6752975" y="2749525"/>
              <a:ext cx="16250" cy="17850"/>
            </a:xfrm>
            <a:custGeom>
              <a:avLst/>
              <a:gdLst/>
              <a:ahLst/>
              <a:cxnLst/>
              <a:rect l="l" t="t" r="r" b="b"/>
              <a:pathLst>
                <a:path w="650" h="714" extrusionOk="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4"/>
            <p:cNvSpPr/>
            <p:nvPr/>
          </p:nvSpPr>
          <p:spPr>
            <a:xfrm>
              <a:off x="6783275" y="2681125"/>
              <a:ext cx="81875" cy="30625"/>
            </a:xfrm>
            <a:custGeom>
              <a:avLst/>
              <a:gdLst/>
              <a:ahLst/>
              <a:cxnLst/>
              <a:rect l="l" t="t" r="r" b="b"/>
              <a:pathLst>
                <a:path w="3275" h="1225" extrusionOk="0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4"/>
            <p:cNvSpPr/>
            <p:nvPr/>
          </p:nvSpPr>
          <p:spPr>
            <a:xfrm>
              <a:off x="6773575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4"/>
            <p:cNvSpPr/>
            <p:nvPr/>
          </p:nvSpPr>
          <p:spPr>
            <a:xfrm>
              <a:off x="6888250" y="2270600"/>
              <a:ext cx="60000" cy="237450"/>
            </a:xfrm>
            <a:custGeom>
              <a:avLst/>
              <a:gdLst/>
              <a:ahLst/>
              <a:cxnLst/>
              <a:rect l="l" t="t" r="r" b="b"/>
              <a:pathLst>
                <a:path w="2400" h="9498" extrusionOk="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4"/>
            <p:cNvSpPr/>
            <p:nvPr/>
          </p:nvSpPr>
          <p:spPr>
            <a:xfrm>
              <a:off x="6844200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4"/>
            <p:cNvSpPr/>
            <p:nvPr/>
          </p:nvSpPr>
          <p:spPr>
            <a:xfrm>
              <a:off x="6887300" y="25102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4"/>
            <p:cNvSpPr/>
            <p:nvPr/>
          </p:nvSpPr>
          <p:spPr>
            <a:xfrm>
              <a:off x="6912925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4"/>
            <p:cNvSpPr/>
            <p:nvPr/>
          </p:nvSpPr>
          <p:spPr>
            <a:xfrm>
              <a:off x="6775150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4"/>
            <p:cNvSpPr/>
            <p:nvPr/>
          </p:nvSpPr>
          <p:spPr>
            <a:xfrm>
              <a:off x="6867625" y="2553650"/>
              <a:ext cx="15025" cy="30950"/>
            </a:xfrm>
            <a:custGeom>
              <a:avLst/>
              <a:gdLst/>
              <a:ahLst/>
              <a:cxnLst/>
              <a:rect l="l" t="t" r="r" b="b"/>
              <a:pathLst>
                <a:path w="601" h="1238" extrusionOk="0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4"/>
            <p:cNvSpPr/>
            <p:nvPr/>
          </p:nvSpPr>
          <p:spPr>
            <a:xfrm>
              <a:off x="68613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4"/>
            <p:cNvSpPr/>
            <p:nvPr/>
          </p:nvSpPr>
          <p:spPr>
            <a:xfrm>
              <a:off x="6864175" y="2216250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4"/>
            <p:cNvSpPr/>
            <p:nvPr/>
          </p:nvSpPr>
          <p:spPr>
            <a:xfrm>
              <a:off x="6826700" y="2222800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4"/>
            <p:cNvSpPr/>
            <p:nvPr/>
          </p:nvSpPr>
          <p:spPr>
            <a:xfrm>
              <a:off x="6837325" y="2258100"/>
              <a:ext cx="46875" cy="35950"/>
            </a:xfrm>
            <a:custGeom>
              <a:avLst/>
              <a:gdLst/>
              <a:ahLst/>
              <a:cxnLst/>
              <a:rect l="l" t="t" r="r" b="b"/>
              <a:pathLst>
                <a:path w="1875" h="1438" extrusionOk="0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4"/>
            <p:cNvSpPr/>
            <p:nvPr/>
          </p:nvSpPr>
          <p:spPr>
            <a:xfrm>
              <a:off x="6849500" y="2246850"/>
              <a:ext cx="30650" cy="17200"/>
            </a:xfrm>
            <a:custGeom>
              <a:avLst/>
              <a:gdLst/>
              <a:ahLst/>
              <a:cxnLst/>
              <a:rect l="l" t="t" r="r" b="b"/>
              <a:pathLst>
                <a:path w="1226" h="688" extrusionOk="0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4"/>
            <p:cNvSpPr/>
            <p:nvPr/>
          </p:nvSpPr>
          <p:spPr>
            <a:xfrm>
              <a:off x="6819200" y="2492725"/>
              <a:ext cx="71575" cy="55025"/>
            </a:xfrm>
            <a:custGeom>
              <a:avLst/>
              <a:gdLst/>
              <a:ahLst/>
              <a:cxnLst/>
              <a:rect l="l" t="t" r="r" b="b"/>
              <a:pathLst>
                <a:path w="2863" h="2201" extrusionOk="0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4"/>
            <p:cNvSpPr/>
            <p:nvPr/>
          </p:nvSpPr>
          <p:spPr>
            <a:xfrm>
              <a:off x="6793275" y="2835125"/>
              <a:ext cx="104675" cy="111575"/>
            </a:xfrm>
            <a:custGeom>
              <a:avLst/>
              <a:gdLst/>
              <a:ahLst/>
              <a:cxnLst/>
              <a:rect l="l" t="t" r="r" b="b"/>
              <a:pathLst>
                <a:path w="4187" h="4463" extrusionOk="0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4"/>
            <p:cNvSpPr/>
            <p:nvPr/>
          </p:nvSpPr>
          <p:spPr>
            <a:xfrm>
              <a:off x="6818575" y="2941350"/>
              <a:ext cx="146550" cy="263725"/>
            </a:xfrm>
            <a:custGeom>
              <a:avLst/>
              <a:gdLst/>
              <a:ahLst/>
              <a:cxnLst/>
              <a:rect l="l" t="t" r="r" b="b"/>
              <a:pathLst>
                <a:path w="5862" h="10549" extrusionOk="0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4"/>
            <p:cNvSpPr/>
            <p:nvPr/>
          </p:nvSpPr>
          <p:spPr>
            <a:xfrm>
              <a:off x="6841075" y="3137250"/>
              <a:ext cx="84375" cy="100925"/>
            </a:xfrm>
            <a:custGeom>
              <a:avLst/>
              <a:gdLst/>
              <a:ahLst/>
              <a:cxnLst/>
              <a:rect l="l" t="t" r="r" b="b"/>
              <a:pathLst>
                <a:path w="3375" h="4037" extrusionOk="0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4"/>
            <p:cNvSpPr/>
            <p:nvPr/>
          </p:nvSpPr>
          <p:spPr>
            <a:xfrm>
              <a:off x="6857325" y="3245025"/>
              <a:ext cx="13750" cy="55325"/>
            </a:xfrm>
            <a:custGeom>
              <a:avLst/>
              <a:gdLst/>
              <a:ahLst/>
              <a:cxnLst/>
              <a:rect l="l" t="t" r="r" b="b"/>
              <a:pathLst>
                <a:path w="550" h="2213" extrusionOk="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4"/>
            <p:cNvSpPr/>
            <p:nvPr/>
          </p:nvSpPr>
          <p:spPr>
            <a:xfrm>
              <a:off x="6805150" y="2972925"/>
              <a:ext cx="96550" cy="81550"/>
            </a:xfrm>
            <a:custGeom>
              <a:avLst/>
              <a:gdLst/>
              <a:ahLst/>
              <a:cxnLst/>
              <a:rect l="l" t="t" r="r" b="b"/>
              <a:pathLst>
                <a:path w="3862" h="3262" extrusionOk="0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4"/>
            <p:cNvSpPr/>
            <p:nvPr/>
          </p:nvSpPr>
          <p:spPr>
            <a:xfrm>
              <a:off x="6762350" y="2958850"/>
              <a:ext cx="110600" cy="22825"/>
            </a:xfrm>
            <a:custGeom>
              <a:avLst/>
              <a:gdLst/>
              <a:ahLst/>
              <a:cxnLst/>
              <a:rect l="l" t="t" r="r" b="b"/>
              <a:pathLst>
                <a:path w="4424" h="913" extrusionOk="0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4"/>
            <p:cNvSpPr/>
            <p:nvPr/>
          </p:nvSpPr>
          <p:spPr>
            <a:xfrm>
              <a:off x="675110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4"/>
            <p:cNvSpPr/>
            <p:nvPr/>
          </p:nvSpPr>
          <p:spPr>
            <a:xfrm>
              <a:off x="6748600" y="2965425"/>
              <a:ext cx="17200" cy="22200"/>
            </a:xfrm>
            <a:custGeom>
              <a:avLst/>
              <a:gdLst/>
              <a:ahLst/>
              <a:cxnLst/>
              <a:rect l="l" t="t" r="r" b="b"/>
              <a:pathLst>
                <a:path w="688" h="888" extrusionOk="0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4"/>
            <p:cNvSpPr/>
            <p:nvPr/>
          </p:nvSpPr>
          <p:spPr>
            <a:xfrm>
              <a:off x="6927925" y="3207225"/>
              <a:ext cx="3450" cy="2850"/>
            </a:xfrm>
            <a:custGeom>
              <a:avLst/>
              <a:gdLst/>
              <a:ahLst/>
              <a:cxnLst/>
              <a:rect l="l" t="t" r="r" b="b"/>
              <a:pathLst>
                <a:path w="138" h="114" extrusionOk="0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4"/>
            <p:cNvSpPr/>
            <p:nvPr/>
          </p:nvSpPr>
          <p:spPr>
            <a:xfrm>
              <a:off x="6870125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4"/>
            <p:cNvSpPr/>
            <p:nvPr/>
          </p:nvSpPr>
          <p:spPr>
            <a:xfrm>
              <a:off x="6865425" y="32978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4"/>
            <p:cNvSpPr/>
            <p:nvPr/>
          </p:nvSpPr>
          <p:spPr>
            <a:xfrm>
              <a:off x="6831375" y="323752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4"/>
            <p:cNvSpPr/>
            <p:nvPr/>
          </p:nvSpPr>
          <p:spPr>
            <a:xfrm>
              <a:off x="6831700" y="3237850"/>
              <a:ext cx="29075" cy="33125"/>
            </a:xfrm>
            <a:custGeom>
              <a:avLst/>
              <a:gdLst/>
              <a:ahLst/>
              <a:cxnLst/>
              <a:rect l="l" t="t" r="r" b="b"/>
              <a:pathLst>
                <a:path w="1163" h="1325" extrusionOk="0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4"/>
            <p:cNvSpPr/>
            <p:nvPr/>
          </p:nvSpPr>
          <p:spPr>
            <a:xfrm>
              <a:off x="6767025" y="2929475"/>
              <a:ext cx="86575" cy="38475"/>
            </a:xfrm>
            <a:custGeom>
              <a:avLst/>
              <a:gdLst/>
              <a:ahLst/>
              <a:cxnLst/>
              <a:rect l="l" t="t" r="r" b="b"/>
              <a:pathLst>
                <a:path w="3463" h="1539" extrusionOk="0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4"/>
            <p:cNvSpPr/>
            <p:nvPr/>
          </p:nvSpPr>
          <p:spPr>
            <a:xfrm>
              <a:off x="6752650" y="2919175"/>
              <a:ext cx="16575" cy="17825"/>
            </a:xfrm>
            <a:custGeom>
              <a:avLst/>
              <a:gdLst/>
              <a:ahLst/>
              <a:cxnLst/>
              <a:rect l="l" t="t" r="r" b="b"/>
              <a:pathLst>
                <a:path w="663" h="713" extrusionOk="0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4"/>
            <p:cNvSpPr/>
            <p:nvPr/>
          </p:nvSpPr>
          <p:spPr>
            <a:xfrm>
              <a:off x="6783275" y="2974800"/>
              <a:ext cx="81875" cy="30325"/>
            </a:xfrm>
            <a:custGeom>
              <a:avLst/>
              <a:gdLst/>
              <a:ahLst/>
              <a:cxnLst/>
              <a:rect l="l" t="t" r="r" b="b"/>
              <a:pathLst>
                <a:path w="3275" h="1213" extrusionOk="0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4"/>
            <p:cNvSpPr/>
            <p:nvPr/>
          </p:nvSpPr>
          <p:spPr>
            <a:xfrm>
              <a:off x="6773575" y="3001650"/>
              <a:ext cx="14725" cy="13150"/>
            </a:xfrm>
            <a:custGeom>
              <a:avLst/>
              <a:gdLst/>
              <a:ahLst/>
              <a:cxnLst/>
              <a:rect l="l" t="t" r="r" b="b"/>
              <a:pathLst>
                <a:path w="589" h="526" extrusionOk="0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4"/>
            <p:cNvSpPr/>
            <p:nvPr/>
          </p:nvSpPr>
          <p:spPr>
            <a:xfrm>
              <a:off x="6888250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4"/>
            <p:cNvSpPr/>
            <p:nvPr/>
          </p:nvSpPr>
          <p:spPr>
            <a:xfrm>
              <a:off x="6844200" y="2899500"/>
              <a:ext cx="49375" cy="31575"/>
            </a:xfrm>
            <a:custGeom>
              <a:avLst/>
              <a:gdLst/>
              <a:ahLst/>
              <a:cxnLst/>
              <a:rect l="l" t="t" r="r" b="b"/>
              <a:pathLst>
                <a:path w="1975" h="1263" extrusionOk="0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4"/>
            <p:cNvSpPr/>
            <p:nvPr/>
          </p:nvSpPr>
          <p:spPr>
            <a:xfrm>
              <a:off x="6887300" y="31138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4"/>
            <p:cNvSpPr/>
            <p:nvPr/>
          </p:nvSpPr>
          <p:spPr>
            <a:xfrm>
              <a:off x="6912925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4"/>
            <p:cNvSpPr/>
            <p:nvPr/>
          </p:nvSpPr>
          <p:spPr>
            <a:xfrm>
              <a:off x="6775450" y="287262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4"/>
            <p:cNvSpPr/>
            <p:nvPr/>
          </p:nvSpPr>
          <p:spPr>
            <a:xfrm>
              <a:off x="6867625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4"/>
            <p:cNvSpPr/>
            <p:nvPr/>
          </p:nvSpPr>
          <p:spPr>
            <a:xfrm>
              <a:off x="6861375" y="3101625"/>
              <a:ext cx="21900" cy="34075"/>
            </a:xfrm>
            <a:custGeom>
              <a:avLst/>
              <a:gdLst/>
              <a:ahLst/>
              <a:cxnLst/>
              <a:rect l="l" t="t" r="r" b="b"/>
              <a:pathLst>
                <a:path w="876" h="1363" extrusionOk="0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4"/>
            <p:cNvSpPr/>
            <p:nvPr/>
          </p:nvSpPr>
          <p:spPr>
            <a:xfrm>
              <a:off x="6864175" y="3338125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4"/>
            <p:cNvSpPr/>
            <p:nvPr/>
          </p:nvSpPr>
          <p:spPr>
            <a:xfrm>
              <a:off x="6826700" y="3402175"/>
              <a:ext cx="65000" cy="61250"/>
            </a:xfrm>
            <a:custGeom>
              <a:avLst/>
              <a:gdLst/>
              <a:ahLst/>
              <a:cxnLst/>
              <a:rect l="l" t="t" r="r" b="b"/>
              <a:pathLst>
                <a:path w="2600" h="2450" extrusionOk="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4"/>
            <p:cNvSpPr/>
            <p:nvPr/>
          </p:nvSpPr>
          <p:spPr>
            <a:xfrm>
              <a:off x="6837325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4"/>
            <p:cNvSpPr/>
            <p:nvPr/>
          </p:nvSpPr>
          <p:spPr>
            <a:xfrm>
              <a:off x="6849500" y="3422475"/>
              <a:ext cx="30950" cy="17525"/>
            </a:xfrm>
            <a:custGeom>
              <a:avLst/>
              <a:gdLst/>
              <a:ahLst/>
              <a:cxnLst/>
              <a:rect l="l" t="t" r="r" b="b"/>
              <a:pathLst>
                <a:path w="1238" h="701" extrusionOk="0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4"/>
            <p:cNvSpPr/>
            <p:nvPr/>
          </p:nvSpPr>
          <p:spPr>
            <a:xfrm>
              <a:off x="6819200" y="3138500"/>
              <a:ext cx="71575" cy="55325"/>
            </a:xfrm>
            <a:custGeom>
              <a:avLst/>
              <a:gdLst/>
              <a:ahLst/>
              <a:cxnLst/>
              <a:rect l="l" t="t" r="r" b="b"/>
              <a:pathLst>
                <a:path w="2863" h="2213" extrusionOk="0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4"/>
            <p:cNvSpPr/>
            <p:nvPr/>
          </p:nvSpPr>
          <p:spPr>
            <a:xfrm>
              <a:off x="6798275" y="2819200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4"/>
            <p:cNvSpPr/>
            <p:nvPr/>
          </p:nvSpPr>
          <p:spPr>
            <a:xfrm>
              <a:off x="6794825" y="2818575"/>
              <a:ext cx="5975" cy="16900"/>
            </a:xfrm>
            <a:custGeom>
              <a:avLst/>
              <a:gdLst/>
              <a:ahLst/>
              <a:cxnLst/>
              <a:rect l="l" t="t" r="r" b="b"/>
              <a:pathLst>
                <a:path w="239" h="676" extrusionOk="0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4"/>
            <p:cNvSpPr/>
            <p:nvPr/>
          </p:nvSpPr>
          <p:spPr>
            <a:xfrm>
              <a:off x="6810775" y="2837625"/>
              <a:ext cx="7500" cy="9400"/>
            </a:xfrm>
            <a:custGeom>
              <a:avLst/>
              <a:gdLst/>
              <a:ahLst/>
              <a:cxnLst/>
              <a:rect l="l" t="t" r="r" b="b"/>
              <a:pathLst>
                <a:path w="300" h="376" extrusionOk="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4"/>
            <p:cNvSpPr/>
            <p:nvPr/>
          </p:nvSpPr>
          <p:spPr>
            <a:xfrm>
              <a:off x="6797325" y="2844825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4"/>
            <p:cNvSpPr/>
            <p:nvPr/>
          </p:nvSpPr>
          <p:spPr>
            <a:xfrm>
              <a:off x="6792950" y="2840450"/>
              <a:ext cx="10025" cy="24075"/>
            </a:xfrm>
            <a:custGeom>
              <a:avLst/>
              <a:gdLst/>
              <a:ahLst/>
              <a:cxnLst/>
              <a:rect l="l" t="t" r="r" b="b"/>
              <a:pathLst>
                <a:path w="401" h="963" extrusionOk="0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4"/>
            <p:cNvSpPr/>
            <p:nvPr/>
          </p:nvSpPr>
          <p:spPr>
            <a:xfrm>
              <a:off x="6795150" y="2829825"/>
              <a:ext cx="8150" cy="14075"/>
            </a:xfrm>
            <a:custGeom>
              <a:avLst/>
              <a:gdLst/>
              <a:ahLst/>
              <a:cxnLst/>
              <a:rect l="l" t="t" r="r" b="b"/>
              <a:pathLst>
                <a:path w="326" h="563" extrusionOk="0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4"/>
            <p:cNvSpPr/>
            <p:nvPr/>
          </p:nvSpPr>
          <p:spPr>
            <a:xfrm>
              <a:off x="6781075" y="2835125"/>
              <a:ext cx="12525" cy="14400"/>
            </a:xfrm>
            <a:custGeom>
              <a:avLst/>
              <a:gdLst/>
              <a:ahLst/>
              <a:cxnLst/>
              <a:rect l="l" t="t" r="r" b="b"/>
              <a:pathLst>
                <a:path w="501" h="576" extrusionOk="0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4"/>
            <p:cNvSpPr/>
            <p:nvPr/>
          </p:nvSpPr>
          <p:spPr>
            <a:xfrm>
              <a:off x="695500" y="2835450"/>
              <a:ext cx="104675" cy="111250"/>
            </a:xfrm>
            <a:custGeom>
              <a:avLst/>
              <a:gdLst/>
              <a:ahLst/>
              <a:cxnLst/>
              <a:rect l="l" t="t" r="r" b="b"/>
              <a:pathLst>
                <a:path w="4187" h="4450" extrusionOk="0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4"/>
            <p:cNvSpPr/>
            <p:nvPr/>
          </p:nvSpPr>
          <p:spPr>
            <a:xfrm>
              <a:off x="628000" y="2941675"/>
              <a:ext cx="146875" cy="263700"/>
            </a:xfrm>
            <a:custGeom>
              <a:avLst/>
              <a:gdLst/>
              <a:ahLst/>
              <a:cxnLst/>
              <a:rect l="l" t="t" r="r" b="b"/>
              <a:pathLst>
                <a:path w="5875" h="10548" extrusionOk="0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4"/>
            <p:cNvSpPr/>
            <p:nvPr/>
          </p:nvSpPr>
          <p:spPr>
            <a:xfrm>
              <a:off x="668000" y="31378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4"/>
            <p:cNvSpPr/>
            <p:nvPr/>
          </p:nvSpPr>
          <p:spPr>
            <a:xfrm>
              <a:off x="722350" y="3245025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4"/>
            <p:cNvSpPr/>
            <p:nvPr/>
          </p:nvSpPr>
          <p:spPr>
            <a:xfrm>
              <a:off x="692050" y="2972300"/>
              <a:ext cx="96575" cy="82175"/>
            </a:xfrm>
            <a:custGeom>
              <a:avLst/>
              <a:gdLst/>
              <a:ahLst/>
              <a:cxnLst/>
              <a:rect l="l" t="t" r="r" b="b"/>
              <a:pathLst>
                <a:path w="3863" h="3287" extrusionOk="0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4"/>
            <p:cNvSpPr/>
            <p:nvPr/>
          </p:nvSpPr>
          <p:spPr>
            <a:xfrm>
              <a:off x="720175" y="2958850"/>
              <a:ext cx="110625" cy="22825"/>
            </a:xfrm>
            <a:custGeom>
              <a:avLst/>
              <a:gdLst/>
              <a:ahLst/>
              <a:cxnLst/>
              <a:rect l="l" t="t" r="r" b="b"/>
              <a:pathLst>
                <a:path w="4425" h="913" extrusionOk="0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4"/>
            <p:cNvSpPr/>
            <p:nvPr/>
          </p:nvSpPr>
          <p:spPr>
            <a:xfrm>
              <a:off x="83015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4"/>
            <p:cNvSpPr/>
            <p:nvPr/>
          </p:nvSpPr>
          <p:spPr>
            <a:xfrm>
              <a:off x="828275" y="296542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4"/>
            <p:cNvSpPr/>
            <p:nvPr/>
          </p:nvSpPr>
          <p:spPr>
            <a:xfrm>
              <a:off x="662375" y="3207225"/>
              <a:ext cx="3150" cy="2850"/>
            </a:xfrm>
            <a:custGeom>
              <a:avLst/>
              <a:gdLst/>
              <a:ahLst/>
              <a:cxnLst/>
              <a:rect l="l" t="t" r="r" b="b"/>
              <a:pathLst>
                <a:path w="126" h="114" extrusionOk="0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4"/>
            <p:cNvSpPr/>
            <p:nvPr/>
          </p:nvSpPr>
          <p:spPr>
            <a:xfrm>
              <a:off x="705800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4"/>
            <p:cNvSpPr/>
            <p:nvPr/>
          </p:nvSpPr>
          <p:spPr>
            <a:xfrm>
              <a:off x="708300" y="32978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4"/>
            <p:cNvSpPr/>
            <p:nvPr/>
          </p:nvSpPr>
          <p:spPr>
            <a:xfrm>
              <a:off x="732050" y="323752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4"/>
            <p:cNvSpPr/>
            <p:nvPr/>
          </p:nvSpPr>
          <p:spPr>
            <a:xfrm>
              <a:off x="732675" y="3237850"/>
              <a:ext cx="29375" cy="33125"/>
            </a:xfrm>
            <a:custGeom>
              <a:avLst/>
              <a:gdLst/>
              <a:ahLst/>
              <a:cxnLst/>
              <a:rect l="l" t="t" r="r" b="b"/>
              <a:pathLst>
                <a:path w="1175" h="1325" extrusionOk="0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4"/>
            <p:cNvSpPr/>
            <p:nvPr/>
          </p:nvSpPr>
          <p:spPr>
            <a:xfrm>
              <a:off x="739850" y="2929475"/>
              <a:ext cx="86875" cy="38475"/>
            </a:xfrm>
            <a:custGeom>
              <a:avLst/>
              <a:gdLst/>
              <a:ahLst/>
              <a:cxnLst/>
              <a:rect l="l" t="t" r="r" b="b"/>
              <a:pathLst>
                <a:path w="3475" h="1539" extrusionOk="0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4"/>
            <p:cNvSpPr/>
            <p:nvPr/>
          </p:nvSpPr>
          <p:spPr>
            <a:xfrm>
              <a:off x="824200" y="291917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4"/>
            <p:cNvSpPr/>
            <p:nvPr/>
          </p:nvSpPr>
          <p:spPr>
            <a:xfrm>
              <a:off x="728300" y="2974800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4"/>
            <p:cNvSpPr/>
            <p:nvPr/>
          </p:nvSpPr>
          <p:spPr>
            <a:xfrm>
              <a:off x="805150" y="3001975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4"/>
            <p:cNvSpPr/>
            <p:nvPr/>
          </p:nvSpPr>
          <p:spPr>
            <a:xfrm>
              <a:off x="644875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4"/>
            <p:cNvSpPr/>
            <p:nvPr/>
          </p:nvSpPr>
          <p:spPr>
            <a:xfrm>
              <a:off x="699875" y="2899175"/>
              <a:ext cx="49375" cy="31900"/>
            </a:xfrm>
            <a:custGeom>
              <a:avLst/>
              <a:gdLst/>
              <a:ahLst/>
              <a:cxnLst/>
              <a:rect l="l" t="t" r="r" b="b"/>
              <a:pathLst>
                <a:path w="1975" h="1276" extrusionOk="0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4"/>
            <p:cNvSpPr/>
            <p:nvPr/>
          </p:nvSpPr>
          <p:spPr>
            <a:xfrm>
              <a:off x="674550" y="3113825"/>
              <a:ext cx="31600" cy="62800"/>
            </a:xfrm>
            <a:custGeom>
              <a:avLst/>
              <a:gdLst/>
              <a:ahLst/>
              <a:cxnLst/>
              <a:rect l="l" t="t" r="r" b="b"/>
              <a:pathLst>
                <a:path w="1264" h="2512" extrusionOk="0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4"/>
            <p:cNvSpPr/>
            <p:nvPr/>
          </p:nvSpPr>
          <p:spPr>
            <a:xfrm>
              <a:off x="658950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4"/>
            <p:cNvSpPr/>
            <p:nvPr/>
          </p:nvSpPr>
          <p:spPr>
            <a:xfrm>
              <a:off x="762050" y="2872625"/>
              <a:ext cx="56250" cy="81250"/>
            </a:xfrm>
            <a:custGeom>
              <a:avLst/>
              <a:gdLst/>
              <a:ahLst/>
              <a:cxnLst/>
              <a:rect l="l" t="t" r="r" b="b"/>
              <a:pathLst>
                <a:path w="2250" h="3250" extrusionOk="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4"/>
            <p:cNvSpPr/>
            <p:nvPr/>
          </p:nvSpPr>
          <p:spPr>
            <a:xfrm>
              <a:off x="710800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4"/>
            <p:cNvSpPr/>
            <p:nvPr/>
          </p:nvSpPr>
          <p:spPr>
            <a:xfrm>
              <a:off x="710175" y="31016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4"/>
            <p:cNvSpPr/>
            <p:nvPr/>
          </p:nvSpPr>
          <p:spPr>
            <a:xfrm>
              <a:off x="669550" y="3338125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4"/>
            <p:cNvSpPr/>
            <p:nvPr/>
          </p:nvSpPr>
          <p:spPr>
            <a:xfrm>
              <a:off x="701750" y="3402175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4"/>
            <p:cNvSpPr/>
            <p:nvPr/>
          </p:nvSpPr>
          <p:spPr>
            <a:xfrm>
              <a:off x="709550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4"/>
            <p:cNvSpPr/>
            <p:nvPr/>
          </p:nvSpPr>
          <p:spPr>
            <a:xfrm>
              <a:off x="713300" y="3422475"/>
              <a:ext cx="30950" cy="17225"/>
            </a:xfrm>
            <a:custGeom>
              <a:avLst/>
              <a:gdLst/>
              <a:ahLst/>
              <a:cxnLst/>
              <a:rect l="l" t="t" r="r" b="b"/>
              <a:pathLst>
                <a:path w="1238" h="689" extrusionOk="0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4"/>
            <p:cNvSpPr/>
            <p:nvPr/>
          </p:nvSpPr>
          <p:spPr>
            <a:xfrm>
              <a:off x="702675" y="3138500"/>
              <a:ext cx="71875" cy="55325"/>
            </a:xfrm>
            <a:custGeom>
              <a:avLst/>
              <a:gdLst/>
              <a:ahLst/>
              <a:cxnLst/>
              <a:rect l="l" t="t" r="r" b="b"/>
              <a:pathLst>
                <a:path w="2875" h="2213" extrusionOk="0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4"/>
            <p:cNvSpPr/>
            <p:nvPr/>
          </p:nvSpPr>
          <p:spPr>
            <a:xfrm>
              <a:off x="695500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4"/>
            <p:cNvSpPr/>
            <p:nvPr/>
          </p:nvSpPr>
          <p:spPr>
            <a:xfrm>
              <a:off x="62832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4"/>
            <p:cNvSpPr/>
            <p:nvPr/>
          </p:nvSpPr>
          <p:spPr>
            <a:xfrm>
              <a:off x="667675" y="2448375"/>
              <a:ext cx="84700" cy="100925"/>
            </a:xfrm>
            <a:custGeom>
              <a:avLst/>
              <a:gdLst/>
              <a:ahLst/>
              <a:cxnLst/>
              <a:rect l="l" t="t" r="r" b="b"/>
              <a:pathLst>
                <a:path w="3388" h="4037" extrusionOk="0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4"/>
            <p:cNvSpPr/>
            <p:nvPr/>
          </p:nvSpPr>
          <p:spPr>
            <a:xfrm>
              <a:off x="722350" y="2386200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4"/>
            <p:cNvSpPr/>
            <p:nvPr/>
          </p:nvSpPr>
          <p:spPr>
            <a:xfrm>
              <a:off x="691750" y="2632075"/>
              <a:ext cx="96875" cy="81550"/>
            </a:xfrm>
            <a:custGeom>
              <a:avLst/>
              <a:gdLst/>
              <a:ahLst/>
              <a:cxnLst/>
              <a:rect l="l" t="t" r="r" b="b"/>
              <a:pathLst>
                <a:path w="3875" h="3262" extrusionOk="0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4"/>
            <p:cNvSpPr/>
            <p:nvPr/>
          </p:nvSpPr>
          <p:spPr>
            <a:xfrm>
              <a:off x="720475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4"/>
            <p:cNvSpPr/>
            <p:nvPr/>
          </p:nvSpPr>
          <p:spPr>
            <a:xfrm>
              <a:off x="83015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4"/>
            <p:cNvSpPr/>
            <p:nvPr/>
          </p:nvSpPr>
          <p:spPr>
            <a:xfrm>
              <a:off x="827325" y="2698925"/>
              <a:ext cx="17225" cy="22200"/>
            </a:xfrm>
            <a:custGeom>
              <a:avLst/>
              <a:gdLst/>
              <a:ahLst/>
              <a:cxnLst/>
              <a:rect l="l" t="t" r="r" b="b"/>
              <a:pathLst>
                <a:path w="689" h="888" extrusionOk="0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4"/>
            <p:cNvSpPr/>
            <p:nvPr/>
          </p:nvSpPr>
          <p:spPr>
            <a:xfrm>
              <a:off x="662375" y="2476475"/>
              <a:ext cx="3150" cy="3150"/>
            </a:xfrm>
            <a:custGeom>
              <a:avLst/>
              <a:gdLst/>
              <a:ahLst/>
              <a:cxnLst/>
              <a:rect l="l" t="t" r="r" b="b"/>
              <a:pathLst>
                <a:path w="126" h="126" extrusionOk="0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4"/>
            <p:cNvSpPr/>
            <p:nvPr/>
          </p:nvSpPr>
          <p:spPr>
            <a:xfrm>
              <a:off x="705800" y="23468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4"/>
            <p:cNvSpPr/>
            <p:nvPr/>
          </p:nvSpPr>
          <p:spPr>
            <a:xfrm>
              <a:off x="708300" y="23465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4"/>
            <p:cNvSpPr/>
            <p:nvPr/>
          </p:nvSpPr>
          <p:spPr>
            <a:xfrm>
              <a:off x="732050" y="241587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4"/>
            <p:cNvSpPr/>
            <p:nvPr/>
          </p:nvSpPr>
          <p:spPr>
            <a:xfrm>
              <a:off x="732675" y="2415550"/>
              <a:ext cx="29075" cy="33475"/>
            </a:xfrm>
            <a:custGeom>
              <a:avLst/>
              <a:gdLst/>
              <a:ahLst/>
              <a:cxnLst/>
              <a:rect l="l" t="t" r="r" b="b"/>
              <a:pathLst>
                <a:path w="1163" h="1339" extrusionOk="0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4"/>
            <p:cNvSpPr/>
            <p:nvPr/>
          </p:nvSpPr>
          <p:spPr>
            <a:xfrm>
              <a:off x="739850" y="2718600"/>
              <a:ext cx="86875" cy="38450"/>
            </a:xfrm>
            <a:custGeom>
              <a:avLst/>
              <a:gdLst/>
              <a:ahLst/>
              <a:cxnLst/>
              <a:rect l="l" t="t" r="r" b="b"/>
              <a:pathLst>
                <a:path w="3475" h="1538" extrusionOk="0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4"/>
            <p:cNvSpPr/>
            <p:nvPr/>
          </p:nvSpPr>
          <p:spPr>
            <a:xfrm>
              <a:off x="824200" y="2749525"/>
              <a:ext cx="16600" cy="17850"/>
            </a:xfrm>
            <a:custGeom>
              <a:avLst/>
              <a:gdLst/>
              <a:ahLst/>
              <a:cxnLst/>
              <a:rect l="l" t="t" r="r" b="b"/>
              <a:pathLst>
                <a:path w="664" h="714" extrusionOk="0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4"/>
            <p:cNvSpPr/>
            <p:nvPr/>
          </p:nvSpPr>
          <p:spPr>
            <a:xfrm>
              <a:off x="728300" y="2681125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4"/>
            <p:cNvSpPr/>
            <p:nvPr/>
          </p:nvSpPr>
          <p:spPr>
            <a:xfrm>
              <a:off x="805150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4"/>
            <p:cNvSpPr/>
            <p:nvPr/>
          </p:nvSpPr>
          <p:spPr>
            <a:xfrm>
              <a:off x="644875" y="2270600"/>
              <a:ext cx="60325" cy="237450"/>
            </a:xfrm>
            <a:custGeom>
              <a:avLst/>
              <a:gdLst/>
              <a:ahLst/>
              <a:cxnLst/>
              <a:rect l="l" t="t" r="r" b="b"/>
              <a:pathLst>
                <a:path w="2413" h="9498" extrusionOk="0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4"/>
            <p:cNvSpPr/>
            <p:nvPr/>
          </p:nvSpPr>
          <p:spPr>
            <a:xfrm>
              <a:off x="699875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4"/>
            <p:cNvSpPr/>
            <p:nvPr/>
          </p:nvSpPr>
          <p:spPr>
            <a:xfrm>
              <a:off x="674550" y="2510225"/>
              <a:ext cx="31600" cy="62500"/>
            </a:xfrm>
            <a:custGeom>
              <a:avLst/>
              <a:gdLst/>
              <a:ahLst/>
              <a:cxnLst/>
              <a:rect l="l" t="t" r="r" b="b"/>
              <a:pathLst>
                <a:path w="1264" h="2500" extrusionOk="0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4"/>
            <p:cNvSpPr/>
            <p:nvPr/>
          </p:nvSpPr>
          <p:spPr>
            <a:xfrm>
              <a:off x="658950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4"/>
            <p:cNvSpPr/>
            <p:nvPr/>
          </p:nvSpPr>
          <p:spPr>
            <a:xfrm>
              <a:off x="761725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4"/>
            <p:cNvSpPr/>
            <p:nvPr/>
          </p:nvSpPr>
          <p:spPr>
            <a:xfrm>
              <a:off x="710500" y="25536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4"/>
            <p:cNvSpPr/>
            <p:nvPr/>
          </p:nvSpPr>
          <p:spPr>
            <a:xfrm>
              <a:off x="7101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4"/>
            <p:cNvSpPr/>
            <p:nvPr/>
          </p:nvSpPr>
          <p:spPr>
            <a:xfrm>
              <a:off x="669550" y="2216250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4"/>
            <p:cNvSpPr/>
            <p:nvPr/>
          </p:nvSpPr>
          <p:spPr>
            <a:xfrm>
              <a:off x="701750" y="2223100"/>
              <a:ext cx="65000" cy="61275"/>
            </a:xfrm>
            <a:custGeom>
              <a:avLst/>
              <a:gdLst/>
              <a:ahLst/>
              <a:cxnLst/>
              <a:rect l="l" t="t" r="r" b="b"/>
              <a:pathLst>
                <a:path w="2600" h="2451" extrusionOk="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4"/>
            <p:cNvSpPr/>
            <p:nvPr/>
          </p:nvSpPr>
          <p:spPr>
            <a:xfrm>
              <a:off x="709550" y="2258100"/>
              <a:ext cx="46900" cy="35950"/>
            </a:xfrm>
            <a:custGeom>
              <a:avLst/>
              <a:gdLst/>
              <a:ahLst/>
              <a:cxnLst/>
              <a:rect l="l" t="t" r="r" b="b"/>
              <a:pathLst>
                <a:path w="1876" h="1438" extrusionOk="0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4"/>
            <p:cNvSpPr/>
            <p:nvPr/>
          </p:nvSpPr>
          <p:spPr>
            <a:xfrm>
              <a:off x="713300" y="2246550"/>
              <a:ext cx="30950" cy="17500"/>
            </a:xfrm>
            <a:custGeom>
              <a:avLst/>
              <a:gdLst/>
              <a:ahLst/>
              <a:cxnLst/>
              <a:rect l="l" t="t" r="r" b="b"/>
              <a:pathLst>
                <a:path w="1238" h="700" extrusionOk="0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4"/>
            <p:cNvSpPr/>
            <p:nvPr/>
          </p:nvSpPr>
          <p:spPr>
            <a:xfrm>
              <a:off x="703000" y="2492725"/>
              <a:ext cx="71550" cy="55325"/>
            </a:xfrm>
            <a:custGeom>
              <a:avLst/>
              <a:gdLst/>
              <a:ahLst/>
              <a:cxnLst/>
              <a:rect l="l" t="t" r="r" b="b"/>
              <a:pathLst>
                <a:path w="2862" h="2213" extrusionOk="0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4"/>
            <p:cNvSpPr/>
            <p:nvPr/>
          </p:nvSpPr>
          <p:spPr>
            <a:xfrm>
              <a:off x="779850" y="2847325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4"/>
            <p:cNvSpPr/>
            <p:nvPr/>
          </p:nvSpPr>
          <p:spPr>
            <a:xfrm>
              <a:off x="792975" y="2850750"/>
              <a:ext cx="5950" cy="16900"/>
            </a:xfrm>
            <a:custGeom>
              <a:avLst/>
              <a:gdLst/>
              <a:ahLst/>
              <a:cxnLst/>
              <a:rect l="l" t="t" r="r" b="b"/>
              <a:pathLst>
                <a:path w="238" h="676" extrusionOk="0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4"/>
            <p:cNvSpPr/>
            <p:nvPr/>
          </p:nvSpPr>
          <p:spPr>
            <a:xfrm>
              <a:off x="775150" y="2839500"/>
              <a:ext cx="7525" cy="9400"/>
            </a:xfrm>
            <a:custGeom>
              <a:avLst/>
              <a:gdLst/>
              <a:ahLst/>
              <a:cxnLst/>
              <a:rect l="l" t="t" r="r" b="b"/>
              <a:pathLst>
                <a:path w="301" h="376" extrusionOk="0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4"/>
            <p:cNvSpPr/>
            <p:nvPr/>
          </p:nvSpPr>
          <p:spPr>
            <a:xfrm>
              <a:off x="780775" y="2821400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4"/>
            <p:cNvSpPr/>
            <p:nvPr/>
          </p:nvSpPr>
          <p:spPr>
            <a:xfrm>
              <a:off x="790475" y="2821700"/>
              <a:ext cx="10325" cy="24400"/>
            </a:xfrm>
            <a:custGeom>
              <a:avLst/>
              <a:gdLst/>
              <a:ahLst/>
              <a:cxnLst/>
              <a:rect l="l" t="t" r="r" b="b"/>
              <a:pathLst>
                <a:path w="413" h="976" extrusionOk="0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4"/>
            <p:cNvSpPr/>
            <p:nvPr/>
          </p:nvSpPr>
          <p:spPr>
            <a:xfrm>
              <a:off x="790150" y="2842625"/>
              <a:ext cx="8150" cy="14100"/>
            </a:xfrm>
            <a:custGeom>
              <a:avLst/>
              <a:gdLst/>
              <a:ahLst/>
              <a:cxnLst/>
              <a:rect l="l" t="t" r="r" b="b"/>
              <a:pathLst>
                <a:path w="326" h="564" extrusionOk="0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4"/>
            <p:cNvSpPr/>
            <p:nvPr/>
          </p:nvSpPr>
          <p:spPr>
            <a:xfrm>
              <a:off x="799850" y="2837000"/>
              <a:ext cx="12500" cy="14400"/>
            </a:xfrm>
            <a:custGeom>
              <a:avLst/>
              <a:gdLst/>
              <a:ahLst/>
              <a:cxnLst/>
              <a:rect l="l" t="t" r="r" b="b"/>
              <a:pathLst>
                <a:path w="500" h="576" extrusionOk="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3" name="!!Edison"/>
          <p:cNvSpPr/>
          <p:nvPr/>
        </p:nvSpPr>
        <p:spPr>
          <a:xfrm>
            <a:off x="1298448" y="1481328"/>
            <a:ext cx="960120" cy="1234440"/>
          </a:xfrm>
          <a:prstGeom prst="ellipse">
            <a:avLst/>
          </a:prstGeom>
          <a:solidFill>
            <a:srgbClr val="FFFFFF">
              <a:alpha val="45000"/>
            </a:srgbClr>
          </a:solidFill>
          <a:ln w="57150" cmpd="dbl">
            <a:solidFill>
              <a:srgbClr val="0A1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0" i="0">
                <a:solidFill>
                  <a:srgbClr val="0A1A35"/>
                </a:solidFill>
                <a:latin typeface="Libre Baskerville"/>
              </a:rPr>
              <a:t>E</a:t>
            </a:r>
          </a:p>
        </p:txBody>
      </p:sp>
      <p:sp>
        <p:nvSpPr>
          <p:cNvPr id="1354" name="Edison Name"/>
          <p:cNvSpPr txBox="1"/>
          <p:nvPr/>
        </p:nvSpPr>
        <p:spPr>
          <a:xfrm>
            <a:off x="955547" y="2761488"/>
            <a:ext cx="164592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/>
            <a:r>
              <a:rPr sz="1200" b="1" i="0">
                <a:solidFill>
                  <a:srgbClr val="0A1A35"/>
                </a:solidFill>
                <a:latin typeface="Libre Baskerville"/>
              </a:rPr>
              <a:t>Thomas A. Edison</a:t>
            </a:r>
          </a:p>
          <a:p>
            <a:pPr algn="ctr"/>
            <a:r>
              <a:rPr sz="1000" b="0" i="1">
                <a:solidFill>
                  <a:srgbClr val="0A1A35"/>
                </a:solidFill>
                <a:latin typeface="Source Sans 3"/>
              </a:rPr>
              <a:t>Gleichstrom</a:t>
            </a:r>
          </a:p>
        </p:txBody>
      </p:sp>
      <p:sp>
        <p:nvSpPr>
          <p:cNvPr id="1355" name="!!Tesla"/>
          <p:cNvSpPr/>
          <p:nvPr/>
        </p:nvSpPr>
        <p:spPr>
          <a:xfrm>
            <a:off x="6885432" y="1481328"/>
            <a:ext cx="960120" cy="1234440"/>
          </a:xfrm>
          <a:prstGeom prst="ellipse">
            <a:avLst/>
          </a:prstGeom>
          <a:solidFill>
            <a:srgbClr val="FFFFFF">
              <a:alpha val="45000"/>
            </a:srgbClr>
          </a:solidFill>
          <a:ln w="57150" cmpd="dbl">
            <a:solidFill>
              <a:srgbClr val="0A1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0" i="0">
                <a:solidFill>
                  <a:srgbClr val="0A1A35"/>
                </a:solidFill>
                <a:latin typeface="Libre Baskerville"/>
              </a:rPr>
              <a:t>T</a:t>
            </a:r>
          </a:p>
        </p:txBody>
      </p:sp>
      <p:sp>
        <p:nvSpPr>
          <p:cNvPr id="1356" name="Tesla Name"/>
          <p:cNvSpPr txBox="1"/>
          <p:nvPr/>
        </p:nvSpPr>
        <p:spPr>
          <a:xfrm>
            <a:off x="6496812" y="2761488"/>
            <a:ext cx="173736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/>
            <a:r>
              <a:rPr sz="1200" b="1" i="0">
                <a:solidFill>
                  <a:srgbClr val="0A1A35"/>
                </a:solidFill>
                <a:latin typeface="Libre Baskerville"/>
              </a:rPr>
              <a:t>Nikola Tesla</a:t>
            </a:r>
          </a:p>
          <a:p>
            <a:pPr algn="ctr"/>
            <a:r>
              <a:rPr sz="1000" b="0" i="1">
                <a:solidFill>
                  <a:srgbClr val="0A1A35"/>
                </a:solidFill>
                <a:latin typeface="Source Sans 3"/>
              </a:rPr>
              <a:t>Wechselstrom · Westinghouse</a:t>
            </a:r>
          </a:p>
        </p:txBody>
      </p:sp>
      <p:sp>
        <p:nvSpPr>
          <p:cNvPr id="1357" name="!!Logo Westinghouse"/>
          <p:cNvSpPr/>
          <p:nvPr/>
        </p:nvSpPr>
        <p:spPr>
          <a:xfrm>
            <a:off x="7534656" y="1353312"/>
            <a:ext cx="502920" cy="502920"/>
          </a:xfrm>
          <a:prstGeom prst="ellipse">
            <a:avLst/>
          </a:prstGeom>
          <a:solidFill>
            <a:srgbClr val="0A1C5E"/>
          </a:solidFill>
          <a:ln w="38100" cmpd="dbl">
            <a:solidFill>
              <a:srgbClr val="C2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re Baskerville"/>
              </a:rPr>
              <a:t>W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" presetClass="entr" presetSubtype="8" fill="hold" grpId="0" nodeType="after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900" fill="hold"/>
                                        <p:tgtEl>
                                          <p:spTgt spid="1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900" fill="hold"/>
                                        <p:tgtEl>
                                          <p:spTgt spid="1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2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900" fill="hold"/>
                                        <p:tgtEl>
                                          <p:spTgt spid="1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900" fill="hold"/>
                                        <p:tgtEl>
                                          <p:spTgt spid="1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900"/>
                            </p:stCondLst>
                            <p:childTnLst>
                              <p:par>
                                <p:cTn id="2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800" fill="hold"/>
                                        <p:tgtEl>
                                          <p:spTgt spid="1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1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1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3" grpId="0" animBg="1"/>
      <p:bldP spid="1354" grpId="0" animBg="1"/>
      <p:bldP spid="1355" grpId="0" animBg="1"/>
      <p:bldP spid="1356" grpId="0" animBg="1"/>
      <p:bldP spid="135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7" name="Google Shape;1407;p37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1408" name="Google Shape;1408;p37"/>
            <p:cNvSpPr/>
            <p:nvPr/>
          </p:nvSpPr>
          <p:spPr>
            <a:xfrm>
              <a:off x="83952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7"/>
            <p:cNvSpPr/>
            <p:nvPr/>
          </p:nvSpPr>
          <p:spPr>
            <a:xfrm>
              <a:off x="844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7"/>
            <p:cNvSpPr/>
            <p:nvPr/>
          </p:nvSpPr>
          <p:spPr>
            <a:xfrm>
              <a:off x="898575" y="13480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7"/>
            <p:cNvSpPr/>
            <p:nvPr/>
          </p:nvSpPr>
          <p:spPr>
            <a:xfrm>
              <a:off x="9448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7"/>
            <p:cNvSpPr/>
            <p:nvPr/>
          </p:nvSpPr>
          <p:spPr>
            <a:xfrm>
              <a:off x="752350" y="1240875"/>
              <a:ext cx="206850" cy="104050"/>
            </a:xfrm>
            <a:custGeom>
              <a:avLst/>
              <a:gdLst/>
              <a:ahLst/>
              <a:cxnLst/>
              <a:rect l="l" t="t" r="r" b="b"/>
              <a:pathLst>
                <a:path w="8274" h="4162" extrusionOk="0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7"/>
            <p:cNvSpPr/>
            <p:nvPr/>
          </p:nvSpPr>
          <p:spPr>
            <a:xfrm>
              <a:off x="1012600" y="1245875"/>
              <a:ext cx="88750" cy="80000"/>
            </a:xfrm>
            <a:custGeom>
              <a:avLst/>
              <a:gdLst/>
              <a:ahLst/>
              <a:cxnLst/>
              <a:rect l="l" t="t" r="r" b="b"/>
              <a:pathLst>
                <a:path w="3550" h="3200" extrusionOk="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7"/>
            <p:cNvSpPr/>
            <p:nvPr/>
          </p:nvSpPr>
          <p:spPr>
            <a:xfrm>
              <a:off x="1123500" y="1272100"/>
              <a:ext cx="33450" cy="43775"/>
            </a:xfrm>
            <a:custGeom>
              <a:avLst/>
              <a:gdLst/>
              <a:ahLst/>
              <a:cxnLst/>
              <a:rect l="l" t="t" r="r" b="b"/>
              <a:pathLst>
                <a:path w="1338" h="1751" extrusionOk="0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7"/>
            <p:cNvSpPr/>
            <p:nvPr/>
          </p:nvSpPr>
          <p:spPr>
            <a:xfrm>
              <a:off x="732975" y="129210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7"/>
            <p:cNvSpPr/>
            <p:nvPr/>
          </p:nvSpPr>
          <p:spPr>
            <a:xfrm>
              <a:off x="809225" y="1274925"/>
              <a:ext cx="77800" cy="113125"/>
            </a:xfrm>
            <a:custGeom>
              <a:avLst/>
              <a:gdLst/>
              <a:ahLst/>
              <a:cxnLst/>
              <a:rect l="l" t="t" r="r" b="b"/>
              <a:pathLst>
                <a:path w="3112" h="4525" extrusionOk="0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7"/>
            <p:cNvSpPr/>
            <p:nvPr/>
          </p:nvSpPr>
          <p:spPr>
            <a:xfrm>
              <a:off x="792650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7"/>
            <p:cNvSpPr/>
            <p:nvPr/>
          </p:nvSpPr>
          <p:spPr>
            <a:xfrm>
              <a:off x="841400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7"/>
            <p:cNvSpPr/>
            <p:nvPr/>
          </p:nvSpPr>
          <p:spPr>
            <a:xfrm>
              <a:off x="973550" y="1363650"/>
              <a:ext cx="9700" cy="6900"/>
            </a:xfrm>
            <a:custGeom>
              <a:avLst/>
              <a:gdLst/>
              <a:ahLst/>
              <a:cxnLst/>
              <a:rect l="l" t="t" r="r" b="b"/>
              <a:pathLst>
                <a:path w="388" h="276" extrusionOk="0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7"/>
            <p:cNvSpPr/>
            <p:nvPr/>
          </p:nvSpPr>
          <p:spPr>
            <a:xfrm>
              <a:off x="832025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7"/>
            <p:cNvSpPr/>
            <p:nvPr/>
          </p:nvSpPr>
          <p:spPr>
            <a:xfrm>
              <a:off x="810775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7"/>
            <p:cNvSpPr/>
            <p:nvPr/>
          </p:nvSpPr>
          <p:spPr>
            <a:xfrm>
              <a:off x="766400" y="1291175"/>
              <a:ext cx="73150" cy="22525"/>
            </a:xfrm>
            <a:custGeom>
              <a:avLst/>
              <a:gdLst/>
              <a:ahLst/>
              <a:cxnLst/>
              <a:rect l="l" t="t" r="r" b="b"/>
              <a:pathLst>
                <a:path w="2926" h="901" extrusionOk="0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7"/>
            <p:cNvSpPr/>
            <p:nvPr/>
          </p:nvSpPr>
          <p:spPr>
            <a:xfrm>
              <a:off x="767350" y="12968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7"/>
            <p:cNvSpPr/>
            <p:nvPr/>
          </p:nvSpPr>
          <p:spPr>
            <a:xfrm>
              <a:off x="919500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7"/>
            <p:cNvSpPr/>
            <p:nvPr/>
          </p:nvSpPr>
          <p:spPr>
            <a:xfrm>
              <a:off x="914500" y="1250875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7"/>
            <p:cNvSpPr/>
            <p:nvPr/>
          </p:nvSpPr>
          <p:spPr>
            <a:xfrm>
              <a:off x="1186925" y="1310225"/>
              <a:ext cx="83125" cy="26900"/>
            </a:xfrm>
            <a:custGeom>
              <a:avLst/>
              <a:gdLst/>
              <a:ahLst/>
              <a:cxnLst/>
              <a:rect l="l" t="t" r="r" b="b"/>
              <a:pathLst>
                <a:path w="3325" h="1076" extrusionOk="0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7"/>
            <p:cNvSpPr/>
            <p:nvPr/>
          </p:nvSpPr>
          <p:spPr>
            <a:xfrm>
              <a:off x="1187250" y="1314900"/>
              <a:ext cx="100600" cy="30975"/>
            </a:xfrm>
            <a:custGeom>
              <a:avLst/>
              <a:gdLst/>
              <a:ahLst/>
              <a:cxnLst/>
              <a:rect l="l" t="t" r="r" b="b"/>
              <a:pathLst>
                <a:path w="4024" h="1239" extrusionOk="0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7"/>
            <p:cNvSpPr/>
            <p:nvPr/>
          </p:nvSpPr>
          <p:spPr>
            <a:xfrm>
              <a:off x="5855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7"/>
            <p:cNvSpPr/>
            <p:nvPr/>
          </p:nvSpPr>
          <p:spPr>
            <a:xfrm>
              <a:off x="762975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7"/>
            <p:cNvSpPr/>
            <p:nvPr/>
          </p:nvSpPr>
          <p:spPr>
            <a:xfrm>
              <a:off x="741425" y="1520175"/>
              <a:ext cx="77175" cy="73125"/>
            </a:xfrm>
            <a:custGeom>
              <a:avLst/>
              <a:gdLst/>
              <a:ahLst/>
              <a:cxnLst/>
              <a:rect l="l" t="t" r="r" b="b"/>
              <a:pathLst>
                <a:path w="3087" h="2925" extrusionOk="0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7"/>
            <p:cNvSpPr/>
            <p:nvPr/>
          </p:nvSpPr>
          <p:spPr>
            <a:xfrm>
              <a:off x="812325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7"/>
            <p:cNvSpPr/>
            <p:nvPr/>
          </p:nvSpPr>
          <p:spPr>
            <a:xfrm>
              <a:off x="633950" y="13739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7"/>
            <p:cNvSpPr/>
            <p:nvPr/>
          </p:nvSpPr>
          <p:spPr>
            <a:xfrm>
              <a:off x="638950" y="1634200"/>
              <a:ext cx="81550" cy="88450"/>
            </a:xfrm>
            <a:custGeom>
              <a:avLst/>
              <a:gdLst/>
              <a:ahLst/>
              <a:cxnLst/>
              <a:rect l="l" t="t" r="r" b="b"/>
              <a:pathLst>
                <a:path w="3262" h="3538" extrusionOk="0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7"/>
            <p:cNvSpPr/>
            <p:nvPr/>
          </p:nvSpPr>
          <p:spPr>
            <a:xfrm>
              <a:off x="66520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7"/>
            <p:cNvSpPr/>
            <p:nvPr/>
          </p:nvSpPr>
          <p:spPr>
            <a:xfrm>
              <a:off x="68517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7"/>
            <p:cNvSpPr/>
            <p:nvPr/>
          </p:nvSpPr>
          <p:spPr>
            <a:xfrm>
              <a:off x="6683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7"/>
            <p:cNvSpPr/>
            <p:nvPr/>
          </p:nvSpPr>
          <p:spPr>
            <a:xfrm>
              <a:off x="769525" y="1413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7"/>
            <p:cNvSpPr/>
            <p:nvPr/>
          </p:nvSpPr>
          <p:spPr>
            <a:xfrm>
              <a:off x="786400" y="1462675"/>
              <a:ext cx="10025" cy="5975"/>
            </a:xfrm>
            <a:custGeom>
              <a:avLst/>
              <a:gdLst/>
              <a:ahLst/>
              <a:cxnLst/>
              <a:rect l="l" t="t" r="r" b="b"/>
              <a:pathLst>
                <a:path w="401" h="239" extrusionOk="0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7"/>
            <p:cNvSpPr/>
            <p:nvPr/>
          </p:nvSpPr>
          <p:spPr>
            <a:xfrm>
              <a:off x="756725" y="1594850"/>
              <a:ext cx="7200" cy="10000"/>
            </a:xfrm>
            <a:custGeom>
              <a:avLst/>
              <a:gdLst/>
              <a:ahLst/>
              <a:cxnLst/>
              <a:rect l="l" t="t" r="r" b="b"/>
              <a:pathLst>
                <a:path w="288" h="400" extrusionOk="0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7"/>
            <p:cNvSpPr/>
            <p:nvPr/>
          </p:nvSpPr>
          <p:spPr>
            <a:xfrm>
              <a:off x="62707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7"/>
            <p:cNvSpPr/>
            <p:nvPr/>
          </p:nvSpPr>
          <p:spPr>
            <a:xfrm>
              <a:off x="627075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7"/>
            <p:cNvSpPr/>
            <p:nvPr/>
          </p:nvSpPr>
          <p:spPr>
            <a:xfrm>
              <a:off x="684550" y="1388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7"/>
            <p:cNvSpPr/>
            <p:nvPr/>
          </p:nvSpPr>
          <p:spPr>
            <a:xfrm>
              <a:off x="690175" y="1388950"/>
              <a:ext cx="23775" cy="70625"/>
            </a:xfrm>
            <a:custGeom>
              <a:avLst/>
              <a:gdLst/>
              <a:ahLst/>
              <a:cxnLst/>
              <a:rect l="l" t="t" r="r" b="b"/>
              <a:pathLst>
                <a:path w="951" h="2825" extrusionOk="0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7"/>
            <p:cNvSpPr/>
            <p:nvPr/>
          </p:nvSpPr>
          <p:spPr>
            <a:xfrm>
              <a:off x="6420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7"/>
            <p:cNvSpPr/>
            <p:nvPr/>
          </p:nvSpPr>
          <p:spPr>
            <a:xfrm>
              <a:off x="642375" y="1531100"/>
              <a:ext cx="55950" cy="20950"/>
            </a:xfrm>
            <a:custGeom>
              <a:avLst/>
              <a:gdLst/>
              <a:ahLst/>
              <a:cxnLst/>
              <a:rect l="l" t="t" r="r" b="b"/>
              <a:pathLst>
                <a:path w="2238" h="838" extrusionOk="0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7"/>
            <p:cNvSpPr/>
            <p:nvPr/>
          </p:nvSpPr>
          <p:spPr>
            <a:xfrm>
              <a:off x="703625" y="1808525"/>
              <a:ext cx="26875" cy="82825"/>
            </a:xfrm>
            <a:custGeom>
              <a:avLst/>
              <a:gdLst/>
              <a:ahLst/>
              <a:cxnLst/>
              <a:rect l="l" t="t" r="r" b="b"/>
              <a:pathLst>
                <a:path w="1075" h="3313" extrusionOk="0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7"/>
            <p:cNvSpPr/>
            <p:nvPr/>
          </p:nvSpPr>
          <p:spPr>
            <a:xfrm>
              <a:off x="708300" y="1808525"/>
              <a:ext cx="30950" cy="100950"/>
            </a:xfrm>
            <a:custGeom>
              <a:avLst/>
              <a:gdLst/>
              <a:ahLst/>
              <a:cxnLst/>
              <a:rect l="l" t="t" r="r" b="b"/>
              <a:pathLst>
                <a:path w="1238" h="4038" extrusionOk="0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7"/>
            <p:cNvSpPr/>
            <p:nvPr/>
          </p:nvSpPr>
          <p:spPr>
            <a:xfrm>
              <a:off x="88700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7"/>
            <p:cNvSpPr/>
            <p:nvPr/>
          </p:nvSpPr>
          <p:spPr>
            <a:xfrm>
              <a:off x="893575" y="1496125"/>
              <a:ext cx="58750" cy="15000"/>
            </a:xfrm>
            <a:custGeom>
              <a:avLst/>
              <a:gdLst/>
              <a:ahLst/>
              <a:cxnLst/>
              <a:rect l="l" t="t" r="r" b="b"/>
              <a:pathLst>
                <a:path w="2350" h="600" extrusionOk="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7"/>
            <p:cNvSpPr/>
            <p:nvPr/>
          </p:nvSpPr>
          <p:spPr>
            <a:xfrm>
              <a:off x="927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7"/>
            <p:cNvSpPr/>
            <p:nvPr/>
          </p:nvSpPr>
          <p:spPr>
            <a:xfrm>
              <a:off x="88670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7"/>
            <p:cNvSpPr/>
            <p:nvPr/>
          </p:nvSpPr>
          <p:spPr>
            <a:xfrm>
              <a:off x="897000" y="1522975"/>
              <a:ext cx="17200" cy="34700"/>
            </a:xfrm>
            <a:custGeom>
              <a:avLst/>
              <a:gdLst/>
              <a:ahLst/>
              <a:cxnLst/>
              <a:rect l="l" t="t" r="r" b="b"/>
              <a:pathLst>
                <a:path w="688" h="1388" extrusionOk="0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7"/>
            <p:cNvSpPr/>
            <p:nvPr/>
          </p:nvSpPr>
          <p:spPr>
            <a:xfrm>
              <a:off x="907925" y="1521425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7"/>
            <p:cNvSpPr/>
            <p:nvPr/>
          </p:nvSpPr>
          <p:spPr>
            <a:xfrm>
              <a:off x="915425" y="1512975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7"/>
            <p:cNvSpPr/>
            <p:nvPr/>
          </p:nvSpPr>
          <p:spPr>
            <a:xfrm>
              <a:off x="917300" y="1513300"/>
              <a:ext cx="17225" cy="6900"/>
            </a:xfrm>
            <a:custGeom>
              <a:avLst/>
              <a:gdLst/>
              <a:ahLst/>
              <a:cxnLst/>
              <a:rect l="l" t="t" r="r" b="b"/>
              <a:pathLst>
                <a:path w="689" h="276" extrusionOk="0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7"/>
            <p:cNvSpPr/>
            <p:nvPr/>
          </p:nvSpPr>
          <p:spPr>
            <a:xfrm>
              <a:off x="92605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7"/>
            <p:cNvSpPr/>
            <p:nvPr/>
          </p:nvSpPr>
          <p:spPr>
            <a:xfrm>
              <a:off x="620967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7"/>
            <p:cNvSpPr/>
            <p:nvPr/>
          </p:nvSpPr>
          <p:spPr>
            <a:xfrm>
              <a:off x="6575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7"/>
            <p:cNvSpPr/>
            <p:nvPr/>
          </p:nvSpPr>
          <p:spPr>
            <a:xfrm>
              <a:off x="6628300" y="1348025"/>
              <a:ext cx="73450" cy="77200"/>
            </a:xfrm>
            <a:custGeom>
              <a:avLst/>
              <a:gdLst/>
              <a:ahLst/>
              <a:cxnLst/>
              <a:rect l="l" t="t" r="r" b="b"/>
              <a:pathLst>
                <a:path w="2938" h="3088" extrusionOk="0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7"/>
            <p:cNvSpPr/>
            <p:nvPr/>
          </p:nvSpPr>
          <p:spPr>
            <a:xfrm>
              <a:off x="66555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7"/>
            <p:cNvSpPr/>
            <p:nvPr/>
          </p:nvSpPr>
          <p:spPr>
            <a:xfrm>
              <a:off x="6641425" y="1240875"/>
              <a:ext cx="206550" cy="104050"/>
            </a:xfrm>
            <a:custGeom>
              <a:avLst/>
              <a:gdLst/>
              <a:ahLst/>
              <a:cxnLst/>
              <a:rect l="l" t="t" r="r" b="b"/>
              <a:pathLst>
                <a:path w="8262" h="4162" extrusionOk="0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7"/>
            <p:cNvSpPr/>
            <p:nvPr/>
          </p:nvSpPr>
          <p:spPr>
            <a:xfrm>
              <a:off x="6499275" y="1245875"/>
              <a:ext cx="88450" cy="80000"/>
            </a:xfrm>
            <a:custGeom>
              <a:avLst/>
              <a:gdLst/>
              <a:ahLst/>
              <a:cxnLst/>
              <a:rect l="l" t="t" r="r" b="b"/>
              <a:pathLst>
                <a:path w="3538" h="3200" extrusionOk="0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7"/>
            <p:cNvSpPr/>
            <p:nvPr/>
          </p:nvSpPr>
          <p:spPr>
            <a:xfrm>
              <a:off x="6443675" y="1272100"/>
              <a:ext cx="33125" cy="43775"/>
            </a:xfrm>
            <a:custGeom>
              <a:avLst/>
              <a:gdLst/>
              <a:ahLst/>
              <a:cxnLst/>
              <a:rect l="l" t="t" r="r" b="b"/>
              <a:pathLst>
                <a:path w="1325" h="1751" extrusionOk="0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7"/>
            <p:cNvSpPr/>
            <p:nvPr/>
          </p:nvSpPr>
          <p:spPr>
            <a:xfrm>
              <a:off x="6835450" y="1292100"/>
              <a:ext cx="31875" cy="31900"/>
            </a:xfrm>
            <a:custGeom>
              <a:avLst/>
              <a:gdLst/>
              <a:ahLst/>
              <a:cxnLst/>
              <a:rect l="l" t="t" r="r" b="b"/>
              <a:pathLst>
                <a:path w="1275" h="1276" extrusionOk="0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7"/>
            <p:cNvSpPr/>
            <p:nvPr/>
          </p:nvSpPr>
          <p:spPr>
            <a:xfrm>
              <a:off x="6713600" y="1274925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7"/>
            <p:cNvSpPr/>
            <p:nvPr/>
          </p:nvSpPr>
          <p:spPr>
            <a:xfrm>
              <a:off x="6777025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7"/>
            <p:cNvSpPr/>
            <p:nvPr/>
          </p:nvSpPr>
          <p:spPr>
            <a:xfrm>
              <a:off x="6753275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7"/>
            <p:cNvSpPr/>
            <p:nvPr/>
          </p:nvSpPr>
          <p:spPr>
            <a:xfrm>
              <a:off x="6617075" y="1363650"/>
              <a:ext cx="10000" cy="6900"/>
            </a:xfrm>
            <a:custGeom>
              <a:avLst/>
              <a:gdLst/>
              <a:ahLst/>
              <a:cxnLst/>
              <a:rect l="l" t="t" r="r" b="b"/>
              <a:pathLst>
                <a:path w="400" h="276" extrusionOk="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7"/>
            <p:cNvSpPr/>
            <p:nvPr/>
          </p:nvSpPr>
          <p:spPr>
            <a:xfrm>
              <a:off x="6611450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7"/>
            <p:cNvSpPr/>
            <p:nvPr/>
          </p:nvSpPr>
          <p:spPr>
            <a:xfrm>
              <a:off x="6756400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7"/>
            <p:cNvSpPr/>
            <p:nvPr/>
          </p:nvSpPr>
          <p:spPr>
            <a:xfrm>
              <a:off x="6761100" y="1291175"/>
              <a:ext cx="72800" cy="22525"/>
            </a:xfrm>
            <a:custGeom>
              <a:avLst/>
              <a:gdLst/>
              <a:ahLst/>
              <a:cxnLst/>
              <a:rect l="l" t="t" r="r" b="b"/>
              <a:pathLst>
                <a:path w="2912" h="901" extrusionOk="0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7"/>
            <p:cNvSpPr/>
            <p:nvPr/>
          </p:nvSpPr>
          <p:spPr>
            <a:xfrm>
              <a:off x="6762650" y="1296800"/>
              <a:ext cx="70325" cy="23450"/>
            </a:xfrm>
            <a:custGeom>
              <a:avLst/>
              <a:gdLst/>
              <a:ahLst/>
              <a:cxnLst/>
              <a:rect l="l" t="t" r="r" b="b"/>
              <a:pathLst>
                <a:path w="2813" h="938" extrusionOk="0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7"/>
            <p:cNvSpPr/>
            <p:nvPr/>
          </p:nvSpPr>
          <p:spPr>
            <a:xfrm>
              <a:off x="6662675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7"/>
            <p:cNvSpPr/>
            <p:nvPr/>
          </p:nvSpPr>
          <p:spPr>
            <a:xfrm>
              <a:off x="6669850" y="1250875"/>
              <a:ext cx="15975" cy="54375"/>
            </a:xfrm>
            <a:custGeom>
              <a:avLst/>
              <a:gdLst/>
              <a:ahLst/>
              <a:cxnLst/>
              <a:rect l="l" t="t" r="r" b="b"/>
              <a:pathLst>
                <a:path w="639" h="2175" extrusionOk="0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7"/>
            <p:cNvSpPr/>
            <p:nvPr/>
          </p:nvSpPr>
          <p:spPr>
            <a:xfrm>
              <a:off x="6330275" y="1310225"/>
              <a:ext cx="82800" cy="26900"/>
            </a:xfrm>
            <a:custGeom>
              <a:avLst/>
              <a:gdLst/>
              <a:ahLst/>
              <a:cxnLst/>
              <a:rect l="l" t="t" r="r" b="b"/>
              <a:pathLst>
                <a:path w="3312" h="1076" extrusionOk="0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7"/>
            <p:cNvSpPr/>
            <p:nvPr/>
          </p:nvSpPr>
          <p:spPr>
            <a:xfrm>
              <a:off x="6312450" y="1314900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7"/>
            <p:cNvSpPr/>
            <p:nvPr/>
          </p:nvSpPr>
          <p:spPr>
            <a:xfrm>
              <a:off x="68148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7"/>
            <p:cNvSpPr/>
            <p:nvPr/>
          </p:nvSpPr>
          <p:spPr>
            <a:xfrm>
              <a:off x="6715800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7"/>
            <p:cNvSpPr/>
            <p:nvPr/>
          </p:nvSpPr>
          <p:spPr>
            <a:xfrm>
              <a:off x="6781700" y="1520175"/>
              <a:ext cx="77200" cy="73125"/>
            </a:xfrm>
            <a:custGeom>
              <a:avLst/>
              <a:gdLst/>
              <a:ahLst/>
              <a:cxnLst/>
              <a:rect l="l" t="t" r="r" b="b"/>
              <a:pathLst>
                <a:path w="3088" h="2925" extrusionOk="0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7"/>
            <p:cNvSpPr/>
            <p:nvPr/>
          </p:nvSpPr>
          <p:spPr>
            <a:xfrm>
              <a:off x="6787950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7"/>
            <p:cNvSpPr/>
            <p:nvPr/>
          </p:nvSpPr>
          <p:spPr>
            <a:xfrm>
              <a:off x="6862300" y="1373950"/>
              <a:ext cx="104075" cy="206550"/>
            </a:xfrm>
            <a:custGeom>
              <a:avLst/>
              <a:gdLst/>
              <a:ahLst/>
              <a:cxnLst/>
              <a:rect l="l" t="t" r="r" b="b"/>
              <a:pathLst>
                <a:path w="4163" h="8262" extrusionOk="0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7"/>
            <p:cNvSpPr/>
            <p:nvPr/>
          </p:nvSpPr>
          <p:spPr>
            <a:xfrm>
              <a:off x="6879800" y="1634200"/>
              <a:ext cx="81575" cy="88450"/>
            </a:xfrm>
            <a:custGeom>
              <a:avLst/>
              <a:gdLst/>
              <a:ahLst/>
              <a:cxnLst/>
              <a:rect l="l" t="t" r="r" b="b"/>
              <a:pathLst>
                <a:path w="3263" h="3538" extrusionOk="0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7"/>
            <p:cNvSpPr/>
            <p:nvPr/>
          </p:nvSpPr>
          <p:spPr>
            <a:xfrm>
              <a:off x="689105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>
              <a:off x="688292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>
              <a:off x="68192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>
              <a:off x="6798275" y="1413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>
              <a:off x="6803900" y="1462675"/>
              <a:ext cx="10000" cy="5975"/>
            </a:xfrm>
            <a:custGeom>
              <a:avLst/>
              <a:gdLst/>
              <a:ahLst/>
              <a:cxnLst/>
              <a:rect l="l" t="t" r="r" b="b"/>
              <a:pathLst>
                <a:path w="400" h="239" extrusionOk="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7"/>
            <p:cNvSpPr/>
            <p:nvPr/>
          </p:nvSpPr>
          <p:spPr>
            <a:xfrm>
              <a:off x="6836375" y="1594850"/>
              <a:ext cx="7225" cy="10000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7"/>
            <p:cNvSpPr/>
            <p:nvPr/>
          </p:nvSpPr>
          <p:spPr>
            <a:xfrm>
              <a:off x="694542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7"/>
            <p:cNvSpPr/>
            <p:nvPr/>
          </p:nvSpPr>
          <p:spPr>
            <a:xfrm>
              <a:off x="6942300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7"/>
            <p:cNvSpPr/>
            <p:nvPr/>
          </p:nvSpPr>
          <p:spPr>
            <a:xfrm>
              <a:off x="6893250" y="1388025"/>
              <a:ext cx="22500" cy="72800"/>
            </a:xfrm>
            <a:custGeom>
              <a:avLst/>
              <a:gdLst/>
              <a:ahLst/>
              <a:cxnLst/>
              <a:rect l="l" t="t" r="r" b="b"/>
              <a:pathLst>
                <a:path w="900" h="2912" extrusionOk="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7"/>
            <p:cNvSpPr/>
            <p:nvPr/>
          </p:nvSpPr>
          <p:spPr>
            <a:xfrm>
              <a:off x="6886375" y="1388950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7"/>
            <p:cNvSpPr/>
            <p:nvPr/>
          </p:nvSpPr>
          <p:spPr>
            <a:xfrm>
              <a:off x="69013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7"/>
            <p:cNvSpPr/>
            <p:nvPr/>
          </p:nvSpPr>
          <p:spPr>
            <a:xfrm>
              <a:off x="6901675" y="1530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7"/>
            <p:cNvSpPr/>
            <p:nvPr/>
          </p:nvSpPr>
          <p:spPr>
            <a:xfrm>
              <a:off x="6869800" y="1808525"/>
              <a:ext cx="26900" cy="82825"/>
            </a:xfrm>
            <a:custGeom>
              <a:avLst/>
              <a:gdLst/>
              <a:ahLst/>
              <a:cxnLst/>
              <a:rect l="l" t="t" r="r" b="b"/>
              <a:pathLst>
                <a:path w="1076" h="3313" extrusionOk="0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7"/>
            <p:cNvSpPr/>
            <p:nvPr/>
          </p:nvSpPr>
          <p:spPr>
            <a:xfrm>
              <a:off x="6861050" y="1808525"/>
              <a:ext cx="30975" cy="100950"/>
            </a:xfrm>
            <a:custGeom>
              <a:avLst/>
              <a:gdLst/>
              <a:ahLst/>
              <a:cxnLst/>
              <a:rect l="l" t="t" r="r" b="b"/>
              <a:pathLst>
                <a:path w="1239" h="4038" extrusionOk="0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7"/>
            <p:cNvSpPr/>
            <p:nvPr/>
          </p:nvSpPr>
          <p:spPr>
            <a:xfrm>
              <a:off x="670485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7"/>
            <p:cNvSpPr/>
            <p:nvPr/>
          </p:nvSpPr>
          <p:spPr>
            <a:xfrm>
              <a:off x="6648000" y="1496125"/>
              <a:ext cx="59075" cy="15000"/>
            </a:xfrm>
            <a:custGeom>
              <a:avLst/>
              <a:gdLst/>
              <a:ahLst/>
              <a:cxnLst/>
              <a:rect l="l" t="t" r="r" b="b"/>
              <a:pathLst>
                <a:path w="2363" h="600" extrusionOk="0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7"/>
            <p:cNvSpPr/>
            <p:nvPr/>
          </p:nvSpPr>
          <p:spPr>
            <a:xfrm>
              <a:off x="6648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7"/>
            <p:cNvSpPr/>
            <p:nvPr/>
          </p:nvSpPr>
          <p:spPr>
            <a:xfrm>
              <a:off x="668705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7"/>
            <p:cNvSpPr/>
            <p:nvPr/>
          </p:nvSpPr>
          <p:spPr>
            <a:xfrm>
              <a:off x="6686100" y="1522975"/>
              <a:ext cx="17225" cy="34700"/>
            </a:xfrm>
            <a:custGeom>
              <a:avLst/>
              <a:gdLst/>
              <a:ahLst/>
              <a:cxnLst/>
              <a:rect l="l" t="t" r="r" b="b"/>
              <a:pathLst>
                <a:path w="689" h="1388" extrusionOk="0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7"/>
            <p:cNvSpPr/>
            <p:nvPr/>
          </p:nvSpPr>
          <p:spPr>
            <a:xfrm>
              <a:off x="6669850" y="1521425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7"/>
            <p:cNvSpPr/>
            <p:nvPr/>
          </p:nvSpPr>
          <p:spPr>
            <a:xfrm>
              <a:off x="6668925" y="1512975"/>
              <a:ext cx="15650" cy="19100"/>
            </a:xfrm>
            <a:custGeom>
              <a:avLst/>
              <a:gdLst/>
              <a:ahLst/>
              <a:cxnLst/>
              <a:rect l="l" t="t" r="r" b="b"/>
              <a:pathLst>
                <a:path w="626" h="764" extrusionOk="0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7"/>
            <p:cNvSpPr/>
            <p:nvPr/>
          </p:nvSpPr>
          <p:spPr>
            <a:xfrm>
              <a:off x="6665800" y="151330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7"/>
            <p:cNvSpPr/>
            <p:nvPr/>
          </p:nvSpPr>
          <p:spPr>
            <a:xfrm>
              <a:off x="664580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7"/>
            <p:cNvSpPr/>
            <p:nvPr/>
          </p:nvSpPr>
          <p:spPr>
            <a:xfrm>
              <a:off x="6217175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7"/>
            <p:cNvSpPr/>
            <p:nvPr/>
          </p:nvSpPr>
          <p:spPr>
            <a:xfrm>
              <a:off x="6582375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7"/>
            <p:cNvSpPr/>
            <p:nvPr/>
          </p:nvSpPr>
          <p:spPr>
            <a:xfrm>
              <a:off x="6636125" y="4276625"/>
              <a:ext cx="72825" cy="77200"/>
            </a:xfrm>
            <a:custGeom>
              <a:avLst/>
              <a:gdLst/>
              <a:ahLst/>
              <a:cxnLst/>
              <a:rect l="l" t="t" r="r" b="b"/>
              <a:pathLst>
                <a:path w="2913" h="3088" extrusionOk="0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7"/>
            <p:cNvSpPr/>
            <p:nvPr/>
          </p:nvSpPr>
          <p:spPr>
            <a:xfrm>
              <a:off x="6662675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7"/>
            <p:cNvSpPr/>
            <p:nvPr/>
          </p:nvSpPr>
          <p:spPr>
            <a:xfrm>
              <a:off x="6648925" y="4357225"/>
              <a:ext cx="206550" cy="103750"/>
            </a:xfrm>
            <a:custGeom>
              <a:avLst/>
              <a:gdLst/>
              <a:ahLst/>
              <a:cxnLst/>
              <a:rect l="l" t="t" r="r" b="b"/>
              <a:pathLst>
                <a:path w="8262" h="4150" extrusionOk="0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7"/>
            <p:cNvSpPr/>
            <p:nvPr/>
          </p:nvSpPr>
          <p:spPr>
            <a:xfrm>
              <a:off x="6506475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7"/>
            <p:cNvSpPr/>
            <p:nvPr/>
          </p:nvSpPr>
          <p:spPr>
            <a:xfrm>
              <a:off x="6450850" y="4386300"/>
              <a:ext cx="33150" cy="43450"/>
            </a:xfrm>
            <a:custGeom>
              <a:avLst/>
              <a:gdLst/>
              <a:ahLst/>
              <a:cxnLst/>
              <a:rect l="l" t="t" r="r" b="b"/>
              <a:pathLst>
                <a:path w="1326" h="1738" extrusionOk="0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7"/>
            <p:cNvSpPr/>
            <p:nvPr/>
          </p:nvSpPr>
          <p:spPr>
            <a:xfrm>
              <a:off x="684262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7"/>
            <p:cNvSpPr/>
            <p:nvPr/>
          </p:nvSpPr>
          <p:spPr>
            <a:xfrm>
              <a:off x="67207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7"/>
            <p:cNvSpPr/>
            <p:nvPr/>
          </p:nvSpPr>
          <p:spPr>
            <a:xfrm>
              <a:off x="6784200" y="4293200"/>
              <a:ext cx="30650" cy="32500"/>
            </a:xfrm>
            <a:custGeom>
              <a:avLst/>
              <a:gdLst/>
              <a:ahLst/>
              <a:cxnLst/>
              <a:rect l="l" t="t" r="r" b="b"/>
              <a:pathLst>
                <a:path w="1226" h="1300" extrusionOk="0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7"/>
            <p:cNvSpPr/>
            <p:nvPr/>
          </p:nvSpPr>
          <p:spPr>
            <a:xfrm>
              <a:off x="67607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7"/>
            <p:cNvSpPr/>
            <p:nvPr/>
          </p:nvSpPr>
          <p:spPr>
            <a:xfrm>
              <a:off x="6624250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7"/>
            <p:cNvSpPr/>
            <p:nvPr/>
          </p:nvSpPr>
          <p:spPr>
            <a:xfrm>
              <a:off x="66186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7"/>
            <p:cNvSpPr/>
            <p:nvPr/>
          </p:nvSpPr>
          <p:spPr>
            <a:xfrm>
              <a:off x="6763900" y="4437225"/>
              <a:ext cx="32825" cy="31250"/>
            </a:xfrm>
            <a:custGeom>
              <a:avLst/>
              <a:gdLst/>
              <a:ahLst/>
              <a:cxnLst/>
              <a:rect l="l" t="t" r="r" b="b"/>
              <a:pathLst>
                <a:path w="1313" h="1250" extrusionOk="0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7"/>
            <p:cNvSpPr/>
            <p:nvPr/>
          </p:nvSpPr>
          <p:spPr>
            <a:xfrm>
              <a:off x="6768275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7"/>
            <p:cNvSpPr/>
            <p:nvPr/>
          </p:nvSpPr>
          <p:spPr>
            <a:xfrm>
              <a:off x="6769525" y="43816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7"/>
            <p:cNvSpPr/>
            <p:nvPr/>
          </p:nvSpPr>
          <p:spPr>
            <a:xfrm>
              <a:off x="666985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7"/>
            <p:cNvSpPr/>
            <p:nvPr/>
          </p:nvSpPr>
          <p:spPr>
            <a:xfrm>
              <a:off x="6677050" y="4396600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7"/>
            <p:cNvSpPr/>
            <p:nvPr/>
          </p:nvSpPr>
          <p:spPr>
            <a:xfrm>
              <a:off x="6337750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7"/>
            <p:cNvSpPr/>
            <p:nvPr/>
          </p:nvSpPr>
          <p:spPr>
            <a:xfrm>
              <a:off x="6319650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7"/>
            <p:cNvSpPr/>
            <p:nvPr/>
          </p:nvSpPr>
          <p:spPr>
            <a:xfrm>
              <a:off x="68223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7"/>
            <p:cNvSpPr/>
            <p:nvPr/>
          </p:nvSpPr>
          <p:spPr>
            <a:xfrm>
              <a:off x="6723275" y="4055125"/>
              <a:ext cx="121250" cy="180925"/>
            </a:xfrm>
            <a:custGeom>
              <a:avLst/>
              <a:gdLst/>
              <a:ahLst/>
              <a:cxnLst/>
              <a:rect l="l" t="t" r="r" b="b"/>
              <a:pathLst>
                <a:path w="4850" h="7237" extrusionOk="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7"/>
            <p:cNvSpPr/>
            <p:nvPr/>
          </p:nvSpPr>
          <p:spPr>
            <a:xfrm>
              <a:off x="67892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7"/>
            <p:cNvSpPr/>
            <p:nvPr/>
          </p:nvSpPr>
          <p:spPr>
            <a:xfrm>
              <a:off x="6795150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7"/>
            <p:cNvSpPr/>
            <p:nvPr/>
          </p:nvSpPr>
          <p:spPr>
            <a:xfrm>
              <a:off x="6869500" y="41213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7"/>
            <p:cNvSpPr/>
            <p:nvPr/>
          </p:nvSpPr>
          <p:spPr>
            <a:xfrm>
              <a:off x="6887000" y="3978900"/>
              <a:ext cx="81875" cy="88750"/>
            </a:xfrm>
            <a:custGeom>
              <a:avLst/>
              <a:gdLst/>
              <a:ahLst/>
              <a:cxnLst/>
              <a:rect l="l" t="t" r="r" b="b"/>
              <a:pathLst>
                <a:path w="3275" h="3550" extrusionOk="0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7"/>
            <p:cNvSpPr/>
            <p:nvPr/>
          </p:nvSpPr>
          <p:spPr>
            <a:xfrm>
              <a:off x="6898550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7"/>
            <p:cNvSpPr/>
            <p:nvPr/>
          </p:nvSpPr>
          <p:spPr>
            <a:xfrm>
              <a:off x="6890425" y="4315375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7"/>
            <p:cNvSpPr/>
            <p:nvPr/>
          </p:nvSpPr>
          <p:spPr>
            <a:xfrm>
              <a:off x="6826375" y="4193850"/>
              <a:ext cx="112825" cy="77500"/>
            </a:xfrm>
            <a:custGeom>
              <a:avLst/>
              <a:gdLst/>
              <a:ahLst/>
              <a:cxnLst/>
              <a:rect l="l" t="t" r="r" b="b"/>
              <a:pathLst>
                <a:path w="4513" h="3100" extrusionOk="0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7"/>
            <p:cNvSpPr/>
            <p:nvPr/>
          </p:nvSpPr>
          <p:spPr>
            <a:xfrm>
              <a:off x="6805775" y="4256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7"/>
            <p:cNvSpPr/>
            <p:nvPr/>
          </p:nvSpPr>
          <p:spPr>
            <a:xfrm>
              <a:off x="6811400" y="4233200"/>
              <a:ext cx="9700" cy="5975"/>
            </a:xfrm>
            <a:custGeom>
              <a:avLst/>
              <a:gdLst/>
              <a:ahLst/>
              <a:cxnLst/>
              <a:rect l="l" t="t" r="r" b="b"/>
              <a:pathLst>
                <a:path w="388" h="239" extrusionOk="0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7"/>
            <p:cNvSpPr/>
            <p:nvPr/>
          </p:nvSpPr>
          <p:spPr>
            <a:xfrm>
              <a:off x="684387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7"/>
            <p:cNvSpPr/>
            <p:nvPr/>
          </p:nvSpPr>
          <p:spPr>
            <a:xfrm>
              <a:off x="6952925" y="4091375"/>
              <a:ext cx="27500" cy="156850"/>
            </a:xfrm>
            <a:custGeom>
              <a:avLst/>
              <a:gdLst/>
              <a:ahLst/>
              <a:cxnLst/>
              <a:rect l="l" t="t" r="r" b="b"/>
              <a:pathLst>
                <a:path w="1100" h="6274" extrusionOk="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7"/>
            <p:cNvSpPr/>
            <p:nvPr/>
          </p:nvSpPr>
          <p:spPr>
            <a:xfrm>
              <a:off x="6949475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7"/>
            <p:cNvSpPr/>
            <p:nvPr/>
          </p:nvSpPr>
          <p:spPr>
            <a:xfrm>
              <a:off x="6900425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7"/>
            <p:cNvSpPr/>
            <p:nvPr/>
          </p:nvSpPr>
          <p:spPr>
            <a:xfrm>
              <a:off x="68938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7"/>
            <p:cNvSpPr/>
            <p:nvPr/>
          </p:nvSpPr>
          <p:spPr>
            <a:xfrm>
              <a:off x="6908850" y="4142600"/>
              <a:ext cx="56575" cy="17850"/>
            </a:xfrm>
            <a:custGeom>
              <a:avLst/>
              <a:gdLst/>
              <a:ahLst/>
              <a:cxnLst/>
              <a:rect l="l" t="t" r="r" b="b"/>
              <a:pathLst>
                <a:path w="2263" h="714" extrusionOk="0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7"/>
            <p:cNvSpPr/>
            <p:nvPr/>
          </p:nvSpPr>
          <p:spPr>
            <a:xfrm>
              <a:off x="69091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7"/>
            <p:cNvSpPr/>
            <p:nvPr/>
          </p:nvSpPr>
          <p:spPr>
            <a:xfrm>
              <a:off x="6877300" y="3810500"/>
              <a:ext cx="26600" cy="82825"/>
            </a:xfrm>
            <a:custGeom>
              <a:avLst/>
              <a:gdLst/>
              <a:ahLst/>
              <a:cxnLst/>
              <a:rect l="l" t="t" r="r" b="b"/>
              <a:pathLst>
                <a:path w="1064" h="3313" extrusionOk="0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7"/>
            <p:cNvSpPr/>
            <p:nvPr/>
          </p:nvSpPr>
          <p:spPr>
            <a:xfrm>
              <a:off x="6868550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7"/>
            <p:cNvSpPr/>
            <p:nvPr/>
          </p:nvSpPr>
          <p:spPr>
            <a:xfrm>
              <a:off x="6712050" y="4197600"/>
              <a:ext cx="8450" cy="8150"/>
            </a:xfrm>
            <a:custGeom>
              <a:avLst/>
              <a:gdLst/>
              <a:ahLst/>
              <a:cxnLst/>
              <a:rect l="l" t="t" r="r" b="b"/>
              <a:pathLst>
                <a:path w="338" h="326" extrusionOk="0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7"/>
            <p:cNvSpPr/>
            <p:nvPr/>
          </p:nvSpPr>
          <p:spPr>
            <a:xfrm>
              <a:off x="6655500" y="4190725"/>
              <a:ext cx="58750" cy="15025"/>
            </a:xfrm>
            <a:custGeom>
              <a:avLst/>
              <a:gdLst/>
              <a:ahLst/>
              <a:cxnLst/>
              <a:rect l="l" t="t" r="r" b="b"/>
              <a:pathLst>
                <a:path w="2350" h="601" extrusionOk="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7"/>
            <p:cNvSpPr/>
            <p:nvPr/>
          </p:nvSpPr>
          <p:spPr>
            <a:xfrm>
              <a:off x="6655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7"/>
            <p:cNvSpPr/>
            <p:nvPr/>
          </p:nvSpPr>
          <p:spPr>
            <a:xfrm>
              <a:off x="6694550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7"/>
            <p:cNvSpPr/>
            <p:nvPr/>
          </p:nvSpPr>
          <p:spPr>
            <a:xfrm>
              <a:off x="66936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7"/>
            <p:cNvSpPr/>
            <p:nvPr/>
          </p:nvSpPr>
          <p:spPr>
            <a:xfrm>
              <a:off x="6676725" y="4169150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7"/>
            <p:cNvSpPr/>
            <p:nvPr/>
          </p:nvSpPr>
          <p:spPr>
            <a:xfrm>
              <a:off x="6675800" y="4169150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7"/>
            <p:cNvSpPr/>
            <p:nvPr/>
          </p:nvSpPr>
          <p:spPr>
            <a:xfrm>
              <a:off x="6672975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7"/>
            <p:cNvSpPr/>
            <p:nvPr/>
          </p:nvSpPr>
          <p:spPr>
            <a:xfrm>
              <a:off x="665300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7"/>
            <p:cNvSpPr/>
            <p:nvPr/>
          </p:nvSpPr>
          <p:spPr>
            <a:xfrm>
              <a:off x="846700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7"/>
            <p:cNvSpPr/>
            <p:nvPr/>
          </p:nvSpPr>
          <p:spPr>
            <a:xfrm>
              <a:off x="851700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7"/>
            <p:cNvSpPr/>
            <p:nvPr/>
          </p:nvSpPr>
          <p:spPr>
            <a:xfrm>
              <a:off x="905750" y="42766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7"/>
            <p:cNvSpPr/>
            <p:nvPr/>
          </p:nvSpPr>
          <p:spPr>
            <a:xfrm>
              <a:off x="952300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7"/>
            <p:cNvSpPr/>
            <p:nvPr/>
          </p:nvSpPr>
          <p:spPr>
            <a:xfrm>
              <a:off x="759550" y="4357225"/>
              <a:ext cx="206825" cy="103750"/>
            </a:xfrm>
            <a:custGeom>
              <a:avLst/>
              <a:gdLst/>
              <a:ahLst/>
              <a:cxnLst/>
              <a:rect l="l" t="t" r="r" b="b"/>
              <a:pathLst>
                <a:path w="8273" h="4150" extrusionOk="0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7"/>
            <p:cNvSpPr/>
            <p:nvPr/>
          </p:nvSpPr>
          <p:spPr>
            <a:xfrm>
              <a:off x="1020100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7"/>
            <p:cNvSpPr/>
            <p:nvPr/>
          </p:nvSpPr>
          <p:spPr>
            <a:xfrm>
              <a:off x="1130700" y="4386300"/>
              <a:ext cx="33450" cy="43450"/>
            </a:xfrm>
            <a:custGeom>
              <a:avLst/>
              <a:gdLst/>
              <a:ahLst/>
              <a:cxnLst/>
              <a:rect l="l" t="t" r="r" b="b"/>
              <a:pathLst>
                <a:path w="1338" h="1738" extrusionOk="0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7"/>
            <p:cNvSpPr/>
            <p:nvPr/>
          </p:nvSpPr>
          <p:spPr>
            <a:xfrm>
              <a:off x="74047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7"/>
            <p:cNvSpPr/>
            <p:nvPr/>
          </p:nvSpPr>
          <p:spPr>
            <a:xfrm>
              <a:off x="8160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7"/>
            <p:cNvSpPr/>
            <p:nvPr/>
          </p:nvSpPr>
          <p:spPr>
            <a:xfrm>
              <a:off x="799850" y="4293200"/>
              <a:ext cx="30950" cy="32500"/>
            </a:xfrm>
            <a:custGeom>
              <a:avLst/>
              <a:gdLst/>
              <a:ahLst/>
              <a:cxnLst/>
              <a:rect l="l" t="t" r="r" b="b"/>
              <a:pathLst>
                <a:path w="1238" h="1300" extrusionOk="0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7"/>
            <p:cNvSpPr/>
            <p:nvPr/>
          </p:nvSpPr>
          <p:spPr>
            <a:xfrm>
              <a:off x="8485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7"/>
            <p:cNvSpPr/>
            <p:nvPr/>
          </p:nvSpPr>
          <p:spPr>
            <a:xfrm>
              <a:off x="980725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7"/>
            <p:cNvSpPr/>
            <p:nvPr/>
          </p:nvSpPr>
          <p:spPr>
            <a:xfrm>
              <a:off x="8395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7"/>
            <p:cNvSpPr/>
            <p:nvPr/>
          </p:nvSpPr>
          <p:spPr>
            <a:xfrm>
              <a:off x="817950" y="4437225"/>
              <a:ext cx="33150" cy="31250"/>
            </a:xfrm>
            <a:custGeom>
              <a:avLst/>
              <a:gdLst/>
              <a:ahLst/>
              <a:cxnLst/>
              <a:rect l="l" t="t" r="r" b="b"/>
              <a:pathLst>
                <a:path w="1326" h="1250" extrusionOk="0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7"/>
            <p:cNvSpPr/>
            <p:nvPr/>
          </p:nvSpPr>
          <p:spPr>
            <a:xfrm>
              <a:off x="773900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7"/>
            <p:cNvSpPr/>
            <p:nvPr/>
          </p:nvSpPr>
          <p:spPr>
            <a:xfrm>
              <a:off x="774525" y="4381600"/>
              <a:ext cx="70650" cy="23450"/>
            </a:xfrm>
            <a:custGeom>
              <a:avLst/>
              <a:gdLst/>
              <a:ahLst/>
              <a:cxnLst/>
              <a:rect l="l" t="t" r="r" b="b"/>
              <a:pathLst>
                <a:path w="2826" h="938" extrusionOk="0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7"/>
            <p:cNvSpPr/>
            <p:nvPr/>
          </p:nvSpPr>
          <p:spPr>
            <a:xfrm>
              <a:off x="92730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7"/>
            <p:cNvSpPr/>
            <p:nvPr/>
          </p:nvSpPr>
          <p:spPr>
            <a:xfrm>
              <a:off x="922000" y="4396600"/>
              <a:ext cx="15950" cy="54375"/>
            </a:xfrm>
            <a:custGeom>
              <a:avLst/>
              <a:gdLst/>
              <a:ahLst/>
              <a:cxnLst/>
              <a:rect l="l" t="t" r="r" b="b"/>
              <a:pathLst>
                <a:path w="638" h="2175" extrusionOk="0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7"/>
            <p:cNvSpPr/>
            <p:nvPr/>
          </p:nvSpPr>
          <p:spPr>
            <a:xfrm>
              <a:off x="1194425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7"/>
            <p:cNvSpPr/>
            <p:nvPr/>
          </p:nvSpPr>
          <p:spPr>
            <a:xfrm>
              <a:off x="1194425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7"/>
            <p:cNvSpPr/>
            <p:nvPr/>
          </p:nvSpPr>
          <p:spPr>
            <a:xfrm>
              <a:off x="5930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7"/>
            <p:cNvSpPr/>
            <p:nvPr/>
          </p:nvSpPr>
          <p:spPr>
            <a:xfrm>
              <a:off x="770150" y="4055125"/>
              <a:ext cx="121575" cy="180925"/>
            </a:xfrm>
            <a:custGeom>
              <a:avLst/>
              <a:gdLst/>
              <a:ahLst/>
              <a:cxnLst/>
              <a:rect l="l" t="t" r="r" b="b"/>
              <a:pathLst>
                <a:path w="4863" h="7237" extrusionOk="0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7"/>
            <p:cNvSpPr/>
            <p:nvPr/>
          </p:nvSpPr>
          <p:spPr>
            <a:xfrm>
              <a:off x="7486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7"/>
            <p:cNvSpPr/>
            <p:nvPr/>
          </p:nvSpPr>
          <p:spPr>
            <a:xfrm>
              <a:off x="819525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7"/>
            <p:cNvSpPr/>
            <p:nvPr/>
          </p:nvSpPr>
          <p:spPr>
            <a:xfrm>
              <a:off x="641450" y="4121350"/>
              <a:ext cx="103750" cy="206550"/>
            </a:xfrm>
            <a:custGeom>
              <a:avLst/>
              <a:gdLst/>
              <a:ahLst/>
              <a:cxnLst/>
              <a:rect l="l" t="t" r="r" b="b"/>
              <a:pathLst>
                <a:path w="4150" h="8262" extrusionOk="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7"/>
            <p:cNvSpPr/>
            <p:nvPr/>
          </p:nvSpPr>
          <p:spPr>
            <a:xfrm>
              <a:off x="646450" y="3978900"/>
              <a:ext cx="81250" cy="88750"/>
            </a:xfrm>
            <a:custGeom>
              <a:avLst/>
              <a:gdLst/>
              <a:ahLst/>
              <a:cxnLst/>
              <a:rect l="l" t="t" r="r" b="b"/>
              <a:pathLst>
                <a:path w="3250" h="3550" extrusionOk="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7"/>
            <p:cNvSpPr/>
            <p:nvPr/>
          </p:nvSpPr>
          <p:spPr>
            <a:xfrm>
              <a:off x="672675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7"/>
            <p:cNvSpPr/>
            <p:nvPr/>
          </p:nvSpPr>
          <p:spPr>
            <a:xfrm>
              <a:off x="692375" y="4315375"/>
              <a:ext cx="32200" cy="31900"/>
            </a:xfrm>
            <a:custGeom>
              <a:avLst/>
              <a:gdLst/>
              <a:ahLst/>
              <a:cxnLst/>
              <a:rect l="l" t="t" r="r" b="b"/>
              <a:pathLst>
                <a:path w="1288" h="1276" extrusionOk="0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7"/>
            <p:cNvSpPr/>
            <p:nvPr/>
          </p:nvSpPr>
          <p:spPr>
            <a:xfrm>
              <a:off x="675500" y="419385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7"/>
            <p:cNvSpPr/>
            <p:nvPr/>
          </p:nvSpPr>
          <p:spPr>
            <a:xfrm>
              <a:off x="776725" y="4256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7"/>
            <p:cNvSpPr/>
            <p:nvPr/>
          </p:nvSpPr>
          <p:spPr>
            <a:xfrm>
              <a:off x="793900" y="4233200"/>
              <a:ext cx="9725" cy="5975"/>
            </a:xfrm>
            <a:custGeom>
              <a:avLst/>
              <a:gdLst/>
              <a:ahLst/>
              <a:cxnLst/>
              <a:rect l="l" t="t" r="r" b="b"/>
              <a:pathLst>
                <a:path w="389" h="239" extrusionOk="0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7"/>
            <p:cNvSpPr/>
            <p:nvPr/>
          </p:nvSpPr>
          <p:spPr>
            <a:xfrm>
              <a:off x="76422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7"/>
            <p:cNvSpPr/>
            <p:nvPr/>
          </p:nvSpPr>
          <p:spPr>
            <a:xfrm>
              <a:off x="634250" y="4091375"/>
              <a:ext cx="27850" cy="156850"/>
            </a:xfrm>
            <a:custGeom>
              <a:avLst/>
              <a:gdLst/>
              <a:ahLst/>
              <a:cxnLst/>
              <a:rect l="l" t="t" r="r" b="b"/>
              <a:pathLst>
                <a:path w="1114" h="6274" extrusionOk="0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7"/>
            <p:cNvSpPr/>
            <p:nvPr/>
          </p:nvSpPr>
          <p:spPr>
            <a:xfrm>
              <a:off x="634250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7"/>
            <p:cNvSpPr/>
            <p:nvPr/>
          </p:nvSpPr>
          <p:spPr>
            <a:xfrm>
              <a:off x="691750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7"/>
            <p:cNvSpPr/>
            <p:nvPr/>
          </p:nvSpPr>
          <p:spPr>
            <a:xfrm>
              <a:off x="6976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7"/>
            <p:cNvSpPr/>
            <p:nvPr/>
          </p:nvSpPr>
          <p:spPr>
            <a:xfrm>
              <a:off x="649250" y="4142600"/>
              <a:ext cx="56900" cy="18150"/>
            </a:xfrm>
            <a:custGeom>
              <a:avLst/>
              <a:gdLst/>
              <a:ahLst/>
              <a:cxnLst/>
              <a:rect l="l" t="t" r="r" b="b"/>
              <a:pathLst>
                <a:path w="2276" h="726" extrusionOk="0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7"/>
            <p:cNvSpPr/>
            <p:nvPr/>
          </p:nvSpPr>
          <p:spPr>
            <a:xfrm>
              <a:off x="6495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7"/>
            <p:cNvSpPr/>
            <p:nvPr/>
          </p:nvSpPr>
          <p:spPr>
            <a:xfrm>
              <a:off x="710800" y="3810500"/>
              <a:ext cx="26575" cy="82825"/>
            </a:xfrm>
            <a:custGeom>
              <a:avLst/>
              <a:gdLst/>
              <a:ahLst/>
              <a:cxnLst/>
              <a:rect l="l" t="t" r="r" b="b"/>
              <a:pathLst>
                <a:path w="1063" h="3313" extrusionOk="0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7"/>
            <p:cNvSpPr/>
            <p:nvPr/>
          </p:nvSpPr>
          <p:spPr>
            <a:xfrm>
              <a:off x="715475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7"/>
            <p:cNvSpPr/>
            <p:nvPr/>
          </p:nvSpPr>
          <p:spPr>
            <a:xfrm>
              <a:off x="894500" y="4197600"/>
              <a:ext cx="8475" cy="8150"/>
            </a:xfrm>
            <a:custGeom>
              <a:avLst/>
              <a:gdLst/>
              <a:ahLst/>
              <a:cxnLst/>
              <a:rect l="l" t="t" r="r" b="b"/>
              <a:pathLst>
                <a:path w="339" h="326" extrusionOk="0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7"/>
            <p:cNvSpPr/>
            <p:nvPr/>
          </p:nvSpPr>
          <p:spPr>
            <a:xfrm>
              <a:off x="900450" y="4190725"/>
              <a:ext cx="59050" cy="15025"/>
            </a:xfrm>
            <a:custGeom>
              <a:avLst/>
              <a:gdLst/>
              <a:ahLst/>
              <a:cxnLst/>
              <a:rect l="l" t="t" r="r" b="b"/>
              <a:pathLst>
                <a:path w="2362" h="601" extrusionOk="0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7"/>
            <p:cNvSpPr/>
            <p:nvPr/>
          </p:nvSpPr>
          <p:spPr>
            <a:xfrm>
              <a:off x="934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7"/>
            <p:cNvSpPr/>
            <p:nvPr/>
          </p:nvSpPr>
          <p:spPr>
            <a:xfrm>
              <a:off x="893875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7"/>
            <p:cNvSpPr/>
            <p:nvPr/>
          </p:nvSpPr>
          <p:spPr>
            <a:xfrm>
              <a:off x="9045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7"/>
            <p:cNvSpPr/>
            <p:nvPr/>
          </p:nvSpPr>
          <p:spPr>
            <a:xfrm>
              <a:off x="915425" y="4169150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7"/>
            <p:cNvSpPr/>
            <p:nvPr/>
          </p:nvSpPr>
          <p:spPr>
            <a:xfrm>
              <a:off x="922925" y="4169150"/>
              <a:ext cx="15975" cy="19725"/>
            </a:xfrm>
            <a:custGeom>
              <a:avLst/>
              <a:gdLst/>
              <a:ahLst/>
              <a:cxnLst/>
              <a:rect l="l" t="t" r="r" b="b"/>
              <a:pathLst>
                <a:path w="639" h="789" extrusionOk="0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7"/>
            <p:cNvSpPr/>
            <p:nvPr/>
          </p:nvSpPr>
          <p:spPr>
            <a:xfrm>
              <a:off x="924500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7"/>
            <p:cNvSpPr/>
            <p:nvPr/>
          </p:nvSpPr>
          <p:spPr>
            <a:xfrm>
              <a:off x="93325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7"/>
            <p:cNvSpPr/>
            <p:nvPr/>
          </p:nvSpPr>
          <p:spPr>
            <a:xfrm>
              <a:off x="37012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7"/>
            <p:cNvSpPr/>
            <p:nvPr/>
          </p:nvSpPr>
          <p:spPr>
            <a:xfrm>
              <a:off x="3442900" y="1237425"/>
              <a:ext cx="263700" cy="147175"/>
            </a:xfrm>
            <a:custGeom>
              <a:avLst/>
              <a:gdLst/>
              <a:ahLst/>
              <a:cxnLst/>
              <a:rect l="l" t="t" r="r" b="b"/>
              <a:pathLst>
                <a:path w="10548" h="5887" extrusionOk="0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7"/>
            <p:cNvSpPr/>
            <p:nvPr/>
          </p:nvSpPr>
          <p:spPr>
            <a:xfrm>
              <a:off x="3410100" y="1277100"/>
              <a:ext cx="100300" cy="85325"/>
            </a:xfrm>
            <a:custGeom>
              <a:avLst/>
              <a:gdLst/>
              <a:ahLst/>
              <a:cxnLst/>
              <a:rect l="l" t="t" r="r" b="b"/>
              <a:pathLst>
                <a:path w="4012" h="3413" extrusionOk="0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7"/>
            <p:cNvSpPr/>
            <p:nvPr/>
          </p:nvSpPr>
          <p:spPr>
            <a:xfrm>
              <a:off x="3347925" y="1331775"/>
              <a:ext cx="55325" cy="13775"/>
            </a:xfrm>
            <a:custGeom>
              <a:avLst/>
              <a:gdLst/>
              <a:ahLst/>
              <a:cxnLst/>
              <a:rect l="l" t="t" r="r" b="b"/>
              <a:pathLst>
                <a:path w="2213" h="551" extrusionOk="0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7"/>
            <p:cNvSpPr/>
            <p:nvPr/>
          </p:nvSpPr>
          <p:spPr>
            <a:xfrm>
              <a:off x="3593475" y="1301475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7"/>
            <p:cNvSpPr/>
            <p:nvPr/>
          </p:nvSpPr>
          <p:spPr>
            <a:xfrm>
              <a:off x="3666275" y="1329600"/>
              <a:ext cx="22825" cy="110925"/>
            </a:xfrm>
            <a:custGeom>
              <a:avLst/>
              <a:gdLst/>
              <a:ahLst/>
              <a:cxnLst/>
              <a:rect l="l" t="t" r="r" b="b"/>
              <a:pathLst>
                <a:path w="913" h="4437" extrusionOk="0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7"/>
            <p:cNvSpPr/>
            <p:nvPr/>
          </p:nvSpPr>
          <p:spPr>
            <a:xfrm>
              <a:off x="3666600" y="1439875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7"/>
            <p:cNvSpPr/>
            <p:nvPr/>
          </p:nvSpPr>
          <p:spPr>
            <a:xfrm>
              <a:off x="3665025" y="1437700"/>
              <a:ext cx="17825" cy="16275"/>
            </a:xfrm>
            <a:custGeom>
              <a:avLst/>
              <a:gdLst/>
              <a:ahLst/>
              <a:cxnLst/>
              <a:rect l="l" t="t" r="r" b="b"/>
              <a:pathLst>
                <a:path w="713" h="651" extrusionOk="0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7"/>
            <p:cNvSpPr/>
            <p:nvPr/>
          </p:nvSpPr>
          <p:spPr>
            <a:xfrm>
              <a:off x="343790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7"/>
            <p:cNvSpPr/>
            <p:nvPr/>
          </p:nvSpPr>
          <p:spPr>
            <a:xfrm>
              <a:off x="3308550" y="1315225"/>
              <a:ext cx="42200" cy="17825"/>
            </a:xfrm>
            <a:custGeom>
              <a:avLst/>
              <a:gdLst/>
              <a:ahLst/>
              <a:cxnLst/>
              <a:rect l="l" t="t" r="r" b="b"/>
              <a:pathLst>
                <a:path w="1688" h="713" extrusionOk="0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7"/>
            <p:cNvSpPr/>
            <p:nvPr/>
          </p:nvSpPr>
          <p:spPr>
            <a:xfrm>
              <a:off x="3308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7"/>
            <p:cNvSpPr/>
            <p:nvPr/>
          </p:nvSpPr>
          <p:spPr>
            <a:xfrm>
              <a:off x="3377600" y="1341475"/>
              <a:ext cx="33150" cy="30000"/>
            </a:xfrm>
            <a:custGeom>
              <a:avLst/>
              <a:gdLst/>
              <a:ahLst/>
              <a:cxnLst/>
              <a:rect l="l" t="t" r="r" b="b"/>
              <a:pathLst>
                <a:path w="1326" h="1200" extrusionOk="0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7"/>
            <p:cNvSpPr/>
            <p:nvPr/>
          </p:nvSpPr>
          <p:spPr>
            <a:xfrm>
              <a:off x="3376975" y="1342100"/>
              <a:ext cx="33150" cy="29375"/>
            </a:xfrm>
            <a:custGeom>
              <a:avLst/>
              <a:gdLst/>
              <a:ahLst/>
              <a:cxnLst/>
              <a:rect l="l" t="t" r="r" b="b"/>
              <a:pathLst>
                <a:path w="1326" h="1175" extrusionOk="0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7"/>
            <p:cNvSpPr/>
            <p:nvPr/>
          </p:nvSpPr>
          <p:spPr>
            <a:xfrm>
              <a:off x="3680025" y="1349275"/>
              <a:ext cx="38450" cy="86875"/>
            </a:xfrm>
            <a:custGeom>
              <a:avLst/>
              <a:gdLst/>
              <a:ahLst/>
              <a:cxnLst/>
              <a:rect l="l" t="t" r="r" b="b"/>
              <a:pathLst>
                <a:path w="1538" h="3475" extrusionOk="0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7"/>
            <p:cNvSpPr/>
            <p:nvPr/>
          </p:nvSpPr>
          <p:spPr>
            <a:xfrm>
              <a:off x="3711275" y="1433625"/>
              <a:ext cx="17500" cy="16275"/>
            </a:xfrm>
            <a:custGeom>
              <a:avLst/>
              <a:gdLst/>
              <a:ahLst/>
              <a:cxnLst/>
              <a:rect l="l" t="t" r="r" b="b"/>
              <a:pathLst>
                <a:path w="700" h="651" extrusionOk="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7"/>
            <p:cNvSpPr/>
            <p:nvPr/>
          </p:nvSpPr>
          <p:spPr>
            <a:xfrm>
              <a:off x="3642850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7"/>
            <p:cNvSpPr/>
            <p:nvPr/>
          </p:nvSpPr>
          <p:spPr>
            <a:xfrm>
              <a:off x="3633475" y="1414575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7"/>
            <p:cNvSpPr/>
            <p:nvPr/>
          </p:nvSpPr>
          <p:spPr>
            <a:xfrm>
              <a:off x="3232325" y="1254625"/>
              <a:ext cx="237475" cy="60300"/>
            </a:xfrm>
            <a:custGeom>
              <a:avLst/>
              <a:gdLst/>
              <a:ahLst/>
              <a:cxnLst/>
              <a:rect l="l" t="t" r="r" b="b"/>
              <a:pathLst>
                <a:path w="9499" h="2412" extrusionOk="0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7"/>
            <p:cNvSpPr/>
            <p:nvPr/>
          </p:nvSpPr>
          <p:spPr>
            <a:xfrm>
              <a:off x="3717200" y="130930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7"/>
            <p:cNvSpPr/>
            <p:nvPr/>
          </p:nvSpPr>
          <p:spPr>
            <a:xfrm>
              <a:off x="3471650" y="1283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7"/>
            <p:cNvSpPr/>
            <p:nvPr/>
          </p:nvSpPr>
          <p:spPr>
            <a:xfrm>
              <a:off x="3504750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37"/>
            <p:cNvSpPr/>
            <p:nvPr/>
          </p:nvSpPr>
          <p:spPr>
            <a:xfrm>
              <a:off x="369440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37"/>
            <p:cNvSpPr/>
            <p:nvPr/>
          </p:nvSpPr>
          <p:spPr>
            <a:xfrm>
              <a:off x="3515075" y="1320225"/>
              <a:ext cx="30950" cy="15325"/>
            </a:xfrm>
            <a:custGeom>
              <a:avLst/>
              <a:gdLst/>
              <a:ahLst/>
              <a:cxnLst/>
              <a:rect l="l" t="t" r="r" b="b"/>
              <a:pathLst>
                <a:path w="1238" h="613" extrusionOk="0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7"/>
            <p:cNvSpPr/>
            <p:nvPr/>
          </p:nvSpPr>
          <p:spPr>
            <a:xfrm>
              <a:off x="35122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7"/>
            <p:cNvSpPr/>
            <p:nvPr/>
          </p:nvSpPr>
          <p:spPr>
            <a:xfrm>
              <a:off x="3177975" y="1278975"/>
              <a:ext cx="132175" cy="60025"/>
            </a:xfrm>
            <a:custGeom>
              <a:avLst/>
              <a:gdLst/>
              <a:ahLst/>
              <a:cxnLst/>
              <a:rect l="l" t="t" r="r" b="b"/>
              <a:pathLst>
                <a:path w="5287" h="2401" extrusionOk="0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7"/>
            <p:cNvSpPr/>
            <p:nvPr/>
          </p:nvSpPr>
          <p:spPr>
            <a:xfrm>
              <a:off x="3184525" y="1311175"/>
              <a:ext cx="61575" cy="65000"/>
            </a:xfrm>
            <a:custGeom>
              <a:avLst/>
              <a:gdLst/>
              <a:ahLst/>
              <a:cxnLst/>
              <a:rect l="l" t="t" r="r" b="b"/>
              <a:pathLst>
                <a:path w="2463" h="2600" extrusionOk="0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7"/>
            <p:cNvSpPr/>
            <p:nvPr/>
          </p:nvSpPr>
          <p:spPr>
            <a:xfrm>
              <a:off x="3219825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7"/>
            <p:cNvSpPr/>
            <p:nvPr/>
          </p:nvSpPr>
          <p:spPr>
            <a:xfrm>
              <a:off x="3208275" y="1322725"/>
              <a:ext cx="17200" cy="30650"/>
            </a:xfrm>
            <a:custGeom>
              <a:avLst/>
              <a:gdLst/>
              <a:ahLst/>
              <a:cxnLst/>
              <a:rect l="l" t="t" r="r" b="b"/>
              <a:pathLst>
                <a:path w="688" h="1226" extrusionOk="0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7"/>
            <p:cNvSpPr/>
            <p:nvPr/>
          </p:nvSpPr>
          <p:spPr>
            <a:xfrm>
              <a:off x="3454150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7"/>
            <p:cNvSpPr/>
            <p:nvPr/>
          </p:nvSpPr>
          <p:spPr>
            <a:xfrm>
              <a:off x="37968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7"/>
            <p:cNvSpPr/>
            <p:nvPr/>
          </p:nvSpPr>
          <p:spPr>
            <a:xfrm>
              <a:off x="3903100" y="1237750"/>
              <a:ext cx="263700" cy="146850"/>
            </a:xfrm>
            <a:custGeom>
              <a:avLst/>
              <a:gdLst/>
              <a:ahLst/>
              <a:cxnLst/>
              <a:rect l="l" t="t" r="r" b="b"/>
              <a:pathLst>
                <a:path w="10548" h="5874" extrusionOk="0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7"/>
            <p:cNvSpPr/>
            <p:nvPr/>
          </p:nvSpPr>
          <p:spPr>
            <a:xfrm>
              <a:off x="4098975" y="1277425"/>
              <a:ext cx="100925" cy="84375"/>
            </a:xfrm>
            <a:custGeom>
              <a:avLst/>
              <a:gdLst/>
              <a:ahLst/>
              <a:cxnLst/>
              <a:rect l="l" t="t" r="r" b="b"/>
              <a:pathLst>
                <a:path w="4037" h="3375" extrusionOk="0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7"/>
            <p:cNvSpPr/>
            <p:nvPr/>
          </p:nvSpPr>
          <p:spPr>
            <a:xfrm>
              <a:off x="4206450" y="1331775"/>
              <a:ext cx="55625" cy="13775"/>
            </a:xfrm>
            <a:custGeom>
              <a:avLst/>
              <a:gdLst/>
              <a:ahLst/>
              <a:cxnLst/>
              <a:rect l="l" t="t" r="r" b="b"/>
              <a:pathLst>
                <a:path w="2225" h="551" extrusionOk="0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7"/>
            <p:cNvSpPr/>
            <p:nvPr/>
          </p:nvSpPr>
          <p:spPr>
            <a:xfrm>
              <a:off x="3934650" y="1301475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7"/>
            <p:cNvSpPr/>
            <p:nvPr/>
          </p:nvSpPr>
          <p:spPr>
            <a:xfrm>
              <a:off x="3920275" y="1329900"/>
              <a:ext cx="23150" cy="110625"/>
            </a:xfrm>
            <a:custGeom>
              <a:avLst/>
              <a:gdLst/>
              <a:ahLst/>
              <a:cxnLst/>
              <a:rect l="l" t="t" r="r" b="b"/>
              <a:pathLst>
                <a:path w="926" h="4425" extrusionOk="0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7"/>
            <p:cNvSpPr/>
            <p:nvPr/>
          </p:nvSpPr>
          <p:spPr>
            <a:xfrm>
              <a:off x="3931200" y="1439875"/>
              <a:ext cx="11900" cy="11900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7"/>
            <p:cNvSpPr/>
            <p:nvPr/>
          </p:nvSpPr>
          <p:spPr>
            <a:xfrm>
              <a:off x="3926825" y="1437075"/>
              <a:ext cx="22225" cy="17200"/>
            </a:xfrm>
            <a:custGeom>
              <a:avLst/>
              <a:gdLst/>
              <a:ahLst/>
              <a:cxnLst/>
              <a:rect l="l" t="t" r="r" b="b"/>
              <a:pathLst>
                <a:path w="889" h="688" extrusionOk="0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7"/>
            <p:cNvSpPr/>
            <p:nvPr/>
          </p:nvSpPr>
          <p:spPr>
            <a:xfrm>
              <a:off x="416865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37"/>
            <p:cNvSpPr/>
            <p:nvPr/>
          </p:nvSpPr>
          <p:spPr>
            <a:xfrm>
              <a:off x="4259250" y="1315225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37"/>
            <p:cNvSpPr/>
            <p:nvPr/>
          </p:nvSpPr>
          <p:spPr>
            <a:xfrm>
              <a:off x="4259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7"/>
            <p:cNvSpPr/>
            <p:nvPr/>
          </p:nvSpPr>
          <p:spPr>
            <a:xfrm>
              <a:off x="4198950" y="1341475"/>
              <a:ext cx="33450" cy="30325"/>
            </a:xfrm>
            <a:custGeom>
              <a:avLst/>
              <a:gdLst/>
              <a:ahLst/>
              <a:cxnLst/>
              <a:rect l="l" t="t" r="r" b="b"/>
              <a:pathLst>
                <a:path w="1338" h="1213" extrusionOk="0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7"/>
            <p:cNvSpPr/>
            <p:nvPr/>
          </p:nvSpPr>
          <p:spPr>
            <a:xfrm>
              <a:off x="4199250" y="1342100"/>
              <a:ext cx="33475" cy="29375"/>
            </a:xfrm>
            <a:custGeom>
              <a:avLst/>
              <a:gdLst/>
              <a:ahLst/>
              <a:cxnLst/>
              <a:rect l="l" t="t" r="r" b="b"/>
              <a:pathLst>
                <a:path w="1339" h="1175" extrusionOk="0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7"/>
            <p:cNvSpPr/>
            <p:nvPr/>
          </p:nvSpPr>
          <p:spPr>
            <a:xfrm>
              <a:off x="3890900" y="1349275"/>
              <a:ext cx="38775" cy="86875"/>
            </a:xfrm>
            <a:custGeom>
              <a:avLst/>
              <a:gdLst/>
              <a:ahLst/>
              <a:cxnLst/>
              <a:rect l="l" t="t" r="r" b="b"/>
              <a:pathLst>
                <a:path w="1551" h="3475" extrusionOk="0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37"/>
            <p:cNvSpPr/>
            <p:nvPr/>
          </p:nvSpPr>
          <p:spPr>
            <a:xfrm>
              <a:off x="3880600" y="1433625"/>
              <a:ext cx="18150" cy="16600"/>
            </a:xfrm>
            <a:custGeom>
              <a:avLst/>
              <a:gdLst/>
              <a:ahLst/>
              <a:cxnLst/>
              <a:rect l="l" t="t" r="r" b="b"/>
              <a:pathLst>
                <a:path w="726" h="664" extrusionOk="0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7"/>
            <p:cNvSpPr/>
            <p:nvPr/>
          </p:nvSpPr>
          <p:spPr>
            <a:xfrm>
              <a:off x="3936525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37"/>
            <p:cNvSpPr/>
            <p:nvPr/>
          </p:nvSpPr>
          <p:spPr>
            <a:xfrm>
              <a:off x="3963375" y="1414575"/>
              <a:ext cx="13475" cy="15650"/>
            </a:xfrm>
            <a:custGeom>
              <a:avLst/>
              <a:gdLst/>
              <a:ahLst/>
              <a:cxnLst/>
              <a:rect l="l" t="t" r="r" b="b"/>
              <a:pathLst>
                <a:path w="539" h="626" extrusionOk="0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37"/>
            <p:cNvSpPr/>
            <p:nvPr/>
          </p:nvSpPr>
          <p:spPr>
            <a:xfrm>
              <a:off x="4139900" y="1254625"/>
              <a:ext cx="237775" cy="60000"/>
            </a:xfrm>
            <a:custGeom>
              <a:avLst/>
              <a:gdLst/>
              <a:ahLst/>
              <a:cxnLst/>
              <a:rect l="l" t="t" r="r" b="b"/>
              <a:pathLst>
                <a:path w="9511" h="2400" extrusionOk="0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7"/>
            <p:cNvSpPr/>
            <p:nvPr/>
          </p:nvSpPr>
          <p:spPr>
            <a:xfrm>
              <a:off x="3860900" y="1309600"/>
              <a:ext cx="31900" cy="49400"/>
            </a:xfrm>
            <a:custGeom>
              <a:avLst/>
              <a:gdLst/>
              <a:ahLst/>
              <a:cxnLst/>
              <a:rect l="l" t="t" r="r" b="b"/>
              <a:pathLst>
                <a:path w="1276" h="1976" extrusionOk="0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37"/>
            <p:cNvSpPr/>
            <p:nvPr/>
          </p:nvSpPr>
          <p:spPr>
            <a:xfrm>
              <a:off x="4075225" y="1283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37"/>
            <p:cNvSpPr/>
            <p:nvPr/>
          </p:nvSpPr>
          <p:spPr>
            <a:xfrm>
              <a:off x="4073975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37"/>
            <p:cNvSpPr/>
            <p:nvPr/>
          </p:nvSpPr>
          <p:spPr>
            <a:xfrm>
              <a:off x="383405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37"/>
            <p:cNvSpPr/>
            <p:nvPr/>
          </p:nvSpPr>
          <p:spPr>
            <a:xfrm>
              <a:off x="4063675" y="1320225"/>
              <a:ext cx="30950" cy="15025"/>
            </a:xfrm>
            <a:custGeom>
              <a:avLst/>
              <a:gdLst/>
              <a:ahLst/>
              <a:cxnLst/>
              <a:rect l="l" t="t" r="r" b="b"/>
              <a:pathLst>
                <a:path w="1238" h="601" extrusionOk="0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37"/>
            <p:cNvSpPr/>
            <p:nvPr/>
          </p:nvSpPr>
          <p:spPr>
            <a:xfrm>
              <a:off x="40633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37"/>
            <p:cNvSpPr/>
            <p:nvPr/>
          </p:nvSpPr>
          <p:spPr>
            <a:xfrm>
              <a:off x="4299850" y="1278975"/>
              <a:ext cx="132500" cy="60025"/>
            </a:xfrm>
            <a:custGeom>
              <a:avLst/>
              <a:gdLst/>
              <a:ahLst/>
              <a:cxnLst/>
              <a:rect l="l" t="t" r="r" b="b"/>
              <a:pathLst>
                <a:path w="5300" h="2401" extrusionOk="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37"/>
            <p:cNvSpPr/>
            <p:nvPr/>
          </p:nvSpPr>
          <p:spPr>
            <a:xfrm>
              <a:off x="4363900" y="1311175"/>
              <a:ext cx="60950" cy="65000"/>
            </a:xfrm>
            <a:custGeom>
              <a:avLst/>
              <a:gdLst/>
              <a:ahLst/>
              <a:cxnLst/>
              <a:rect l="l" t="t" r="r" b="b"/>
              <a:pathLst>
                <a:path w="2438" h="2600" extrusionOk="0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37"/>
            <p:cNvSpPr/>
            <p:nvPr/>
          </p:nvSpPr>
          <p:spPr>
            <a:xfrm>
              <a:off x="4353900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7"/>
            <p:cNvSpPr/>
            <p:nvPr/>
          </p:nvSpPr>
          <p:spPr>
            <a:xfrm>
              <a:off x="4384200" y="1322725"/>
              <a:ext cx="17225" cy="30650"/>
            </a:xfrm>
            <a:custGeom>
              <a:avLst/>
              <a:gdLst/>
              <a:ahLst/>
              <a:cxnLst/>
              <a:rect l="l" t="t" r="r" b="b"/>
              <a:pathLst>
                <a:path w="689" h="1226" extrusionOk="0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37"/>
            <p:cNvSpPr/>
            <p:nvPr/>
          </p:nvSpPr>
          <p:spPr>
            <a:xfrm>
              <a:off x="4100225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7"/>
            <p:cNvSpPr/>
            <p:nvPr/>
          </p:nvSpPr>
          <p:spPr>
            <a:xfrm>
              <a:off x="3780925" y="138957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7"/>
            <p:cNvSpPr/>
            <p:nvPr/>
          </p:nvSpPr>
          <p:spPr>
            <a:xfrm>
              <a:off x="3780300" y="14024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7"/>
            <p:cNvSpPr/>
            <p:nvPr/>
          </p:nvSpPr>
          <p:spPr>
            <a:xfrm>
              <a:off x="3799050" y="1384900"/>
              <a:ext cx="9400" cy="7525"/>
            </a:xfrm>
            <a:custGeom>
              <a:avLst/>
              <a:gdLst/>
              <a:ahLst/>
              <a:cxnLst/>
              <a:rect l="l" t="t" r="r" b="b"/>
              <a:pathLst>
                <a:path w="376" h="301" extrusionOk="0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37"/>
            <p:cNvSpPr/>
            <p:nvPr/>
          </p:nvSpPr>
          <p:spPr>
            <a:xfrm>
              <a:off x="3806550" y="13902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37"/>
            <p:cNvSpPr/>
            <p:nvPr/>
          </p:nvSpPr>
          <p:spPr>
            <a:xfrm>
              <a:off x="3801875" y="1399900"/>
              <a:ext cx="24375" cy="10325"/>
            </a:xfrm>
            <a:custGeom>
              <a:avLst/>
              <a:gdLst/>
              <a:ahLst/>
              <a:cxnLst/>
              <a:rect l="l" t="t" r="r" b="b"/>
              <a:pathLst>
                <a:path w="975" h="413" extrusionOk="0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7"/>
            <p:cNvSpPr/>
            <p:nvPr/>
          </p:nvSpPr>
          <p:spPr>
            <a:xfrm>
              <a:off x="3791550" y="1399900"/>
              <a:ext cx="13475" cy="7825"/>
            </a:xfrm>
            <a:custGeom>
              <a:avLst/>
              <a:gdLst/>
              <a:ahLst/>
              <a:cxnLst/>
              <a:rect l="l" t="t" r="r" b="b"/>
              <a:pathLst>
                <a:path w="539" h="313" extrusionOk="0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37"/>
            <p:cNvSpPr/>
            <p:nvPr/>
          </p:nvSpPr>
          <p:spPr>
            <a:xfrm>
              <a:off x="3796550" y="1409275"/>
              <a:ext cx="14400" cy="12500"/>
            </a:xfrm>
            <a:custGeom>
              <a:avLst/>
              <a:gdLst/>
              <a:ahLst/>
              <a:cxnLst/>
              <a:rect l="l" t="t" r="r" b="b"/>
              <a:pathLst>
                <a:path w="576" h="500" extrusionOk="0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37"/>
            <p:cNvSpPr/>
            <p:nvPr/>
          </p:nvSpPr>
          <p:spPr>
            <a:xfrm>
              <a:off x="3796550" y="4276950"/>
              <a:ext cx="111875" cy="104375"/>
            </a:xfrm>
            <a:custGeom>
              <a:avLst/>
              <a:gdLst/>
              <a:ahLst/>
              <a:cxnLst/>
              <a:rect l="l" t="t" r="r" b="b"/>
              <a:pathLst>
                <a:path w="4475" h="4175" extrusionOk="0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7"/>
            <p:cNvSpPr/>
            <p:nvPr/>
          </p:nvSpPr>
          <p:spPr>
            <a:xfrm>
              <a:off x="3903400" y="4301950"/>
              <a:ext cx="263400" cy="146850"/>
            </a:xfrm>
            <a:custGeom>
              <a:avLst/>
              <a:gdLst/>
              <a:ahLst/>
              <a:cxnLst/>
              <a:rect l="l" t="t" r="r" b="b"/>
              <a:pathLst>
                <a:path w="10536" h="5874" extrusionOk="0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7"/>
            <p:cNvSpPr/>
            <p:nvPr/>
          </p:nvSpPr>
          <p:spPr>
            <a:xfrm>
              <a:off x="4099600" y="4324125"/>
              <a:ext cx="100300" cy="85000"/>
            </a:xfrm>
            <a:custGeom>
              <a:avLst/>
              <a:gdLst/>
              <a:ahLst/>
              <a:cxnLst/>
              <a:rect l="l" t="t" r="r" b="b"/>
              <a:pathLst>
                <a:path w="4012" h="3400" extrusionOk="0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37"/>
            <p:cNvSpPr/>
            <p:nvPr/>
          </p:nvSpPr>
          <p:spPr>
            <a:xfrm>
              <a:off x="4206450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37"/>
            <p:cNvSpPr/>
            <p:nvPr/>
          </p:nvSpPr>
          <p:spPr>
            <a:xfrm>
              <a:off x="3933700" y="4288500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7"/>
            <p:cNvSpPr/>
            <p:nvPr/>
          </p:nvSpPr>
          <p:spPr>
            <a:xfrm>
              <a:off x="3920575" y="4246025"/>
              <a:ext cx="22850" cy="110925"/>
            </a:xfrm>
            <a:custGeom>
              <a:avLst/>
              <a:gdLst/>
              <a:ahLst/>
              <a:cxnLst/>
              <a:rect l="l" t="t" r="r" b="b"/>
              <a:pathLst>
                <a:path w="914" h="4437" extrusionOk="0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7"/>
            <p:cNvSpPr/>
            <p:nvPr/>
          </p:nvSpPr>
          <p:spPr>
            <a:xfrm>
              <a:off x="39309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7"/>
            <p:cNvSpPr/>
            <p:nvPr/>
          </p:nvSpPr>
          <p:spPr>
            <a:xfrm>
              <a:off x="3926825" y="4232575"/>
              <a:ext cx="18475" cy="15975"/>
            </a:xfrm>
            <a:custGeom>
              <a:avLst/>
              <a:gdLst/>
              <a:ahLst/>
              <a:cxnLst/>
              <a:rect l="l" t="t" r="r" b="b"/>
              <a:pathLst>
                <a:path w="739" h="639" extrusionOk="0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7"/>
            <p:cNvSpPr/>
            <p:nvPr/>
          </p:nvSpPr>
          <p:spPr>
            <a:xfrm>
              <a:off x="4169275" y="44116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7"/>
            <p:cNvSpPr/>
            <p:nvPr/>
          </p:nvSpPr>
          <p:spPr>
            <a:xfrm>
              <a:off x="4259250" y="4353500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7"/>
            <p:cNvSpPr/>
            <p:nvPr/>
          </p:nvSpPr>
          <p:spPr>
            <a:xfrm>
              <a:off x="4259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7"/>
            <p:cNvSpPr/>
            <p:nvPr/>
          </p:nvSpPr>
          <p:spPr>
            <a:xfrm>
              <a:off x="4198950" y="4314750"/>
              <a:ext cx="33150" cy="30025"/>
            </a:xfrm>
            <a:custGeom>
              <a:avLst/>
              <a:gdLst/>
              <a:ahLst/>
              <a:cxnLst/>
              <a:rect l="l" t="t" r="r" b="b"/>
              <a:pathLst>
                <a:path w="1326" h="1201" extrusionOk="0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7"/>
            <p:cNvSpPr/>
            <p:nvPr/>
          </p:nvSpPr>
          <p:spPr>
            <a:xfrm>
              <a:off x="4199575" y="4315050"/>
              <a:ext cx="33150" cy="29100"/>
            </a:xfrm>
            <a:custGeom>
              <a:avLst/>
              <a:gdLst/>
              <a:ahLst/>
              <a:cxnLst/>
              <a:rect l="l" t="t" r="r" b="b"/>
              <a:pathLst>
                <a:path w="1326" h="1164" extrusionOk="0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7"/>
            <p:cNvSpPr/>
            <p:nvPr/>
          </p:nvSpPr>
          <p:spPr>
            <a:xfrm>
              <a:off x="38912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37"/>
            <p:cNvSpPr/>
            <p:nvPr/>
          </p:nvSpPr>
          <p:spPr>
            <a:xfrm>
              <a:off x="3880900" y="4236650"/>
              <a:ext cx="17850" cy="16275"/>
            </a:xfrm>
            <a:custGeom>
              <a:avLst/>
              <a:gdLst/>
              <a:ahLst/>
              <a:cxnLst/>
              <a:rect l="l" t="t" r="r" b="b"/>
              <a:pathLst>
                <a:path w="714" h="651" extrusionOk="0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7"/>
            <p:cNvSpPr/>
            <p:nvPr/>
          </p:nvSpPr>
          <p:spPr>
            <a:xfrm>
              <a:off x="3936525" y="4266325"/>
              <a:ext cx="30625" cy="82200"/>
            </a:xfrm>
            <a:custGeom>
              <a:avLst/>
              <a:gdLst/>
              <a:ahLst/>
              <a:cxnLst/>
              <a:rect l="l" t="t" r="r" b="b"/>
              <a:pathLst>
                <a:path w="1225" h="3288" extrusionOk="0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7"/>
            <p:cNvSpPr/>
            <p:nvPr/>
          </p:nvSpPr>
          <p:spPr>
            <a:xfrm>
              <a:off x="3963700" y="4258200"/>
              <a:ext cx="13450" cy="13775"/>
            </a:xfrm>
            <a:custGeom>
              <a:avLst/>
              <a:gdLst/>
              <a:ahLst/>
              <a:cxnLst/>
              <a:rect l="l" t="t" r="r" b="b"/>
              <a:pathLst>
                <a:path w="538" h="551" extrusionOk="0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7"/>
            <p:cNvSpPr/>
            <p:nvPr/>
          </p:nvSpPr>
          <p:spPr>
            <a:xfrm>
              <a:off x="4139900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7"/>
            <p:cNvSpPr/>
            <p:nvPr/>
          </p:nvSpPr>
          <p:spPr>
            <a:xfrm>
              <a:off x="3860600" y="432755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37"/>
            <p:cNvSpPr/>
            <p:nvPr/>
          </p:nvSpPr>
          <p:spPr>
            <a:xfrm>
              <a:off x="4075225" y="4370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7"/>
            <p:cNvSpPr/>
            <p:nvPr/>
          </p:nvSpPr>
          <p:spPr>
            <a:xfrm>
              <a:off x="4073975" y="4396300"/>
              <a:ext cx="30950" cy="21575"/>
            </a:xfrm>
            <a:custGeom>
              <a:avLst/>
              <a:gdLst/>
              <a:ahLst/>
              <a:cxnLst/>
              <a:rect l="l" t="t" r="r" b="b"/>
              <a:pathLst>
                <a:path w="1238" h="863" extrusionOk="0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7"/>
            <p:cNvSpPr/>
            <p:nvPr/>
          </p:nvSpPr>
          <p:spPr>
            <a:xfrm>
              <a:off x="3834050" y="4258825"/>
              <a:ext cx="81250" cy="56250"/>
            </a:xfrm>
            <a:custGeom>
              <a:avLst/>
              <a:gdLst/>
              <a:ahLst/>
              <a:cxnLst/>
              <a:rect l="l" t="t" r="r" b="b"/>
              <a:pathLst>
                <a:path w="3250" h="2250" extrusionOk="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7"/>
            <p:cNvSpPr/>
            <p:nvPr/>
          </p:nvSpPr>
          <p:spPr>
            <a:xfrm>
              <a:off x="4063350" y="4351000"/>
              <a:ext cx="31275" cy="15325"/>
            </a:xfrm>
            <a:custGeom>
              <a:avLst/>
              <a:gdLst/>
              <a:ahLst/>
              <a:cxnLst/>
              <a:rect l="l" t="t" r="r" b="b"/>
              <a:pathLst>
                <a:path w="1251" h="613" extrusionOk="0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7"/>
            <p:cNvSpPr/>
            <p:nvPr/>
          </p:nvSpPr>
          <p:spPr>
            <a:xfrm>
              <a:off x="4063350" y="4344750"/>
              <a:ext cx="34075" cy="21875"/>
            </a:xfrm>
            <a:custGeom>
              <a:avLst/>
              <a:gdLst/>
              <a:ahLst/>
              <a:cxnLst/>
              <a:rect l="l" t="t" r="r" b="b"/>
              <a:pathLst>
                <a:path w="1363" h="875" extrusionOk="0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7"/>
            <p:cNvSpPr/>
            <p:nvPr/>
          </p:nvSpPr>
          <p:spPr>
            <a:xfrm>
              <a:off x="4299550" y="4347550"/>
              <a:ext cx="132475" cy="60000"/>
            </a:xfrm>
            <a:custGeom>
              <a:avLst/>
              <a:gdLst/>
              <a:ahLst/>
              <a:cxnLst/>
              <a:rect l="l" t="t" r="r" b="b"/>
              <a:pathLst>
                <a:path w="5299" h="2400" extrusionOk="0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7"/>
            <p:cNvSpPr/>
            <p:nvPr/>
          </p:nvSpPr>
          <p:spPr>
            <a:xfrm>
              <a:off x="4363900" y="4310050"/>
              <a:ext cx="61575" cy="65325"/>
            </a:xfrm>
            <a:custGeom>
              <a:avLst/>
              <a:gdLst/>
              <a:ahLst/>
              <a:cxnLst/>
              <a:rect l="l" t="t" r="r" b="b"/>
              <a:pathLst>
                <a:path w="2463" h="2613" extrusionOk="0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7"/>
            <p:cNvSpPr/>
            <p:nvPr/>
          </p:nvSpPr>
          <p:spPr>
            <a:xfrm>
              <a:off x="4353900" y="4321000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7"/>
            <p:cNvSpPr/>
            <p:nvPr/>
          </p:nvSpPr>
          <p:spPr>
            <a:xfrm>
              <a:off x="4384200" y="4332875"/>
              <a:ext cx="17225" cy="30950"/>
            </a:xfrm>
            <a:custGeom>
              <a:avLst/>
              <a:gdLst/>
              <a:ahLst/>
              <a:cxnLst/>
              <a:rect l="l" t="t" r="r" b="b"/>
              <a:pathLst>
                <a:path w="689" h="1238" extrusionOk="0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7"/>
            <p:cNvSpPr/>
            <p:nvPr/>
          </p:nvSpPr>
          <p:spPr>
            <a:xfrm>
              <a:off x="4100225" y="430257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7"/>
            <p:cNvSpPr/>
            <p:nvPr/>
          </p:nvSpPr>
          <p:spPr>
            <a:xfrm>
              <a:off x="3701275" y="4276950"/>
              <a:ext cx="111850" cy="104375"/>
            </a:xfrm>
            <a:custGeom>
              <a:avLst/>
              <a:gdLst/>
              <a:ahLst/>
              <a:cxnLst/>
              <a:rect l="l" t="t" r="r" b="b"/>
              <a:pathLst>
                <a:path w="4474" h="4175" extrusionOk="0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7"/>
            <p:cNvSpPr/>
            <p:nvPr/>
          </p:nvSpPr>
          <p:spPr>
            <a:xfrm>
              <a:off x="3442900" y="4301950"/>
              <a:ext cx="263700" cy="146525"/>
            </a:xfrm>
            <a:custGeom>
              <a:avLst/>
              <a:gdLst/>
              <a:ahLst/>
              <a:cxnLst/>
              <a:rect l="l" t="t" r="r" b="b"/>
              <a:pathLst>
                <a:path w="10548" h="5861" extrusionOk="0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7"/>
            <p:cNvSpPr/>
            <p:nvPr/>
          </p:nvSpPr>
          <p:spPr>
            <a:xfrm>
              <a:off x="3410100" y="4324750"/>
              <a:ext cx="100625" cy="84375"/>
            </a:xfrm>
            <a:custGeom>
              <a:avLst/>
              <a:gdLst/>
              <a:ahLst/>
              <a:cxnLst/>
              <a:rect l="l" t="t" r="r" b="b"/>
              <a:pathLst>
                <a:path w="4025" h="3375" extrusionOk="0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7"/>
            <p:cNvSpPr/>
            <p:nvPr/>
          </p:nvSpPr>
          <p:spPr>
            <a:xfrm>
              <a:off x="3347925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7"/>
            <p:cNvSpPr/>
            <p:nvPr/>
          </p:nvSpPr>
          <p:spPr>
            <a:xfrm>
              <a:off x="3593800" y="4288500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7"/>
            <p:cNvSpPr/>
            <p:nvPr/>
          </p:nvSpPr>
          <p:spPr>
            <a:xfrm>
              <a:off x="3666275" y="4246025"/>
              <a:ext cx="22825" cy="110600"/>
            </a:xfrm>
            <a:custGeom>
              <a:avLst/>
              <a:gdLst/>
              <a:ahLst/>
              <a:cxnLst/>
              <a:rect l="l" t="t" r="r" b="b"/>
              <a:pathLst>
                <a:path w="913" h="4424" extrusionOk="0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7"/>
            <p:cNvSpPr/>
            <p:nvPr/>
          </p:nvSpPr>
          <p:spPr>
            <a:xfrm>
              <a:off x="36666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7"/>
            <p:cNvSpPr/>
            <p:nvPr/>
          </p:nvSpPr>
          <p:spPr>
            <a:xfrm>
              <a:off x="3660650" y="4232275"/>
              <a:ext cx="22200" cy="17200"/>
            </a:xfrm>
            <a:custGeom>
              <a:avLst/>
              <a:gdLst/>
              <a:ahLst/>
              <a:cxnLst/>
              <a:rect l="l" t="t" r="r" b="b"/>
              <a:pathLst>
                <a:path w="888" h="688" extrusionOk="0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7"/>
            <p:cNvSpPr/>
            <p:nvPr/>
          </p:nvSpPr>
          <p:spPr>
            <a:xfrm>
              <a:off x="3438200" y="4411600"/>
              <a:ext cx="2850" cy="3150"/>
            </a:xfrm>
            <a:custGeom>
              <a:avLst/>
              <a:gdLst/>
              <a:ahLst/>
              <a:cxnLst/>
              <a:rect l="l" t="t" r="r" b="b"/>
              <a:pathLst>
                <a:path w="114" h="126" extrusionOk="0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7"/>
            <p:cNvSpPr/>
            <p:nvPr/>
          </p:nvSpPr>
          <p:spPr>
            <a:xfrm>
              <a:off x="3308550" y="4353500"/>
              <a:ext cx="42200" cy="17500"/>
            </a:xfrm>
            <a:custGeom>
              <a:avLst/>
              <a:gdLst/>
              <a:ahLst/>
              <a:cxnLst/>
              <a:rect l="l" t="t" r="r" b="b"/>
              <a:pathLst>
                <a:path w="1688" h="700" extrusionOk="0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7"/>
            <p:cNvSpPr/>
            <p:nvPr/>
          </p:nvSpPr>
          <p:spPr>
            <a:xfrm>
              <a:off x="3308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7"/>
            <p:cNvSpPr/>
            <p:nvPr/>
          </p:nvSpPr>
          <p:spPr>
            <a:xfrm>
              <a:off x="3377300" y="4314750"/>
              <a:ext cx="33450" cy="30025"/>
            </a:xfrm>
            <a:custGeom>
              <a:avLst/>
              <a:gdLst/>
              <a:ahLst/>
              <a:cxnLst/>
              <a:rect l="l" t="t" r="r" b="b"/>
              <a:pathLst>
                <a:path w="1338" h="1201" extrusionOk="0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7"/>
            <p:cNvSpPr/>
            <p:nvPr/>
          </p:nvSpPr>
          <p:spPr>
            <a:xfrm>
              <a:off x="3376975" y="4315050"/>
              <a:ext cx="33450" cy="29100"/>
            </a:xfrm>
            <a:custGeom>
              <a:avLst/>
              <a:gdLst/>
              <a:ahLst/>
              <a:cxnLst/>
              <a:rect l="l" t="t" r="r" b="b"/>
              <a:pathLst>
                <a:path w="1338" h="1164" extrusionOk="0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7"/>
            <p:cNvSpPr/>
            <p:nvPr/>
          </p:nvSpPr>
          <p:spPr>
            <a:xfrm>
              <a:off x="36803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7"/>
            <p:cNvSpPr/>
            <p:nvPr/>
          </p:nvSpPr>
          <p:spPr>
            <a:xfrm>
              <a:off x="3710950" y="4236025"/>
              <a:ext cx="18150" cy="16575"/>
            </a:xfrm>
            <a:custGeom>
              <a:avLst/>
              <a:gdLst/>
              <a:ahLst/>
              <a:cxnLst/>
              <a:rect l="l" t="t" r="r" b="b"/>
              <a:pathLst>
                <a:path w="726" h="663" extrusionOk="0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7"/>
            <p:cNvSpPr/>
            <p:nvPr/>
          </p:nvSpPr>
          <p:spPr>
            <a:xfrm>
              <a:off x="3642525" y="4266325"/>
              <a:ext cx="30650" cy="82200"/>
            </a:xfrm>
            <a:custGeom>
              <a:avLst/>
              <a:gdLst/>
              <a:ahLst/>
              <a:cxnLst/>
              <a:rect l="l" t="t" r="r" b="b"/>
              <a:pathLst>
                <a:path w="1226" h="3288" extrusionOk="0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7"/>
            <p:cNvSpPr/>
            <p:nvPr/>
          </p:nvSpPr>
          <p:spPr>
            <a:xfrm>
              <a:off x="3633475" y="4256950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7"/>
            <p:cNvSpPr/>
            <p:nvPr/>
          </p:nvSpPr>
          <p:spPr>
            <a:xfrm>
              <a:off x="3232025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7"/>
            <p:cNvSpPr/>
            <p:nvPr/>
          </p:nvSpPr>
          <p:spPr>
            <a:xfrm>
              <a:off x="3717200" y="4327550"/>
              <a:ext cx="31575" cy="49400"/>
            </a:xfrm>
            <a:custGeom>
              <a:avLst/>
              <a:gdLst/>
              <a:ahLst/>
              <a:cxnLst/>
              <a:rect l="l" t="t" r="r" b="b"/>
              <a:pathLst>
                <a:path w="1263" h="1976" extrusionOk="0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7"/>
            <p:cNvSpPr/>
            <p:nvPr/>
          </p:nvSpPr>
          <p:spPr>
            <a:xfrm>
              <a:off x="3471650" y="4370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7"/>
            <p:cNvSpPr/>
            <p:nvPr/>
          </p:nvSpPr>
          <p:spPr>
            <a:xfrm>
              <a:off x="3504750" y="4396300"/>
              <a:ext cx="30650" cy="21575"/>
            </a:xfrm>
            <a:custGeom>
              <a:avLst/>
              <a:gdLst/>
              <a:ahLst/>
              <a:cxnLst/>
              <a:rect l="l" t="t" r="r" b="b"/>
              <a:pathLst>
                <a:path w="1226" h="863" extrusionOk="0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7"/>
            <p:cNvSpPr/>
            <p:nvPr/>
          </p:nvSpPr>
          <p:spPr>
            <a:xfrm>
              <a:off x="3694400" y="4258825"/>
              <a:ext cx="81250" cy="56575"/>
            </a:xfrm>
            <a:custGeom>
              <a:avLst/>
              <a:gdLst/>
              <a:ahLst/>
              <a:cxnLst/>
              <a:rect l="l" t="t" r="r" b="b"/>
              <a:pathLst>
                <a:path w="3250" h="2263" extrusionOk="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7"/>
            <p:cNvSpPr/>
            <p:nvPr/>
          </p:nvSpPr>
          <p:spPr>
            <a:xfrm>
              <a:off x="3515075" y="4351000"/>
              <a:ext cx="31250" cy="15325"/>
            </a:xfrm>
            <a:custGeom>
              <a:avLst/>
              <a:gdLst/>
              <a:ahLst/>
              <a:cxnLst/>
              <a:rect l="l" t="t" r="r" b="b"/>
              <a:pathLst>
                <a:path w="1250" h="613" extrusionOk="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7"/>
            <p:cNvSpPr/>
            <p:nvPr/>
          </p:nvSpPr>
          <p:spPr>
            <a:xfrm>
              <a:off x="3512250" y="4344750"/>
              <a:ext cx="34075" cy="22200"/>
            </a:xfrm>
            <a:custGeom>
              <a:avLst/>
              <a:gdLst/>
              <a:ahLst/>
              <a:cxnLst/>
              <a:rect l="l" t="t" r="r" b="b"/>
              <a:pathLst>
                <a:path w="1363" h="888" extrusionOk="0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7"/>
            <p:cNvSpPr/>
            <p:nvPr/>
          </p:nvSpPr>
          <p:spPr>
            <a:xfrm>
              <a:off x="3177650" y="4347550"/>
              <a:ext cx="132500" cy="60000"/>
            </a:xfrm>
            <a:custGeom>
              <a:avLst/>
              <a:gdLst/>
              <a:ahLst/>
              <a:cxnLst/>
              <a:rect l="l" t="t" r="r" b="b"/>
              <a:pathLst>
                <a:path w="5300" h="2400" extrusionOk="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7"/>
            <p:cNvSpPr/>
            <p:nvPr/>
          </p:nvSpPr>
          <p:spPr>
            <a:xfrm>
              <a:off x="3184850" y="4310375"/>
              <a:ext cx="60925" cy="65000"/>
            </a:xfrm>
            <a:custGeom>
              <a:avLst/>
              <a:gdLst/>
              <a:ahLst/>
              <a:cxnLst/>
              <a:rect l="l" t="t" r="r" b="b"/>
              <a:pathLst>
                <a:path w="2437" h="2600" extrusionOk="0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7"/>
            <p:cNvSpPr/>
            <p:nvPr/>
          </p:nvSpPr>
          <p:spPr>
            <a:xfrm>
              <a:off x="3219825" y="4320675"/>
              <a:ext cx="35950" cy="46900"/>
            </a:xfrm>
            <a:custGeom>
              <a:avLst/>
              <a:gdLst/>
              <a:ahLst/>
              <a:cxnLst/>
              <a:rect l="l" t="t" r="r" b="b"/>
              <a:pathLst>
                <a:path w="1438" h="1876" extrusionOk="0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7"/>
            <p:cNvSpPr/>
            <p:nvPr/>
          </p:nvSpPr>
          <p:spPr>
            <a:xfrm>
              <a:off x="3208275" y="4332875"/>
              <a:ext cx="17200" cy="30950"/>
            </a:xfrm>
            <a:custGeom>
              <a:avLst/>
              <a:gdLst/>
              <a:ahLst/>
              <a:cxnLst/>
              <a:rect l="l" t="t" r="r" b="b"/>
              <a:pathLst>
                <a:path w="688" h="1238" extrusionOk="0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7"/>
            <p:cNvSpPr/>
            <p:nvPr/>
          </p:nvSpPr>
          <p:spPr>
            <a:xfrm>
              <a:off x="3454450" y="4302575"/>
              <a:ext cx="55025" cy="71550"/>
            </a:xfrm>
            <a:custGeom>
              <a:avLst/>
              <a:gdLst/>
              <a:ahLst/>
              <a:cxnLst/>
              <a:rect l="l" t="t" r="r" b="b"/>
              <a:pathLst>
                <a:path w="2201" h="2862" extrusionOk="0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7"/>
            <p:cNvSpPr/>
            <p:nvPr/>
          </p:nvSpPr>
          <p:spPr>
            <a:xfrm>
              <a:off x="3809050" y="428162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7"/>
            <p:cNvSpPr/>
            <p:nvPr/>
          </p:nvSpPr>
          <p:spPr>
            <a:xfrm>
              <a:off x="3812475" y="42782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7"/>
            <p:cNvSpPr/>
            <p:nvPr/>
          </p:nvSpPr>
          <p:spPr>
            <a:xfrm>
              <a:off x="3801250" y="4294125"/>
              <a:ext cx="9375" cy="7850"/>
            </a:xfrm>
            <a:custGeom>
              <a:avLst/>
              <a:gdLst/>
              <a:ahLst/>
              <a:cxnLst/>
              <a:rect l="l" t="t" r="r" b="b"/>
              <a:pathLst>
                <a:path w="375" h="314" extrusionOk="0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7"/>
            <p:cNvSpPr/>
            <p:nvPr/>
          </p:nvSpPr>
          <p:spPr>
            <a:xfrm>
              <a:off x="3783125" y="42807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7"/>
            <p:cNvSpPr/>
            <p:nvPr/>
          </p:nvSpPr>
          <p:spPr>
            <a:xfrm>
              <a:off x="3783425" y="4276325"/>
              <a:ext cx="24400" cy="10325"/>
            </a:xfrm>
            <a:custGeom>
              <a:avLst/>
              <a:gdLst/>
              <a:ahLst/>
              <a:cxnLst/>
              <a:rect l="l" t="t" r="r" b="b"/>
              <a:pathLst>
                <a:path w="976" h="413" extrusionOk="0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7"/>
            <p:cNvSpPr/>
            <p:nvPr/>
          </p:nvSpPr>
          <p:spPr>
            <a:xfrm>
              <a:off x="3804375" y="4278500"/>
              <a:ext cx="13750" cy="8150"/>
            </a:xfrm>
            <a:custGeom>
              <a:avLst/>
              <a:gdLst/>
              <a:ahLst/>
              <a:cxnLst/>
              <a:rect l="l" t="t" r="r" b="b"/>
              <a:pathLst>
                <a:path w="550" h="326" extrusionOk="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7"/>
            <p:cNvSpPr/>
            <p:nvPr/>
          </p:nvSpPr>
          <p:spPr>
            <a:xfrm>
              <a:off x="3798750" y="4264450"/>
              <a:ext cx="14375" cy="12525"/>
            </a:xfrm>
            <a:custGeom>
              <a:avLst/>
              <a:gdLst/>
              <a:ahLst/>
              <a:cxnLst/>
              <a:rect l="l" t="t" r="r" b="b"/>
              <a:pathLst>
                <a:path w="575" h="501" extrusionOk="0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7"/>
            <p:cNvSpPr/>
            <p:nvPr/>
          </p:nvSpPr>
          <p:spPr>
            <a:xfrm>
              <a:off x="6793275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7"/>
            <p:cNvSpPr/>
            <p:nvPr/>
          </p:nvSpPr>
          <p:spPr>
            <a:xfrm>
              <a:off x="681857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7"/>
            <p:cNvSpPr/>
            <p:nvPr/>
          </p:nvSpPr>
          <p:spPr>
            <a:xfrm>
              <a:off x="6840750" y="24483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7"/>
            <p:cNvSpPr/>
            <p:nvPr/>
          </p:nvSpPr>
          <p:spPr>
            <a:xfrm>
              <a:off x="6857625" y="2386200"/>
              <a:ext cx="13450" cy="55325"/>
            </a:xfrm>
            <a:custGeom>
              <a:avLst/>
              <a:gdLst/>
              <a:ahLst/>
              <a:cxnLst/>
              <a:rect l="l" t="t" r="r" b="b"/>
              <a:pathLst>
                <a:path w="538" h="2213" extrusionOk="0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7"/>
            <p:cNvSpPr/>
            <p:nvPr/>
          </p:nvSpPr>
          <p:spPr>
            <a:xfrm>
              <a:off x="6804825" y="2632075"/>
              <a:ext cx="96875" cy="82175"/>
            </a:xfrm>
            <a:custGeom>
              <a:avLst/>
              <a:gdLst/>
              <a:ahLst/>
              <a:cxnLst/>
              <a:rect l="l" t="t" r="r" b="b"/>
              <a:pathLst>
                <a:path w="3875" h="3287" extrusionOk="0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7"/>
            <p:cNvSpPr/>
            <p:nvPr/>
          </p:nvSpPr>
          <p:spPr>
            <a:xfrm>
              <a:off x="6762650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7"/>
            <p:cNvSpPr/>
            <p:nvPr/>
          </p:nvSpPr>
          <p:spPr>
            <a:xfrm>
              <a:off x="675110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7"/>
            <p:cNvSpPr/>
            <p:nvPr/>
          </p:nvSpPr>
          <p:spPr>
            <a:xfrm>
              <a:off x="6748900" y="2702675"/>
              <a:ext cx="16275" cy="18450"/>
            </a:xfrm>
            <a:custGeom>
              <a:avLst/>
              <a:gdLst/>
              <a:ahLst/>
              <a:cxnLst/>
              <a:rect l="l" t="t" r="r" b="b"/>
              <a:pathLst>
                <a:path w="651" h="738" extrusionOk="0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7"/>
            <p:cNvSpPr/>
            <p:nvPr/>
          </p:nvSpPr>
          <p:spPr>
            <a:xfrm>
              <a:off x="6927925" y="2476175"/>
              <a:ext cx="3450" cy="2825"/>
            </a:xfrm>
            <a:custGeom>
              <a:avLst/>
              <a:gdLst/>
              <a:ahLst/>
              <a:cxnLst/>
              <a:rect l="l" t="t" r="r" b="b"/>
              <a:pathLst>
                <a:path w="138" h="113" extrusionOk="0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7"/>
            <p:cNvSpPr/>
            <p:nvPr/>
          </p:nvSpPr>
          <p:spPr>
            <a:xfrm>
              <a:off x="6869800" y="2346825"/>
              <a:ext cx="17850" cy="42200"/>
            </a:xfrm>
            <a:custGeom>
              <a:avLst/>
              <a:gdLst/>
              <a:ahLst/>
              <a:cxnLst/>
              <a:rect l="l" t="t" r="r" b="b"/>
              <a:pathLst>
                <a:path w="714" h="1688" extrusionOk="0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7"/>
            <p:cNvSpPr/>
            <p:nvPr/>
          </p:nvSpPr>
          <p:spPr>
            <a:xfrm>
              <a:off x="6865425" y="23465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7"/>
            <p:cNvSpPr/>
            <p:nvPr/>
          </p:nvSpPr>
          <p:spPr>
            <a:xfrm>
              <a:off x="6831375" y="241587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7"/>
            <p:cNvSpPr/>
            <p:nvPr/>
          </p:nvSpPr>
          <p:spPr>
            <a:xfrm>
              <a:off x="6831375" y="2415550"/>
              <a:ext cx="29400" cy="33475"/>
            </a:xfrm>
            <a:custGeom>
              <a:avLst/>
              <a:gdLst/>
              <a:ahLst/>
              <a:cxnLst/>
              <a:rect l="l" t="t" r="r" b="b"/>
              <a:pathLst>
                <a:path w="1176" h="1339" extrusionOk="0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7"/>
            <p:cNvSpPr/>
            <p:nvPr/>
          </p:nvSpPr>
          <p:spPr>
            <a:xfrm>
              <a:off x="6767025" y="2718300"/>
              <a:ext cx="86575" cy="38750"/>
            </a:xfrm>
            <a:custGeom>
              <a:avLst/>
              <a:gdLst/>
              <a:ahLst/>
              <a:cxnLst/>
              <a:rect l="l" t="t" r="r" b="b"/>
              <a:pathLst>
                <a:path w="3463" h="1550" extrusionOk="0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7"/>
            <p:cNvSpPr/>
            <p:nvPr/>
          </p:nvSpPr>
          <p:spPr>
            <a:xfrm>
              <a:off x="6752975" y="2749525"/>
              <a:ext cx="16250" cy="17850"/>
            </a:xfrm>
            <a:custGeom>
              <a:avLst/>
              <a:gdLst/>
              <a:ahLst/>
              <a:cxnLst/>
              <a:rect l="l" t="t" r="r" b="b"/>
              <a:pathLst>
                <a:path w="650" h="714" extrusionOk="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7"/>
            <p:cNvSpPr/>
            <p:nvPr/>
          </p:nvSpPr>
          <p:spPr>
            <a:xfrm>
              <a:off x="6783275" y="2681125"/>
              <a:ext cx="81875" cy="30625"/>
            </a:xfrm>
            <a:custGeom>
              <a:avLst/>
              <a:gdLst/>
              <a:ahLst/>
              <a:cxnLst/>
              <a:rect l="l" t="t" r="r" b="b"/>
              <a:pathLst>
                <a:path w="3275" h="1225" extrusionOk="0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7"/>
            <p:cNvSpPr/>
            <p:nvPr/>
          </p:nvSpPr>
          <p:spPr>
            <a:xfrm>
              <a:off x="6773575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7"/>
            <p:cNvSpPr/>
            <p:nvPr/>
          </p:nvSpPr>
          <p:spPr>
            <a:xfrm>
              <a:off x="6888250" y="2270600"/>
              <a:ext cx="60000" cy="237450"/>
            </a:xfrm>
            <a:custGeom>
              <a:avLst/>
              <a:gdLst/>
              <a:ahLst/>
              <a:cxnLst/>
              <a:rect l="l" t="t" r="r" b="b"/>
              <a:pathLst>
                <a:path w="2400" h="9498" extrusionOk="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7"/>
            <p:cNvSpPr/>
            <p:nvPr/>
          </p:nvSpPr>
          <p:spPr>
            <a:xfrm>
              <a:off x="6844200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7"/>
            <p:cNvSpPr/>
            <p:nvPr/>
          </p:nvSpPr>
          <p:spPr>
            <a:xfrm>
              <a:off x="6887300" y="25102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7"/>
            <p:cNvSpPr/>
            <p:nvPr/>
          </p:nvSpPr>
          <p:spPr>
            <a:xfrm>
              <a:off x="6912925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7"/>
            <p:cNvSpPr/>
            <p:nvPr/>
          </p:nvSpPr>
          <p:spPr>
            <a:xfrm>
              <a:off x="6775150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7"/>
            <p:cNvSpPr/>
            <p:nvPr/>
          </p:nvSpPr>
          <p:spPr>
            <a:xfrm>
              <a:off x="6867625" y="2553650"/>
              <a:ext cx="15025" cy="30950"/>
            </a:xfrm>
            <a:custGeom>
              <a:avLst/>
              <a:gdLst/>
              <a:ahLst/>
              <a:cxnLst/>
              <a:rect l="l" t="t" r="r" b="b"/>
              <a:pathLst>
                <a:path w="601" h="1238" extrusionOk="0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7"/>
            <p:cNvSpPr/>
            <p:nvPr/>
          </p:nvSpPr>
          <p:spPr>
            <a:xfrm>
              <a:off x="68613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7"/>
            <p:cNvSpPr/>
            <p:nvPr/>
          </p:nvSpPr>
          <p:spPr>
            <a:xfrm>
              <a:off x="6864175" y="2216250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7"/>
            <p:cNvSpPr/>
            <p:nvPr/>
          </p:nvSpPr>
          <p:spPr>
            <a:xfrm>
              <a:off x="6826700" y="2222800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7"/>
            <p:cNvSpPr/>
            <p:nvPr/>
          </p:nvSpPr>
          <p:spPr>
            <a:xfrm>
              <a:off x="6837325" y="2258100"/>
              <a:ext cx="46875" cy="35950"/>
            </a:xfrm>
            <a:custGeom>
              <a:avLst/>
              <a:gdLst/>
              <a:ahLst/>
              <a:cxnLst/>
              <a:rect l="l" t="t" r="r" b="b"/>
              <a:pathLst>
                <a:path w="1875" h="1438" extrusionOk="0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7"/>
            <p:cNvSpPr/>
            <p:nvPr/>
          </p:nvSpPr>
          <p:spPr>
            <a:xfrm>
              <a:off x="6849500" y="2246850"/>
              <a:ext cx="30650" cy="17200"/>
            </a:xfrm>
            <a:custGeom>
              <a:avLst/>
              <a:gdLst/>
              <a:ahLst/>
              <a:cxnLst/>
              <a:rect l="l" t="t" r="r" b="b"/>
              <a:pathLst>
                <a:path w="1226" h="688" extrusionOk="0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7"/>
            <p:cNvSpPr/>
            <p:nvPr/>
          </p:nvSpPr>
          <p:spPr>
            <a:xfrm>
              <a:off x="6819200" y="2492725"/>
              <a:ext cx="71575" cy="55025"/>
            </a:xfrm>
            <a:custGeom>
              <a:avLst/>
              <a:gdLst/>
              <a:ahLst/>
              <a:cxnLst/>
              <a:rect l="l" t="t" r="r" b="b"/>
              <a:pathLst>
                <a:path w="2863" h="2201" extrusionOk="0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7"/>
            <p:cNvSpPr/>
            <p:nvPr/>
          </p:nvSpPr>
          <p:spPr>
            <a:xfrm>
              <a:off x="6793275" y="2835125"/>
              <a:ext cx="104675" cy="111575"/>
            </a:xfrm>
            <a:custGeom>
              <a:avLst/>
              <a:gdLst/>
              <a:ahLst/>
              <a:cxnLst/>
              <a:rect l="l" t="t" r="r" b="b"/>
              <a:pathLst>
                <a:path w="4187" h="4463" extrusionOk="0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7"/>
            <p:cNvSpPr/>
            <p:nvPr/>
          </p:nvSpPr>
          <p:spPr>
            <a:xfrm>
              <a:off x="6818575" y="2941350"/>
              <a:ext cx="146550" cy="263725"/>
            </a:xfrm>
            <a:custGeom>
              <a:avLst/>
              <a:gdLst/>
              <a:ahLst/>
              <a:cxnLst/>
              <a:rect l="l" t="t" r="r" b="b"/>
              <a:pathLst>
                <a:path w="5862" h="10549" extrusionOk="0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7"/>
            <p:cNvSpPr/>
            <p:nvPr/>
          </p:nvSpPr>
          <p:spPr>
            <a:xfrm>
              <a:off x="6841075" y="3137250"/>
              <a:ext cx="84375" cy="100925"/>
            </a:xfrm>
            <a:custGeom>
              <a:avLst/>
              <a:gdLst/>
              <a:ahLst/>
              <a:cxnLst/>
              <a:rect l="l" t="t" r="r" b="b"/>
              <a:pathLst>
                <a:path w="3375" h="4037" extrusionOk="0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7"/>
            <p:cNvSpPr/>
            <p:nvPr/>
          </p:nvSpPr>
          <p:spPr>
            <a:xfrm>
              <a:off x="6857325" y="3245025"/>
              <a:ext cx="13750" cy="55325"/>
            </a:xfrm>
            <a:custGeom>
              <a:avLst/>
              <a:gdLst/>
              <a:ahLst/>
              <a:cxnLst/>
              <a:rect l="l" t="t" r="r" b="b"/>
              <a:pathLst>
                <a:path w="550" h="2213" extrusionOk="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7"/>
            <p:cNvSpPr/>
            <p:nvPr/>
          </p:nvSpPr>
          <p:spPr>
            <a:xfrm>
              <a:off x="6805150" y="2972925"/>
              <a:ext cx="96550" cy="81550"/>
            </a:xfrm>
            <a:custGeom>
              <a:avLst/>
              <a:gdLst/>
              <a:ahLst/>
              <a:cxnLst/>
              <a:rect l="l" t="t" r="r" b="b"/>
              <a:pathLst>
                <a:path w="3862" h="3262" extrusionOk="0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7"/>
            <p:cNvSpPr/>
            <p:nvPr/>
          </p:nvSpPr>
          <p:spPr>
            <a:xfrm>
              <a:off x="6762350" y="2958850"/>
              <a:ext cx="110600" cy="22825"/>
            </a:xfrm>
            <a:custGeom>
              <a:avLst/>
              <a:gdLst/>
              <a:ahLst/>
              <a:cxnLst/>
              <a:rect l="l" t="t" r="r" b="b"/>
              <a:pathLst>
                <a:path w="4424" h="913" extrusionOk="0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7"/>
            <p:cNvSpPr/>
            <p:nvPr/>
          </p:nvSpPr>
          <p:spPr>
            <a:xfrm>
              <a:off x="675110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7"/>
            <p:cNvSpPr/>
            <p:nvPr/>
          </p:nvSpPr>
          <p:spPr>
            <a:xfrm>
              <a:off x="6748600" y="2965425"/>
              <a:ext cx="17200" cy="22200"/>
            </a:xfrm>
            <a:custGeom>
              <a:avLst/>
              <a:gdLst/>
              <a:ahLst/>
              <a:cxnLst/>
              <a:rect l="l" t="t" r="r" b="b"/>
              <a:pathLst>
                <a:path w="688" h="888" extrusionOk="0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7"/>
            <p:cNvSpPr/>
            <p:nvPr/>
          </p:nvSpPr>
          <p:spPr>
            <a:xfrm>
              <a:off x="6927925" y="3207225"/>
              <a:ext cx="3450" cy="2850"/>
            </a:xfrm>
            <a:custGeom>
              <a:avLst/>
              <a:gdLst/>
              <a:ahLst/>
              <a:cxnLst/>
              <a:rect l="l" t="t" r="r" b="b"/>
              <a:pathLst>
                <a:path w="138" h="114" extrusionOk="0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7"/>
            <p:cNvSpPr/>
            <p:nvPr/>
          </p:nvSpPr>
          <p:spPr>
            <a:xfrm>
              <a:off x="6870125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7"/>
            <p:cNvSpPr/>
            <p:nvPr/>
          </p:nvSpPr>
          <p:spPr>
            <a:xfrm>
              <a:off x="6865425" y="32978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7"/>
            <p:cNvSpPr/>
            <p:nvPr/>
          </p:nvSpPr>
          <p:spPr>
            <a:xfrm>
              <a:off x="6831375" y="323752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7"/>
            <p:cNvSpPr/>
            <p:nvPr/>
          </p:nvSpPr>
          <p:spPr>
            <a:xfrm>
              <a:off x="6831700" y="3237850"/>
              <a:ext cx="29075" cy="33125"/>
            </a:xfrm>
            <a:custGeom>
              <a:avLst/>
              <a:gdLst/>
              <a:ahLst/>
              <a:cxnLst/>
              <a:rect l="l" t="t" r="r" b="b"/>
              <a:pathLst>
                <a:path w="1163" h="1325" extrusionOk="0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7"/>
            <p:cNvSpPr/>
            <p:nvPr/>
          </p:nvSpPr>
          <p:spPr>
            <a:xfrm>
              <a:off x="6767025" y="2929475"/>
              <a:ext cx="86575" cy="38475"/>
            </a:xfrm>
            <a:custGeom>
              <a:avLst/>
              <a:gdLst/>
              <a:ahLst/>
              <a:cxnLst/>
              <a:rect l="l" t="t" r="r" b="b"/>
              <a:pathLst>
                <a:path w="3463" h="1539" extrusionOk="0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7"/>
            <p:cNvSpPr/>
            <p:nvPr/>
          </p:nvSpPr>
          <p:spPr>
            <a:xfrm>
              <a:off x="6752650" y="2919175"/>
              <a:ext cx="16575" cy="17825"/>
            </a:xfrm>
            <a:custGeom>
              <a:avLst/>
              <a:gdLst/>
              <a:ahLst/>
              <a:cxnLst/>
              <a:rect l="l" t="t" r="r" b="b"/>
              <a:pathLst>
                <a:path w="663" h="713" extrusionOk="0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7"/>
            <p:cNvSpPr/>
            <p:nvPr/>
          </p:nvSpPr>
          <p:spPr>
            <a:xfrm>
              <a:off x="6783275" y="2974800"/>
              <a:ext cx="81875" cy="30325"/>
            </a:xfrm>
            <a:custGeom>
              <a:avLst/>
              <a:gdLst/>
              <a:ahLst/>
              <a:cxnLst/>
              <a:rect l="l" t="t" r="r" b="b"/>
              <a:pathLst>
                <a:path w="3275" h="1213" extrusionOk="0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7"/>
            <p:cNvSpPr/>
            <p:nvPr/>
          </p:nvSpPr>
          <p:spPr>
            <a:xfrm>
              <a:off x="6773575" y="3001650"/>
              <a:ext cx="14725" cy="13150"/>
            </a:xfrm>
            <a:custGeom>
              <a:avLst/>
              <a:gdLst/>
              <a:ahLst/>
              <a:cxnLst/>
              <a:rect l="l" t="t" r="r" b="b"/>
              <a:pathLst>
                <a:path w="589" h="526" extrusionOk="0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7"/>
            <p:cNvSpPr/>
            <p:nvPr/>
          </p:nvSpPr>
          <p:spPr>
            <a:xfrm>
              <a:off x="6888250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7"/>
            <p:cNvSpPr/>
            <p:nvPr/>
          </p:nvSpPr>
          <p:spPr>
            <a:xfrm>
              <a:off x="6844200" y="2899500"/>
              <a:ext cx="49375" cy="31575"/>
            </a:xfrm>
            <a:custGeom>
              <a:avLst/>
              <a:gdLst/>
              <a:ahLst/>
              <a:cxnLst/>
              <a:rect l="l" t="t" r="r" b="b"/>
              <a:pathLst>
                <a:path w="1975" h="1263" extrusionOk="0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7"/>
            <p:cNvSpPr/>
            <p:nvPr/>
          </p:nvSpPr>
          <p:spPr>
            <a:xfrm>
              <a:off x="6887300" y="31138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7"/>
            <p:cNvSpPr/>
            <p:nvPr/>
          </p:nvSpPr>
          <p:spPr>
            <a:xfrm>
              <a:off x="6912925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7"/>
            <p:cNvSpPr/>
            <p:nvPr/>
          </p:nvSpPr>
          <p:spPr>
            <a:xfrm>
              <a:off x="6775450" y="287262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7"/>
            <p:cNvSpPr/>
            <p:nvPr/>
          </p:nvSpPr>
          <p:spPr>
            <a:xfrm>
              <a:off x="6867625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7"/>
            <p:cNvSpPr/>
            <p:nvPr/>
          </p:nvSpPr>
          <p:spPr>
            <a:xfrm>
              <a:off x="6861375" y="3101625"/>
              <a:ext cx="21900" cy="34075"/>
            </a:xfrm>
            <a:custGeom>
              <a:avLst/>
              <a:gdLst/>
              <a:ahLst/>
              <a:cxnLst/>
              <a:rect l="l" t="t" r="r" b="b"/>
              <a:pathLst>
                <a:path w="876" h="1363" extrusionOk="0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7"/>
            <p:cNvSpPr/>
            <p:nvPr/>
          </p:nvSpPr>
          <p:spPr>
            <a:xfrm>
              <a:off x="6864175" y="3338125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7"/>
            <p:cNvSpPr/>
            <p:nvPr/>
          </p:nvSpPr>
          <p:spPr>
            <a:xfrm>
              <a:off x="6826700" y="3402175"/>
              <a:ext cx="65000" cy="61250"/>
            </a:xfrm>
            <a:custGeom>
              <a:avLst/>
              <a:gdLst/>
              <a:ahLst/>
              <a:cxnLst/>
              <a:rect l="l" t="t" r="r" b="b"/>
              <a:pathLst>
                <a:path w="2600" h="2450" extrusionOk="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7"/>
            <p:cNvSpPr/>
            <p:nvPr/>
          </p:nvSpPr>
          <p:spPr>
            <a:xfrm>
              <a:off x="6837325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7"/>
            <p:cNvSpPr/>
            <p:nvPr/>
          </p:nvSpPr>
          <p:spPr>
            <a:xfrm>
              <a:off x="6849500" y="3422475"/>
              <a:ext cx="30950" cy="17525"/>
            </a:xfrm>
            <a:custGeom>
              <a:avLst/>
              <a:gdLst/>
              <a:ahLst/>
              <a:cxnLst/>
              <a:rect l="l" t="t" r="r" b="b"/>
              <a:pathLst>
                <a:path w="1238" h="701" extrusionOk="0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7"/>
            <p:cNvSpPr/>
            <p:nvPr/>
          </p:nvSpPr>
          <p:spPr>
            <a:xfrm>
              <a:off x="6819200" y="3138500"/>
              <a:ext cx="71575" cy="55325"/>
            </a:xfrm>
            <a:custGeom>
              <a:avLst/>
              <a:gdLst/>
              <a:ahLst/>
              <a:cxnLst/>
              <a:rect l="l" t="t" r="r" b="b"/>
              <a:pathLst>
                <a:path w="2863" h="2213" extrusionOk="0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7"/>
            <p:cNvSpPr/>
            <p:nvPr/>
          </p:nvSpPr>
          <p:spPr>
            <a:xfrm>
              <a:off x="6798275" y="2819200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7"/>
            <p:cNvSpPr/>
            <p:nvPr/>
          </p:nvSpPr>
          <p:spPr>
            <a:xfrm>
              <a:off x="6794825" y="2818575"/>
              <a:ext cx="5975" cy="16900"/>
            </a:xfrm>
            <a:custGeom>
              <a:avLst/>
              <a:gdLst/>
              <a:ahLst/>
              <a:cxnLst/>
              <a:rect l="l" t="t" r="r" b="b"/>
              <a:pathLst>
                <a:path w="239" h="676" extrusionOk="0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7"/>
            <p:cNvSpPr/>
            <p:nvPr/>
          </p:nvSpPr>
          <p:spPr>
            <a:xfrm>
              <a:off x="6810775" y="2837625"/>
              <a:ext cx="7500" cy="9400"/>
            </a:xfrm>
            <a:custGeom>
              <a:avLst/>
              <a:gdLst/>
              <a:ahLst/>
              <a:cxnLst/>
              <a:rect l="l" t="t" r="r" b="b"/>
              <a:pathLst>
                <a:path w="300" h="376" extrusionOk="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7"/>
            <p:cNvSpPr/>
            <p:nvPr/>
          </p:nvSpPr>
          <p:spPr>
            <a:xfrm>
              <a:off x="6797325" y="2844825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7"/>
            <p:cNvSpPr/>
            <p:nvPr/>
          </p:nvSpPr>
          <p:spPr>
            <a:xfrm>
              <a:off x="6792950" y="2840450"/>
              <a:ext cx="10025" cy="24075"/>
            </a:xfrm>
            <a:custGeom>
              <a:avLst/>
              <a:gdLst/>
              <a:ahLst/>
              <a:cxnLst/>
              <a:rect l="l" t="t" r="r" b="b"/>
              <a:pathLst>
                <a:path w="401" h="963" extrusionOk="0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7"/>
            <p:cNvSpPr/>
            <p:nvPr/>
          </p:nvSpPr>
          <p:spPr>
            <a:xfrm>
              <a:off x="6795150" y="2829825"/>
              <a:ext cx="8150" cy="14075"/>
            </a:xfrm>
            <a:custGeom>
              <a:avLst/>
              <a:gdLst/>
              <a:ahLst/>
              <a:cxnLst/>
              <a:rect l="l" t="t" r="r" b="b"/>
              <a:pathLst>
                <a:path w="326" h="563" extrusionOk="0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7"/>
            <p:cNvSpPr/>
            <p:nvPr/>
          </p:nvSpPr>
          <p:spPr>
            <a:xfrm>
              <a:off x="6781075" y="2835125"/>
              <a:ext cx="12525" cy="14400"/>
            </a:xfrm>
            <a:custGeom>
              <a:avLst/>
              <a:gdLst/>
              <a:ahLst/>
              <a:cxnLst/>
              <a:rect l="l" t="t" r="r" b="b"/>
              <a:pathLst>
                <a:path w="501" h="576" extrusionOk="0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7"/>
            <p:cNvSpPr/>
            <p:nvPr/>
          </p:nvSpPr>
          <p:spPr>
            <a:xfrm>
              <a:off x="695500" y="2835450"/>
              <a:ext cx="104675" cy="111250"/>
            </a:xfrm>
            <a:custGeom>
              <a:avLst/>
              <a:gdLst/>
              <a:ahLst/>
              <a:cxnLst/>
              <a:rect l="l" t="t" r="r" b="b"/>
              <a:pathLst>
                <a:path w="4187" h="4450" extrusionOk="0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7"/>
            <p:cNvSpPr/>
            <p:nvPr/>
          </p:nvSpPr>
          <p:spPr>
            <a:xfrm>
              <a:off x="628000" y="2941675"/>
              <a:ext cx="146875" cy="263700"/>
            </a:xfrm>
            <a:custGeom>
              <a:avLst/>
              <a:gdLst/>
              <a:ahLst/>
              <a:cxnLst/>
              <a:rect l="l" t="t" r="r" b="b"/>
              <a:pathLst>
                <a:path w="5875" h="10548" extrusionOk="0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7"/>
            <p:cNvSpPr/>
            <p:nvPr/>
          </p:nvSpPr>
          <p:spPr>
            <a:xfrm>
              <a:off x="668000" y="31378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7"/>
            <p:cNvSpPr/>
            <p:nvPr/>
          </p:nvSpPr>
          <p:spPr>
            <a:xfrm>
              <a:off x="722350" y="3245025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7"/>
            <p:cNvSpPr/>
            <p:nvPr/>
          </p:nvSpPr>
          <p:spPr>
            <a:xfrm>
              <a:off x="692050" y="2972300"/>
              <a:ext cx="96575" cy="82175"/>
            </a:xfrm>
            <a:custGeom>
              <a:avLst/>
              <a:gdLst/>
              <a:ahLst/>
              <a:cxnLst/>
              <a:rect l="l" t="t" r="r" b="b"/>
              <a:pathLst>
                <a:path w="3863" h="3287" extrusionOk="0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7"/>
            <p:cNvSpPr/>
            <p:nvPr/>
          </p:nvSpPr>
          <p:spPr>
            <a:xfrm>
              <a:off x="720175" y="2958850"/>
              <a:ext cx="110625" cy="22825"/>
            </a:xfrm>
            <a:custGeom>
              <a:avLst/>
              <a:gdLst/>
              <a:ahLst/>
              <a:cxnLst/>
              <a:rect l="l" t="t" r="r" b="b"/>
              <a:pathLst>
                <a:path w="4425" h="913" extrusionOk="0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7"/>
            <p:cNvSpPr/>
            <p:nvPr/>
          </p:nvSpPr>
          <p:spPr>
            <a:xfrm>
              <a:off x="83015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7"/>
            <p:cNvSpPr/>
            <p:nvPr/>
          </p:nvSpPr>
          <p:spPr>
            <a:xfrm>
              <a:off x="828275" y="296542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7"/>
            <p:cNvSpPr/>
            <p:nvPr/>
          </p:nvSpPr>
          <p:spPr>
            <a:xfrm>
              <a:off x="662375" y="3207225"/>
              <a:ext cx="3150" cy="2850"/>
            </a:xfrm>
            <a:custGeom>
              <a:avLst/>
              <a:gdLst/>
              <a:ahLst/>
              <a:cxnLst/>
              <a:rect l="l" t="t" r="r" b="b"/>
              <a:pathLst>
                <a:path w="126" h="114" extrusionOk="0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7"/>
            <p:cNvSpPr/>
            <p:nvPr/>
          </p:nvSpPr>
          <p:spPr>
            <a:xfrm>
              <a:off x="705800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7"/>
            <p:cNvSpPr/>
            <p:nvPr/>
          </p:nvSpPr>
          <p:spPr>
            <a:xfrm>
              <a:off x="708300" y="32978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7"/>
            <p:cNvSpPr/>
            <p:nvPr/>
          </p:nvSpPr>
          <p:spPr>
            <a:xfrm>
              <a:off x="732050" y="323752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7"/>
            <p:cNvSpPr/>
            <p:nvPr/>
          </p:nvSpPr>
          <p:spPr>
            <a:xfrm>
              <a:off x="732675" y="3237850"/>
              <a:ext cx="29375" cy="33125"/>
            </a:xfrm>
            <a:custGeom>
              <a:avLst/>
              <a:gdLst/>
              <a:ahLst/>
              <a:cxnLst/>
              <a:rect l="l" t="t" r="r" b="b"/>
              <a:pathLst>
                <a:path w="1175" h="1325" extrusionOk="0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7"/>
            <p:cNvSpPr/>
            <p:nvPr/>
          </p:nvSpPr>
          <p:spPr>
            <a:xfrm>
              <a:off x="739850" y="2929475"/>
              <a:ext cx="86875" cy="38475"/>
            </a:xfrm>
            <a:custGeom>
              <a:avLst/>
              <a:gdLst/>
              <a:ahLst/>
              <a:cxnLst/>
              <a:rect l="l" t="t" r="r" b="b"/>
              <a:pathLst>
                <a:path w="3475" h="1539" extrusionOk="0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7"/>
            <p:cNvSpPr/>
            <p:nvPr/>
          </p:nvSpPr>
          <p:spPr>
            <a:xfrm>
              <a:off x="824200" y="291917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7"/>
            <p:cNvSpPr/>
            <p:nvPr/>
          </p:nvSpPr>
          <p:spPr>
            <a:xfrm>
              <a:off x="728300" y="2974800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7"/>
            <p:cNvSpPr/>
            <p:nvPr/>
          </p:nvSpPr>
          <p:spPr>
            <a:xfrm>
              <a:off x="805150" y="3001975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7"/>
            <p:cNvSpPr/>
            <p:nvPr/>
          </p:nvSpPr>
          <p:spPr>
            <a:xfrm>
              <a:off x="644875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7"/>
            <p:cNvSpPr/>
            <p:nvPr/>
          </p:nvSpPr>
          <p:spPr>
            <a:xfrm>
              <a:off x="699875" y="2899175"/>
              <a:ext cx="49375" cy="31900"/>
            </a:xfrm>
            <a:custGeom>
              <a:avLst/>
              <a:gdLst/>
              <a:ahLst/>
              <a:cxnLst/>
              <a:rect l="l" t="t" r="r" b="b"/>
              <a:pathLst>
                <a:path w="1975" h="1276" extrusionOk="0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7"/>
            <p:cNvSpPr/>
            <p:nvPr/>
          </p:nvSpPr>
          <p:spPr>
            <a:xfrm>
              <a:off x="674550" y="3113825"/>
              <a:ext cx="31600" cy="62800"/>
            </a:xfrm>
            <a:custGeom>
              <a:avLst/>
              <a:gdLst/>
              <a:ahLst/>
              <a:cxnLst/>
              <a:rect l="l" t="t" r="r" b="b"/>
              <a:pathLst>
                <a:path w="1264" h="2512" extrusionOk="0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7"/>
            <p:cNvSpPr/>
            <p:nvPr/>
          </p:nvSpPr>
          <p:spPr>
            <a:xfrm>
              <a:off x="658950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7"/>
            <p:cNvSpPr/>
            <p:nvPr/>
          </p:nvSpPr>
          <p:spPr>
            <a:xfrm>
              <a:off x="762050" y="2872625"/>
              <a:ext cx="56250" cy="81250"/>
            </a:xfrm>
            <a:custGeom>
              <a:avLst/>
              <a:gdLst/>
              <a:ahLst/>
              <a:cxnLst/>
              <a:rect l="l" t="t" r="r" b="b"/>
              <a:pathLst>
                <a:path w="2250" h="3250" extrusionOk="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7"/>
            <p:cNvSpPr/>
            <p:nvPr/>
          </p:nvSpPr>
          <p:spPr>
            <a:xfrm>
              <a:off x="710800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7"/>
            <p:cNvSpPr/>
            <p:nvPr/>
          </p:nvSpPr>
          <p:spPr>
            <a:xfrm>
              <a:off x="710175" y="31016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7"/>
            <p:cNvSpPr/>
            <p:nvPr/>
          </p:nvSpPr>
          <p:spPr>
            <a:xfrm>
              <a:off x="669550" y="3338125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7"/>
            <p:cNvSpPr/>
            <p:nvPr/>
          </p:nvSpPr>
          <p:spPr>
            <a:xfrm>
              <a:off x="701750" y="3402175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7"/>
            <p:cNvSpPr/>
            <p:nvPr/>
          </p:nvSpPr>
          <p:spPr>
            <a:xfrm>
              <a:off x="709550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7"/>
            <p:cNvSpPr/>
            <p:nvPr/>
          </p:nvSpPr>
          <p:spPr>
            <a:xfrm>
              <a:off x="713300" y="3422475"/>
              <a:ext cx="30950" cy="17225"/>
            </a:xfrm>
            <a:custGeom>
              <a:avLst/>
              <a:gdLst/>
              <a:ahLst/>
              <a:cxnLst/>
              <a:rect l="l" t="t" r="r" b="b"/>
              <a:pathLst>
                <a:path w="1238" h="689" extrusionOk="0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7"/>
            <p:cNvSpPr/>
            <p:nvPr/>
          </p:nvSpPr>
          <p:spPr>
            <a:xfrm>
              <a:off x="702675" y="3138500"/>
              <a:ext cx="71875" cy="55325"/>
            </a:xfrm>
            <a:custGeom>
              <a:avLst/>
              <a:gdLst/>
              <a:ahLst/>
              <a:cxnLst/>
              <a:rect l="l" t="t" r="r" b="b"/>
              <a:pathLst>
                <a:path w="2875" h="2213" extrusionOk="0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7"/>
            <p:cNvSpPr/>
            <p:nvPr/>
          </p:nvSpPr>
          <p:spPr>
            <a:xfrm>
              <a:off x="695500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7"/>
            <p:cNvSpPr/>
            <p:nvPr/>
          </p:nvSpPr>
          <p:spPr>
            <a:xfrm>
              <a:off x="62832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7"/>
            <p:cNvSpPr/>
            <p:nvPr/>
          </p:nvSpPr>
          <p:spPr>
            <a:xfrm>
              <a:off x="667675" y="2448375"/>
              <a:ext cx="84700" cy="100925"/>
            </a:xfrm>
            <a:custGeom>
              <a:avLst/>
              <a:gdLst/>
              <a:ahLst/>
              <a:cxnLst/>
              <a:rect l="l" t="t" r="r" b="b"/>
              <a:pathLst>
                <a:path w="3388" h="4037" extrusionOk="0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7"/>
            <p:cNvSpPr/>
            <p:nvPr/>
          </p:nvSpPr>
          <p:spPr>
            <a:xfrm>
              <a:off x="722350" y="2386200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7"/>
            <p:cNvSpPr/>
            <p:nvPr/>
          </p:nvSpPr>
          <p:spPr>
            <a:xfrm>
              <a:off x="691750" y="2632075"/>
              <a:ext cx="96875" cy="81550"/>
            </a:xfrm>
            <a:custGeom>
              <a:avLst/>
              <a:gdLst/>
              <a:ahLst/>
              <a:cxnLst/>
              <a:rect l="l" t="t" r="r" b="b"/>
              <a:pathLst>
                <a:path w="3875" h="3262" extrusionOk="0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7"/>
            <p:cNvSpPr/>
            <p:nvPr/>
          </p:nvSpPr>
          <p:spPr>
            <a:xfrm>
              <a:off x="720475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7"/>
            <p:cNvSpPr/>
            <p:nvPr/>
          </p:nvSpPr>
          <p:spPr>
            <a:xfrm>
              <a:off x="83015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7"/>
            <p:cNvSpPr/>
            <p:nvPr/>
          </p:nvSpPr>
          <p:spPr>
            <a:xfrm>
              <a:off x="827325" y="2698925"/>
              <a:ext cx="17225" cy="22200"/>
            </a:xfrm>
            <a:custGeom>
              <a:avLst/>
              <a:gdLst/>
              <a:ahLst/>
              <a:cxnLst/>
              <a:rect l="l" t="t" r="r" b="b"/>
              <a:pathLst>
                <a:path w="689" h="888" extrusionOk="0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7"/>
            <p:cNvSpPr/>
            <p:nvPr/>
          </p:nvSpPr>
          <p:spPr>
            <a:xfrm>
              <a:off x="662375" y="2476475"/>
              <a:ext cx="3150" cy="3150"/>
            </a:xfrm>
            <a:custGeom>
              <a:avLst/>
              <a:gdLst/>
              <a:ahLst/>
              <a:cxnLst/>
              <a:rect l="l" t="t" r="r" b="b"/>
              <a:pathLst>
                <a:path w="126" h="126" extrusionOk="0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7"/>
            <p:cNvSpPr/>
            <p:nvPr/>
          </p:nvSpPr>
          <p:spPr>
            <a:xfrm>
              <a:off x="705800" y="23468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7"/>
            <p:cNvSpPr/>
            <p:nvPr/>
          </p:nvSpPr>
          <p:spPr>
            <a:xfrm>
              <a:off x="708300" y="23465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7"/>
            <p:cNvSpPr/>
            <p:nvPr/>
          </p:nvSpPr>
          <p:spPr>
            <a:xfrm>
              <a:off x="732050" y="241587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7"/>
            <p:cNvSpPr/>
            <p:nvPr/>
          </p:nvSpPr>
          <p:spPr>
            <a:xfrm>
              <a:off x="732675" y="2415550"/>
              <a:ext cx="29075" cy="33475"/>
            </a:xfrm>
            <a:custGeom>
              <a:avLst/>
              <a:gdLst/>
              <a:ahLst/>
              <a:cxnLst/>
              <a:rect l="l" t="t" r="r" b="b"/>
              <a:pathLst>
                <a:path w="1163" h="1339" extrusionOk="0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7"/>
            <p:cNvSpPr/>
            <p:nvPr/>
          </p:nvSpPr>
          <p:spPr>
            <a:xfrm>
              <a:off x="739850" y="2718600"/>
              <a:ext cx="86875" cy="38450"/>
            </a:xfrm>
            <a:custGeom>
              <a:avLst/>
              <a:gdLst/>
              <a:ahLst/>
              <a:cxnLst/>
              <a:rect l="l" t="t" r="r" b="b"/>
              <a:pathLst>
                <a:path w="3475" h="1538" extrusionOk="0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7"/>
            <p:cNvSpPr/>
            <p:nvPr/>
          </p:nvSpPr>
          <p:spPr>
            <a:xfrm>
              <a:off x="824200" y="2749525"/>
              <a:ext cx="16600" cy="17850"/>
            </a:xfrm>
            <a:custGeom>
              <a:avLst/>
              <a:gdLst/>
              <a:ahLst/>
              <a:cxnLst/>
              <a:rect l="l" t="t" r="r" b="b"/>
              <a:pathLst>
                <a:path w="664" h="714" extrusionOk="0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7"/>
            <p:cNvSpPr/>
            <p:nvPr/>
          </p:nvSpPr>
          <p:spPr>
            <a:xfrm>
              <a:off x="728300" y="2681125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7"/>
            <p:cNvSpPr/>
            <p:nvPr/>
          </p:nvSpPr>
          <p:spPr>
            <a:xfrm>
              <a:off x="805150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7"/>
            <p:cNvSpPr/>
            <p:nvPr/>
          </p:nvSpPr>
          <p:spPr>
            <a:xfrm>
              <a:off x="644875" y="2270600"/>
              <a:ext cx="60325" cy="237450"/>
            </a:xfrm>
            <a:custGeom>
              <a:avLst/>
              <a:gdLst/>
              <a:ahLst/>
              <a:cxnLst/>
              <a:rect l="l" t="t" r="r" b="b"/>
              <a:pathLst>
                <a:path w="2413" h="9498" extrusionOk="0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7"/>
            <p:cNvSpPr/>
            <p:nvPr/>
          </p:nvSpPr>
          <p:spPr>
            <a:xfrm>
              <a:off x="699875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7"/>
            <p:cNvSpPr/>
            <p:nvPr/>
          </p:nvSpPr>
          <p:spPr>
            <a:xfrm>
              <a:off x="674550" y="2510225"/>
              <a:ext cx="31600" cy="62500"/>
            </a:xfrm>
            <a:custGeom>
              <a:avLst/>
              <a:gdLst/>
              <a:ahLst/>
              <a:cxnLst/>
              <a:rect l="l" t="t" r="r" b="b"/>
              <a:pathLst>
                <a:path w="1264" h="2500" extrusionOk="0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7"/>
            <p:cNvSpPr/>
            <p:nvPr/>
          </p:nvSpPr>
          <p:spPr>
            <a:xfrm>
              <a:off x="658950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7"/>
            <p:cNvSpPr/>
            <p:nvPr/>
          </p:nvSpPr>
          <p:spPr>
            <a:xfrm>
              <a:off x="761725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7"/>
            <p:cNvSpPr/>
            <p:nvPr/>
          </p:nvSpPr>
          <p:spPr>
            <a:xfrm>
              <a:off x="710500" y="25536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7"/>
            <p:cNvSpPr/>
            <p:nvPr/>
          </p:nvSpPr>
          <p:spPr>
            <a:xfrm>
              <a:off x="7101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7"/>
            <p:cNvSpPr/>
            <p:nvPr/>
          </p:nvSpPr>
          <p:spPr>
            <a:xfrm>
              <a:off x="669550" y="2216250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7"/>
            <p:cNvSpPr/>
            <p:nvPr/>
          </p:nvSpPr>
          <p:spPr>
            <a:xfrm>
              <a:off x="701750" y="2223100"/>
              <a:ext cx="65000" cy="61275"/>
            </a:xfrm>
            <a:custGeom>
              <a:avLst/>
              <a:gdLst/>
              <a:ahLst/>
              <a:cxnLst/>
              <a:rect l="l" t="t" r="r" b="b"/>
              <a:pathLst>
                <a:path w="2600" h="2451" extrusionOk="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7"/>
            <p:cNvSpPr/>
            <p:nvPr/>
          </p:nvSpPr>
          <p:spPr>
            <a:xfrm>
              <a:off x="709550" y="2258100"/>
              <a:ext cx="46900" cy="35950"/>
            </a:xfrm>
            <a:custGeom>
              <a:avLst/>
              <a:gdLst/>
              <a:ahLst/>
              <a:cxnLst/>
              <a:rect l="l" t="t" r="r" b="b"/>
              <a:pathLst>
                <a:path w="1876" h="1438" extrusionOk="0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7"/>
            <p:cNvSpPr/>
            <p:nvPr/>
          </p:nvSpPr>
          <p:spPr>
            <a:xfrm>
              <a:off x="713300" y="2246550"/>
              <a:ext cx="30950" cy="17500"/>
            </a:xfrm>
            <a:custGeom>
              <a:avLst/>
              <a:gdLst/>
              <a:ahLst/>
              <a:cxnLst/>
              <a:rect l="l" t="t" r="r" b="b"/>
              <a:pathLst>
                <a:path w="1238" h="700" extrusionOk="0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7"/>
            <p:cNvSpPr/>
            <p:nvPr/>
          </p:nvSpPr>
          <p:spPr>
            <a:xfrm>
              <a:off x="703000" y="2492725"/>
              <a:ext cx="71550" cy="55325"/>
            </a:xfrm>
            <a:custGeom>
              <a:avLst/>
              <a:gdLst/>
              <a:ahLst/>
              <a:cxnLst/>
              <a:rect l="l" t="t" r="r" b="b"/>
              <a:pathLst>
                <a:path w="2862" h="2213" extrusionOk="0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7"/>
            <p:cNvSpPr/>
            <p:nvPr/>
          </p:nvSpPr>
          <p:spPr>
            <a:xfrm>
              <a:off x="779850" y="2847325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7"/>
            <p:cNvSpPr/>
            <p:nvPr/>
          </p:nvSpPr>
          <p:spPr>
            <a:xfrm>
              <a:off x="792975" y="2850750"/>
              <a:ext cx="5950" cy="16900"/>
            </a:xfrm>
            <a:custGeom>
              <a:avLst/>
              <a:gdLst/>
              <a:ahLst/>
              <a:cxnLst/>
              <a:rect l="l" t="t" r="r" b="b"/>
              <a:pathLst>
                <a:path w="238" h="676" extrusionOk="0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7"/>
            <p:cNvSpPr/>
            <p:nvPr/>
          </p:nvSpPr>
          <p:spPr>
            <a:xfrm>
              <a:off x="775150" y="2839500"/>
              <a:ext cx="7525" cy="9400"/>
            </a:xfrm>
            <a:custGeom>
              <a:avLst/>
              <a:gdLst/>
              <a:ahLst/>
              <a:cxnLst/>
              <a:rect l="l" t="t" r="r" b="b"/>
              <a:pathLst>
                <a:path w="301" h="376" extrusionOk="0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7"/>
            <p:cNvSpPr/>
            <p:nvPr/>
          </p:nvSpPr>
          <p:spPr>
            <a:xfrm>
              <a:off x="780775" y="2821400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7"/>
            <p:cNvSpPr/>
            <p:nvPr/>
          </p:nvSpPr>
          <p:spPr>
            <a:xfrm>
              <a:off x="790475" y="2821700"/>
              <a:ext cx="10325" cy="24400"/>
            </a:xfrm>
            <a:custGeom>
              <a:avLst/>
              <a:gdLst/>
              <a:ahLst/>
              <a:cxnLst/>
              <a:rect l="l" t="t" r="r" b="b"/>
              <a:pathLst>
                <a:path w="413" h="976" extrusionOk="0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7"/>
            <p:cNvSpPr/>
            <p:nvPr/>
          </p:nvSpPr>
          <p:spPr>
            <a:xfrm>
              <a:off x="790150" y="2842625"/>
              <a:ext cx="8150" cy="14100"/>
            </a:xfrm>
            <a:custGeom>
              <a:avLst/>
              <a:gdLst/>
              <a:ahLst/>
              <a:cxnLst/>
              <a:rect l="l" t="t" r="r" b="b"/>
              <a:pathLst>
                <a:path w="326" h="564" extrusionOk="0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7"/>
            <p:cNvSpPr/>
            <p:nvPr/>
          </p:nvSpPr>
          <p:spPr>
            <a:xfrm>
              <a:off x="799850" y="2837000"/>
              <a:ext cx="12500" cy="14400"/>
            </a:xfrm>
            <a:custGeom>
              <a:avLst/>
              <a:gdLst/>
              <a:ahLst/>
              <a:cxnLst/>
              <a:rect l="l" t="t" r="r" b="b"/>
              <a:pathLst>
                <a:path w="500" h="576" extrusionOk="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4" name="Google Shape;1864;p37"/>
          <p:cNvSpPr txBox="1">
            <a:spLocks noGrp="1"/>
          </p:cNvSpPr>
          <p:nvPr>
            <p:ph type="title"/>
          </p:nvPr>
        </p:nvSpPr>
        <p:spPr>
          <a:xfrm>
            <a:off x="2135550" y="1412138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- Auburn, 1890 -</a:t>
            </a:r>
            <a:endParaRPr/>
          </a:p>
        </p:txBody>
      </p:sp>
      <p:sp>
        <p:nvSpPr>
          <p:cNvPr id="1865" name="Google Shape;1865;p37"/>
          <p:cNvSpPr txBox="1">
            <a:spLocks noGrp="1"/>
          </p:cNvSpPr>
          <p:nvPr>
            <p:ph type="subTitle" idx="1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August: erste Hinrichtung mit Strom – mit einem Westinghouse-Generator</a:t>
            </a:r>
            <a:endParaRPr/>
          </a:p>
        </p:txBody>
      </p:sp>
      <p:grpSp>
        <p:nvGrpSpPr>
          <p:cNvPr id="1866" name="Google Shape;1866;p37"/>
          <p:cNvGrpSpPr/>
          <p:nvPr/>
        </p:nvGrpSpPr>
        <p:grpSpPr>
          <a:xfrm>
            <a:off x="2007250" y="2725500"/>
            <a:ext cx="5129400" cy="940200"/>
            <a:chOff x="2007250" y="2725500"/>
            <a:chExt cx="5129400" cy="940200"/>
          </a:xfrm>
        </p:grpSpPr>
        <p:cxnSp>
          <p:nvCxnSpPr>
            <p:cNvPr id="1867" name="Google Shape;1867;p37"/>
            <p:cNvCxnSpPr/>
            <p:nvPr/>
          </p:nvCxnSpPr>
          <p:spPr>
            <a:xfrm>
              <a:off x="2007250" y="2725500"/>
              <a:ext cx="512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8" name="Google Shape;1868;p37"/>
            <p:cNvCxnSpPr/>
            <p:nvPr/>
          </p:nvCxnSpPr>
          <p:spPr>
            <a:xfrm>
              <a:off x="2007250" y="3665700"/>
              <a:ext cx="512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900" fill="hold"/>
                                        <p:tgtEl>
                                          <p:spTgt spid="18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900" fill="hold"/>
                                        <p:tgtEl>
                                          <p:spTgt spid="18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8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1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1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4" grpId="0" animBg="1"/>
      <p:bldP spid="186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0" name="Google Shape;3480;p50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Warum die Spannung entscheidet</a:t>
            </a:r>
            <a:endParaRPr/>
          </a:p>
        </p:txBody>
      </p:sp>
      <p:graphicFrame>
        <p:nvGraphicFramePr>
          <p:cNvPr id="3481" name="Google Shape;3481;p50"/>
          <p:cNvGraphicFramePr/>
          <p:nvPr/>
        </p:nvGraphicFramePr>
        <p:xfrm>
          <a:off x="720000" y="1335200"/>
          <a:ext cx="3000000" cy="2286000"/>
        </p:xfrm>
        <a:graphic>
          <a:graphicData uri="http://schemas.openxmlformats.org/drawingml/2006/table">
            <a:tbl>
              <a:tblPr>
                <a:noFill/>
                <a:tableStyleId>{13A605CF-E138-47C1-8A13-604126F4E997}</a:tableStyleId>
              </a:tblPr>
              <a:tblGrid>
                <a:gridCol w="199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/>
                      </a:r>
                      <a:endParaRPr sz="1700" b="1">
                        <a:solidFill>
                          <a:schemeClr val="dk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b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Gleichstrom (Edison)</a:t>
                      </a:r>
                      <a:endParaRPr sz="1700" b="1">
                        <a:solidFill>
                          <a:schemeClr val="dk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b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Wechselstrom (Westinghouse)</a:t>
                      </a:r>
                      <a:endParaRPr sz="1700" b="1">
                        <a:solidFill>
                          <a:schemeClr val="dk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b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Spannung</a:t>
                      </a:r>
                      <a:endParaRPr b="1"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rund 110 V, nicht transformierbar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Transformator: hoch im Netz, tief beim Kunden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Verlust (I² · R)</a:t>
                      </a:r>
                      <a:endParaRPr b="1"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hoch: viel Strom, dicke Kupferleitungen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10 × Spannung = 1/100 Verlust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Reichweite</a:t>
                      </a:r>
                      <a:endParaRPr b="1"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ein Stadtquartier (1882: 0,65 km²) [1]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Niagara–Buffalo 1896: über 30 km [3]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Schwachpunkt</a:t>
                      </a:r>
                      <a:endParaRPr b="1"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viele kleine Kraftwerke, viel Kupfer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Hochspannung gefährlich; Motor erst 1888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p44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Firmen und Investoren statt Genies</a:t>
            </a:r>
            <a:endParaRPr/>
          </a:p>
        </p:txBody>
      </p:sp>
      <p:sp>
        <p:nvSpPr>
          <p:cNvPr id="2430" name="Google Shape;2430;p44"/>
          <p:cNvSpPr txBox="1">
            <a:spLocks noGrp="1"/>
          </p:cNvSpPr>
          <p:nvPr>
            <p:ph type="subTitle" idx="1"/>
          </p:nvPr>
        </p:nvSpPr>
        <p:spPr>
          <a:xfrm>
            <a:off x="2110300" y="1983750"/>
            <a:ext cx="19782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Erfinder-Unternehmer; verteidigt Gleichstrom</a:t>
            </a:r>
            <a:endParaRPr/>
          </a:p>
        </p:txBody>
      </p:sp>
      <p:sp>
        <p:nvSpPr>
          <p:cNvPr id="2431" name="Google Shape;2431;p44"/>
          <p:cNvSpPr txBox="1">
            <a:spLocks noGrp="1"/>
          </p:cNvSpPr>
          <p:nvPr>
            <p:ph type="subTitle" idx="2"/>
          </p:nvPr>
        </p:nvSpPr>
        <p:spPr>
          <a:xfrm>
            <a:off x="5055497" y="1983750"/>
            <a:ext cx="19782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Industrieller; ab 1886 Wechselstromnetze</a:t>
            </a:r>
            <a:endParaRPr/>
          </a:p>
        </p:txBody>
      </p:sp>
      <p:sp>
        <p:nvSpPr>
          <p:cNvPr id="2432" name="Google Shape;2432;p44"/>
          <p:cNvSpPr txBox="1">
            <a:spLocks noGrp="1"/>
          </p:cNvSpPr>
          <p:nvPr>
            <p:ph type="subTitle" idx="3"/>
          </p:nvPr>
        </p:nvSpPr>
        <p:spPr>
          <a:xfrm>
            <a:off x="2110300" y="3424519"/>
            <a:ext cx="19782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Motorpatente 1888 für die Fabrik [4]</a:t>
            </a:r>
            <a:endParaRPr/>
          </a:p>
        </p:txBody>
      </p:sp>
      <p:sp>
        <p:nvSpPr>
          <p:cNvPr id="2433" name="Google Shape;2433;p44"/>
          <p:cNvSpPr txBox="1">
            <a:spLocks noGrp="1"/>
          </p:cNvSpPr>
          <p:nvPr>
            <p:ph type="subTitle" idx="4"/>
          </p:nvPr>
        </p:nvSpPr>
        <p:spPr>
          <a:xfrm>
            <a:off x="5055497" y="3424519"/>
            <a:ext cx="19782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Anti-Wechselstrom-Kampagne [5]</a:t>
            </a:r>
            <a:endParaRPr/>
          </a:p>
        </p:txBody>
      </p:sp>
      <p:sp>
        <p:nvSpPr>
          <p:cNvPr id="2434" name="Google Shape;2434;p44"/>
          <p:cNvSpPr txBox="1">
            <a:spLocks noGrp="1"/>
          </p:cNvSpPr>
          <p:nvPr>
            <p:ph type="subTitle" idx="5"/>
          </p:nvPr>
        </p:nvSpPr>
        <p:spPr>
          <a:xfrm>
            <a:off x="2110300" y="1616550"/>
            <a:ext cx="1978200" cy="4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Thomas A. Edison</a:t>
            </a:r>
            <a:endParaRPr/>
          </a:p>
        </p:txBody>
      </p:sp>
      <p:sp>
        <p:nvSpPr>
          <p:cNvPr id="2435" name="Google Shape;2435;p44"/>
          <p:cNvSpPr txBox="1">
            <a:spLocks noGrp="1"/>
          </p:cNvSpPr>
          <p:nvPr>
            <p:ph type="subTitle" idx="6"/>
          </p:nvPr>
        </p:nvSpPr>
        <p:spPr>
          <a:xfrm>
            <a:off x="2110300" y="3057405"/>
            <a:ext cx="1978200" cy="4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Nikola Tesla</a:t>
            </a:r>
            <a:endParaRPr/>
          </a:p>
        </p:txBody>
      </p:sp>
      <p:sp>
        <p:nvSpPr>
          <p:cNvPr id="2436" name="Google Shape;2436;p44"/>
          <p:cNvSpPr txBox="1">
            <a:spLocks noGrp="1"/>
          </p:cNvSpPr>
          <p:nvPr>
            <p:ph type="subTitle" idx="7"/>
          </p:nvPr>
        </p:nvSpPr>
        <p:spPr>
          <a:xfrm>
            <a:off x="5055493" y="1616550"/>
            <a:ext cx="1978200" cy="4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G. Westinghouse</a:t>
            </a:r>
            <a:endParaRPr/>
          </a:p>
        </p:txBody>
      </p:sp>
      <p:sp>
        <p:nvSpPr>
          <p:cNvPr id="2437" name="Google Shape;2437;p44"/>
          <p:cNvSpPr txBox="1">
            <a:spLocks noGrp="1"/>
          </p:cNvSpPr>
          <p:nvPr>
            <p:ph type="subTitle" idx="8"/>
          </p:nvPr>
        </p:nvSpPr>
        <p:spPr>
          <a:xfrm>
            <a:off x="5055493" y="3057405"/>
            <a:ext cx="1978200" cy="4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Harold P. Brown</a:t>
            </a:r>
            <a:endParaRPr/>
          </a:p>
        </p:txBody>
      </p:sp>
      <p:grpSp>
        <p:nvGrpSpPr>
          <p:cNvPr id="2438" name="Google Shape;2438;p44"/>
          <p:cNvGrpSpPr/>
          <p:nvPr/>
        </p:nvGrpSpPr>
        <p:grpSpPr>
          <a:xfrm>
            <a:off x="1213327" y="1703913"/>
            <a:ext cx="744564" cy="624959"/>
            <a:chOff x="2361225" y="3521900"/>
            <a:chExt cx="4421400" cy="589250"/>
          </a:xfrm>
        </p:grpSpPr>
        <p:cxnSp>
          <p:nvCxnSpPr>
            <p:cNvPr id="2439" name="Google Shape;2439;p44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0" name="Google Shape;2440;p44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41" name="Google Shape;2441;p44"/>
          <p:cNvGrpSpPr/>
          <p:nvPr/>
        </p:nvGrpSpPr>
        <p:grpSpPr>
          <a:xfrm>
            <a:off x="1213327" y="3144763"/>
            <a:ext cx="744564" cy="624959"/>
            <a:chOff x="2361225" y="3521900"/>
            <a:chExt cx="4421400" cy="589250"/>
          </a:xfrm>
        </p:grpSpPr>
        <p:cxnSp>
          <p:nvCxnSpPr>
            <p:cNvPr id="2442" name="Google Shape;2442;p44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3" name="Google Shape;2443;p44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44" name="Google Shape;2444;p44"/>
          <p:cNvGrpSpPr/>
          <p:nvPr/>
        </p:nvGrpSpPr>
        <p:grpSpPr>
          <a:xfrm>
            <a:off x="7186102" y="1703913"/>
            <a:ext cx="744564" cy="624959"/>
            <a:chOff x="2361225" y="3521900"/>
            <a:chExt cx="4421400" cy="589250"/>
          </a:xfrm>
        </p:grpSpPr>
        <p:cxnSp>
          <p:nvCxnSpPr>
            <p:cNvPr id="2445" name="Google Shape;2445;p44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6" name="Google Shape;2446;p44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47" name="Google Shape;2447;p44"/>
          <p:cNvGrpSpPr/>
          <p:nvPr/>
        </p:nvGrpSpPr>
        <p:grpSpPr>
          <a:xfrm>
            <a:off x="7186102" y="3144763"/>
            <a:ext cx="744564" cy="624959"/>
            <a:chOff x="2361225" y="3521900"/>
            <a:chExt cx="4421400" cy="589250"/>
          </a:xfrm>
        </p:grpSpPr>
        <p:cxnSp>
          <p:nvCxnSpPr>
            <p:cNvPr id="2448" name="Google Shape;2448;p44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9" name="Google Shape;2449;p44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50" name="Google Shape;2450;p44"/>
          <p:cNvGrpSpPr/>
          <p:nvPr/>
        </p:nvGrpSpPr>
        <p:grpSpPr>
          <a:xfrm>
            <a:off x="1409496" y="1842125"/>
            <a:ext cx="352230" cy="348542"/>
            <a:chOff x="1049375" y="2318350"/>
            <a:chExt cx="298525" cy="295400"/>
          </a:xfrm>
        </p:grpSpPr>
        <p:sp>
          <p:nvSpPr>
            <p:cNvPr id="2451" name="Google Shape;2451;p44"/>
            <p:cNvSpPr/>
            <p:nvPr/>
          </p:nvSpPr>
          <p:spPr>
            <a:xfrm>
              <a:off x="1101350" y="2492325"/>
              <a:ext cx="70125" cy="50525"/>
            </a:xfrm>
            <a:custGeom>
              <a:avLst/>
              <a:gdLst/>
              <a:ahLst/>
              <a:cxnLst/>
              <a:rect l="l" t="t" r="r" b="b"/>
              <a:pathLst>
                <a:path w="2805" h="2021" extrusionOk="0">
                  <a:moveTo>
                    <a:pt x="2473" y="0"/>
                  </a:moveTo>
                  <a:cubicBezTo>
                    <a:pt x="2377" y="0"/>
                    <a:pt x="2273" y="32"/>
                    <a:pt x="2206" y="99"/>
                  </a:cubicBezTo>
                  <a:lnTo>
                    <a:pt x="1072" y="1233"/>
                  </a:lnTo>
                  <a:lnTo>
                    <a:pt x="599" y="761"/>
                  </a:lnTo>
                  <a:cubicBezTo>
                    <a:pt x="536" y="713"/>
                    <a:pt x="449" y="690"/>
                    <a:pt x="363" y="690"/>
                  </a:cubicBezTo>
                  <a:cubicBezTo>
                    <a:pt x="276" y="690"/>
                    <a:pt x="189" y="713"/>
                    <a:pt x="126" y="761"/>
                  </a:cubicBezTo>
                  <a:cubicBezTo>
                    <a:pt x="0" y="887"/>
                    <a:pt x="0" y="1139"/>
                    <a:pt x="126" y="1233"/>
                  </a:cubicBezTo>
                  <a:lnTo>
                    <a:pt x="820" y="1958"/>
                  </a:lnTo>
                  <a:cubicBezTo>
                    <a:pt x="914" y="2021"/>
                    <a:pt x="977" y="2021"/>
                    <a:pt x="1072" y="2021"/>
                  </a:cubicBezTo>
                  <a:cubicBezTo>
                    <a:pt x="1135" y="2021"/>
                    <a:pt x="1261" y="1989"/>
                    <a:pt x="1292" y="1926"/>
                  </a:cubicBezTo>
                  <a:lnTo>
                    <a:pt x="2678" y="540"/>
                  </a:lnTo>
                  <a:cubicBezTo>
                    <a:pt x="2804" y="414"/>
                    <a:pt x="2804" y="162"/>
                    <a:pt x="2678" y="68"/>
                  </a:cubicBezTo>
                  <a:cubicBezTo>
                    <a:pt x="2634" y="24"/>
                    <a:pt x="2557" y="0"/>
                    <a:pt x="24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44"/>
            <p:cNvSpPr/>
            <p:nvPr/>
          </p:nvSpPr>
          <p:spPr>
            <a:xfrm>
              <a:off x="1101350" y="2440525"/>
              <a:ext cx="70125" cy="51150"/>
            </a:xfrm>
            <a:custGeom>
              <a:avLst/>
              <a:gdLst/>
              <a:ahLst/>
              <a:cxnLst/>
              <a:rect l="l" t="t" r="r" b="b"/>
              <a:pathLst>
                <a:path w="2805" h="2046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38"/>
                    <a:pt x="449" y="714"/>
                    <a:pt x="363" y="714"/>
                  </a:cubicBezTo>
                  <a:cubicBezTo>
                    <a:pt x="276" y="714"/>
                    <a:pt x="189" y="738"/>
                    <a:pt x="126" y="785"/>
                  </a:cubicBezTo>
                  <a:cubicBezTo>
                    <a:pt x="0" y="911"/>
                    <a:pt x="0" y="1163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4"/>
                    <a:pt x="1292" y="1951"/>
                  </a:cubicBezTo>
                  <a:lnTo>
                    <a:pt x="2678" y="564"/>
                  </a:lnTo>
                  <a:cubicBezTo>
                    <a:pt x="2804" y="438"/>
                    <a:pt x="2804" y="186"/>
                    <a:pt x="2678" y="92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44"/>
            <p:cNvSpPr/>
            <p:nvPr/>
          </p:nvSpPr>
          <p:spPr>
            <a:xfrm>
              <a:off x="1101350" y="2388550"/>
              <a:ext cx="70125" cy="51125"/>
            </a:xfrm>
            <a:custGeom>
              <a:avLst/>
              <a:gdLst/>
              <a:ahLst/>
              <a:cxnLst/>
              <a:rect l="l" t="t" r="r" b="b"/>
              <a:pathLst>
                <a:path w="2805" h="2045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22"/>
                    <a:pt x="449" y="690"/>
                    <a:pt x="363" y="690"/>
                  </a:cubicBezTo>
                  <a:cubicBezTo>
                    <a:pt x="276" y="690"/>
                    <a:pt x="189" y="722"/>
                    <a:pt x="126" y="785"/>
                  </a:cubicBezTo>
                  <a:cubicBezTo>
                    <a:pt x="0" y="911"/>
                    <a:pt x="0" y="1131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3"/>
                    <a:pt x="1292" y="1919"/>
                  </a:cubicBezTo>
                  <a:lnTo>
                    <a:pt x="2678" y="532"/>
                  </a:lnTo>
                  <a:cubicBezTo>
                    <a:pt x="2804" y="438"/>
                    <a:pt x="2804" y="186"/>
                    <a:pt x="2678" y="91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44"/>
            <p:cNvSpPr/>
            <p:nvPr/>
          </p:nvSpPr>
          <p:spPr>
            <a:xfrm>
              <a:off x="1049375" y="2318350"/>
              <a:ext cx="298525" cy="295400"/>
            </a:xfrm>
            <a:custGeom>
              <a:avLst/>
              <a:gdLst/>
              <a:ahLst/>
              <a:cxnLst/>
              <a:rect l="l" t="t" r="r" b="b"/>
              <a:pathLst>
                <a:path w="11941" h="11816" extrusionOk="0">
                  <a:moveTo>
                    <a:pt x="6963" y="1198"/>
                  </a:moveTo>
                  <a:lnTo>
                    <a:pt x="7876" y="2143"/>
                  </a:lnTo>
                  <a:lnTo>
                    <a:pt x="6963" y="2143"/>
                  </a:lnTo>
                  <a:lnTo>
                    <a:pt x="6963" y="1198"/>
                  </a:lnTo>
                  <a:close/>
                  <a:moveTo>
                    <a:pt x="10286" y="3498"/>
                  </a:moveTo>
                  <a:cubicBezTo>
                    <a:pt x="10373" y="3498"/>
                    <a:pt x="10460" y="3530"/>
                    <a:pt x="10523" y="3593"/>
                  </a:cubicBezTo>
                  <a:lnTo>
                    <a:pt x="10995" y="4065"/>
                  </a:lnTo>
                  <a:cubicBezTo>
                    <a:pt x="11184" y="4223"/>
                    <a:pt x="11184" y="4475"/>
                    <a:pt x="11027" y="4569"/>
                  </a:cubicBezTo>
                  <a:lnTo>
                    <a:pt x="10806" y="4821"/>
                  </a:lnTo>
                  <a:lnTo>
                    <a:pt x="9798" y="3845"/>
                  </a:lnTo>
                  <a:lnTo>
                    <a:pt x="10050" y="3593"/>
                  </a:lnTo>
                  <a:cubicBezTo>
                    <a:pt x="10113" y="3530"/>
                    <a:pt x="10200" y="3498"/>
                    <a:pt x="10286" y="3498"/>
                  </a:cubicBezTo>
                  <a:close/>
                  <a:moveTo>
                    <a:pt x="9294" y="4349"/>
                  </a:moveTo>
                  <a:lnTo>
                    <a:pt x="10271" y="5325"/>
                  </a:lnTo>
                  <a:lnTo>
                    <a:pt x="7845" y="7783"/>
                  </a:lnTo>
                  <a:lnTo>
                    <a:pt x="6868" y="6774"/>
                  </a:lnTo>
                  <a:lnTo>
                    <a:pt x="9294" y="4349"/>
                  </a:lnTo>
                  <a:close/>
                  <a:moveTo>
                    <a:pt x="6585" y="7499"/>
                  </a:moveTo>
                  <a:lnTo>
                    <a:pt x="7183" y="8098"/>
                  </a:lnTo>
                  <a:lnTo>
                    <a:pt x="6427" y="8255"/>
                  </a:lnTo>
                  <a:lnTo>
                    <a:pt x="6585" y="7499"/>
                  </a:lnTo>
                  <a:close/>
                  <a:moveTo>
                    <a:pt x="6994" y="10398"/>
                  </a:moveTo>
                  <a:lnTo>
                    <a:pt x="6994" y="10776"/>
                  </a:lnTo>
                  <a:cubicBezTo>
                    <a:pt x="6994" y="10870"/>
                    <a:pt x="7057" y="10996"/>
                    <a:pt x="7089" y="11122"/>
                  </a:cubicBezTo>
                  <a:lnTo>
                    <a:pt x="1071" y="11122"/>
                  </a:lnTo>
                  <a:cubicBezTo>
                    <a:pt x="882" y="11122"/>
                    <a:pt x="693" y="10965"/>
                    <a:pt x="693" y="10776"/>
                  </a:cubicBezTo>
                  <a:lnTo>
                    <a:pt x="693" y="10398"/>
                  </a:lnTo>
                  <a:close/>
                  <a:moveTo>
                    <a:pt x="6270" y="663"/>
                  </a:moveTo>
                  <a:lnTo>
                    <a:pt x="6270" y="2458"/>
                  </a:lnTo>
                  <a:cubicBezTo>
                    <a:pt x="6270" y="2647"/>
                    <a:pt x="6427" y="2805"/>
                    <a:pt x="6616" y="2805"/>
                  </a:cubicBezTo>
                  <a:lnTo>
                    <a:pt x="8349" y="2805"/>
                  </a:lnTo>
                  <a:lnTo>
                    <a:pt x="8349" y="4286"/>
                  </a:lnTo>
                  <a:lnTo>
                    <a:pt x="6112" y="6554"/>
                  </a:lnTo>
                  <a:cubicBezTo>
                    <a:pt x="6081" y="6585"/>
                    <a:pt x="6018" y="6680"/>
                    <a:pt x="6018" y="6711"/>
                  </a:cubicBezTo>
                  <a:lnTo>
                    <a:pt x="5608" y="8633"/>
                  </a:lnTo>
                  <a:cubicBezTo>
                    <a:pt x="5545" y="8759"/>
                    <a:pt x="5608" y="8885"/>
                    <a:pt x="5671" y="8948"/>
                  </a:cubicBezTo>
                  <a:cubicBezTo>
                    <a:pt x="5742" y="9019"/>
                    <a:pt x="5813" y="9055"/>
                    <a:pt x="5897" y="9055"/>
                  </a:cubicBezTo>
                  <a:cubicBezTo>
                    <a:pt x="5925" y="9055"/>
                    <a:pt x="5955" y="9051"/>
                    <a:pt x="5986" y="9043"/>
                  </a:cubicBezTo>
                  <a:lnTo>
                    <a:pt x="7908" y="8602"/>
                  </a:lnTo>
                  <a:cubicBezTo>
                    <a:pt x="8002" y="8602"/>
                    <a:pt x="8034" y="8570"/>
                    <a:pt x="8065" y="8507"/>
                  </a:cubicBezTo>
                  <a:lnTo>
                    <a:pt x="8349" y="8255"/>
                  </a:lnTo>
                  <a:lnTo>
                    <a:pt x="8349" y="10807"/>
                  </a:lnTo>
                  <a:lnTo>
                    <a:pt x="8380" y="10807"/>
                  </a:lnTo>
                  <a:cubicBezTo>
                    <a:pt x="8380" y="10996"/>
                    <a:pt x="8223" y="11154"/>
                    <a:pt x="8034" y="11154"/>
                  </a:cubicBezTo>
                  <a:cubicBezTo>
                    <a:pt x="7845" y="11154"/>
                    <a:pt x="7687" y="10996"/>
                    <a:pt x="7687" y="10807"/>
                  </a:cubicBezTo>
                  <a:lnTo>
                    <a:pt x="7687" y="10083"/>
                  </a:lnTo>
                  <a:cubicBezTo>
                    <a:pt x="7687" y="9893"/>
                    <a:pt x="7530" y="9736"/>
                    <a:pt x="7309" y="9736"/>
                  </a:cubicBezTo>
                  <a:lnTo>
                    <a:pt x="1386" y="9736"/>
                  </a:lnTo>
                  <a:lnTo>
                    <a:pt x="1386" y="663"/>
                  </a:lnTo>
                  <a:close/>
                  <a:moveTo>
                    <a:pt x="1071" y="1"/>
                  </a:moveTo>
                  <a:cubicBezTo>
                    <a:pt x="882" y="1"/>
                    <a:pt x="693" y="158"/>
                    <a:pt x="693" y="379"/>
                  </a:cubicBezTo>
                  <a:lnTo>
                    <a:pt x="693" y="9736"/>
                  </a:lnTo>
                  <a:lnTo>
                    <a:pt x="347" y="9736"/>
                  </a:lnTo>
                  <a:cubicBezTo>
                    <a:pt x="158" y="9736"/>
                    <a:pt x="0" y="9893"/>
                    <a:pt x="0" y="10083"/>
                  </a:cubicBezTo>
                  <a:lnTo>
                    <a:pt x="0" y="10807"/>
                  </a:lnTo>
                  <a:cubicBezTo>
                    <a:pt x="0" y="11406"/>
                    <a:pt x="473" y="11815"/>
                    <a:pt x="1008" y="11815"/>
                  </a:cubicBezTo>
                  <a:lnTo>
                    <a:pt x="8002" y="11815"/>
                  </a:lnTo>
                  <a:cubicBezTo>
                    <a:pt x="8569" y="11815"/>
                    <a:pt x="9011" y="11343"/>
                    <a:pt x="9011" y="10807"/>
                  </a:cubicBezTo>
                  <a:lnTo>
                    <a:pt x="9011" y="7562"/>
                  </a:lnTo>
                  <a:lnTo>
                    <a:pt x="11499" y="5105"/>
                  </a:lnTo>
                  <a:cubicBezTo>
                    <a:pt x="11940" y="4664"/>
                    <a:pt x="11940" y="4034"/>
                    <a:pt x="11531" y="3593"/>
                  </a:cubicBezTo>
                  <a:lnTo>
                    <a:pt x="11058" y="3120"/>
                  </a:lnTo>
                  <a:cubicBezTo>
                    <a:pt x="10869" y="2931"/>
                    <a:pt x="10609" y="2836"/>
                    <a:pt x="10346" y="2836"/>
                  </a:cubicBezTo>
                  <a:cubicBezTo>
                    <a:pt x="10082" y="2836"/>
                    <a:pt x="9814" y="2931"/>
                    <a:pt x="9609" y="3120"/>
                  </a:cubicBezTo>
                  <a:lnTo>
                    <a:pt x="9105" y="3624"/>
                  </a:lnTo>
                  <a:lnTo>
                    <a:pt x="9105" y="2490"/>
                  </a:lnTo>
                  <a:cubicBezTo>
                    <a:pt x="9105" y="2427"/>
                    <a:pt x="9074" y="2332"/>
                    <a:pt x="8979" y="2269"/>
                  </a:cubicBezTo>
                  <a:lnTo>
                    <a:pt x="6900" y="127"/>
                  </a:lnTo>
                  <a:cubicBezTo>
                    <a:pt x="6805" y="64"/>
                    <a:pt x="6742" y="1"/>
                    <a:pt x="66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5" name="Google Shape;2455;p44"/>
          <p:cNvGrpSpPr/>
          <p:nvPr/>
        </p:nvGrpSpPr>
        <p:grpSpPr>
          <a:xfrm>
            <a:off x="7383207" y="1842286"/>
            <a:ext cx="350371" cy="348247"/>
            <a:chOff x="5045775" y="1946400"/>
            <a:chExt cx="296950" cy="295150"/>
          </a:xfrm>
        </p:grpSpPr>
        <p:sp>
          <p:nvSpPr>
            <p:cNvPr id="2456" name="Google Shape;2456;p44"/>
            <p:cNvSpPr/>
            <p:nvPr/>
          </p:nvSpPr>
          <p:spPr>
            <a:xfrm>
              <a:off x="5113500" y="1998600"/>
              <a:ext cx="160700" cy="155950"/>
            </a:xfrm>
            <a:custGeom>
              <a:avLst/>
              <a:gdLst/>
              <a:ahLst/>
              <a:cxnLst/>
              <a:rect l="l" t="t" r="r" b="b"/>
              <a:pathLst>
                <a:path w="6428" h="6238" extrusionOk="0">
                  <a:moveTo>
                    <a:pt x="3309" y="2079"/>
                  </a:moveTo>
                  <a:cubicBezTo>
                    <a:pt x="3718" y="2079"/>
                    <a:pt x="4033" y="2394"/>
                    <a:pt x="4033" y="2804"/>
                  </a:cubicBezTo>
                  <a:cubicBezTo>
                    <a:pt x="4033" y="3182"/>
                    <a:pt x="3718" y="3497"/>
                    <a:pt x="3309" y="3497"/>
                  </a:cubicBezTo>
                  <a:cubicBezTo>
                    <a:pt x="2931" y="3497"/>
                    <a:pt x="2616" y="3150"/>
                    <a:pt x="2616" y="2804"/>
                  </a:cubicBezTo>
                  <a:cubicBezTo>
                    <a:pt x="2616" y="2394"/>
                    <a:pt x="2931" y="2079"/>
                    <a:pt x="3309" y="2079"/>
                  </a:cubicBezTo>
                  <a:close/>
                  <a:moveTo>
                    <a:pt x="3403" y="662"/>
                  </a:moveTo>
                  <a:cubicBezTo>
                    <a:pt x="4726" y="662"/>
                    <a:pt x="5798" y="1764"/>
                    <a:pt x="5798" y="3119"/>
                  </a:cubicBezTo>
                  <a:cubicBezTo>
                    <a:pt x="5703" y="3655"/>
                    <a:pt x="5546" y="4222"/>
                    <a:pt x="5199" y="4663"/>
                  </a:cubicBezTo>
                  <a:cubicBezTo>
                    <a:pt x="5010" y="4253"/>
                    <a:pt x="4726" y="3938"/>
                    <a:pt x="4348" y="3686"/>
                  </a:cubicBezTo>
                  <a:cubicBezTo>
                    <a:pt x="4569" y="3466"/>
                    <a:pt x="4726" y="3119"/>
                    <a:pt x="4726" y="2741"/>
                  </a:cubicBezTo>
                  <a:cubicBezTo>
                    <a:pt x="4726" y="2016"/>
                    <a:pt x="4096" y="1386"/>
                    <a:pt x="3340" y="1386"/>
                  </a:cubicBezTo>
                  <a:cubicBezTo>
                    <a:pt x="2616" y="1386"/>
                    <a:pt x="1986" y="2016"/>
                    <a:pt x="1986" y="2741"/>
                  </a:cubicBezTo>
                  <a:cubicBezTo>
                    <a:pt x="1986" y="3119"/>
                    <a:pt x="2143" y="3466"/>
                    <a:pt x="2364" y="3686"/>
                  </a:cubicBezTo>
                  <a:cubicBezTo>
                    <a:pt x="1986" y="3907"/>
                    <a:pt x="1702" y="4253"/>
                    <a:pt x="1513" y="4663"/>
                  </a:cubicBezTo>
                  <a:cubicBezTo>
                    <a:pt x="1072" y="4096"/>
                    <a:pt x="883" y="3434"/>
                    <a:pt x="977" y="2772"/>
                  </a:cubicBezTo>
                  <a:cubicBezTo>
                    <a:pt x="1135" y="1670"/>
                    <a:pt x="2143" y="662"/>
                    <a:pt x="3403" y="662"/>
                  </a:cubicBezTo>
                  <a:close/>
                  <a:moveTo>
                    <a:pt x="3309" y="4190"/>
                  </a:moveTo>
                  <a:cubicBezTo>
                    <a:pt x="3939" y="4190"/>
                    <a:pt x="4443" y="4600"/>
                    <a:pt x="4663" y="5167"/>
                  </a:cubicBezTo>
                  <a:cubicBezTo>
                    <a:pt x="4254" y="5450"/>
                    <a:pt x="3781" y="5545"/>
                    <a:pt x="3309" y="5545"/>
                  </a:cubicBezTo>
                  <a:cubicBezTo>
                    <a:pt x="2836" y="5545"/>
                    <a:pt x="2364" y="5387"/>
                    <a:pt x="1986" y="5167"/>
                  </a:cubicBezTo>
                  <a:cubicBezTo>
                    <a:pt x="2143" y="4568"/>
                    <a:pt x="2679" y="4190"/>
                    <a:pt x="3309" y="4190"/>
                  </a:cubicBezTo>
                  <a:close/>
                  <a:moveTo>
                    <a:pt x="3309" y="0"/>
                  </a:moveTo>
                  <a:cubicBezTo>
                    <a:pt x="1733" y="0"/>
                    <a:pt x="410" y="1229"/>
                    <a:pt x="253" y="2678"/>
                  </a:cubicBezTo>
                  <a:cubicBezTo>
                    <a:pt x="1" y="4600"/>
                    <a:pt x="1450" y="6238"/>
                    <a:pt x="3309" y="6238"/>
                  </a:cubicBezTo>
                  <a:cubicBezTo>
                    <a:pt x="5042" y="6238"/>
                    <a:pt x="6428" y="4820"/>
                    <a:pt x="6428" y="3119"/>
                  </a:cubicBezTo>
                  <a:cubicBezTo>
                    <a:pt x="6428" y="1418"/>
                    <a:pt x="5042" y="0"/>
                    <a:pt x="3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44"/>
            <p:cNvSpPr/>
            <p:nvPr/>
          </p:nvSpPr>
          <p:spPr>
            <a:xfrm>
              <a:off x="5045775" y="1946400"/>
              <a:ext cx="296950" cy="295150"/>
            </a:xfrm>
            <a:custGeom>
              <a:avLst/>
              <a:gdLst/>
              <a:ahLst/>
              <a:cxnLst/>
              <a:rect l="l" t="t" r="r" b="b"/>
              <a:pathLst>
                <a:path w="11878" h="11806" extrusionOk="0">
                  <a:moveTo>
                    <a:pt x="6018" y="765"/>
                  </a:moveTo>
                  <a:lnTo>
                    <a:pt x="6868" y="1426"/>
                  </a:lnTo>
                  <a:cubicBezTo>
                    <a:pt x="6963" y="1458"/>
                    <a:pt x="7026" y="1489"/>
                    <a:pt x="7152" y="1489"/>
                  </a:cubicBezTo>
                  <a:lnTo>
                    <a:pt x="8223" y="1332"/>
                  </a:lnTo>
                  <a:lnTo>
                    <a:pt x="8664" y="2372"/>
                  </a:lnTo>
                  <a:cubicBezTo>
                    <a:pt x="8696" y="2435"/>
                    <a:pt x="8790" y="2529"/>
                    <a:pt x="8853" y="2561"/>
                  </a:cubicBezTo>
                  <a:lnTo>
                    <a:pt x="9893" y="2970"/>
                  </a:lnTo>
                  <a:lnTo>
                    <a:pt x="9735" y="4073"/>
                  </a:lnTo>
                  <a:cubicBezTo>
                    <a:pt x="9735" y="4136"/>
                    <a:pt x="9735" y="4262"/>
                    <a:pt x="9798" y="4325"/>
                  </a:cubicBezTo>
                  <a:lnTo>
                    <a:pt x="10460" y="5207"/>
                  </a:lnTo>
                  <a:lnTo>
                    <a:pt x="9798" y="6058"/>
                  </a:lnTo>
                  <a:cubicBezTo>
                    <a:pt x="9767" y="6152"/>
                    <a:pt x="9735" y="6215"/>
                    <a:pt x="9735" y="6341"/>
                  </a:cubicBezTo>
                  <a:lnTo>
                    <a:pt x="9893" y="7444"/>
                  </a:lnTo>
                  <a:lnTo>
                    <a:pt x="8853" y="7853"/>
                  </a:lnTo>
                  <a:cubicBezTo>
                    <a:pt x="8790" y="7885"/>
                    <a:pt x="8696" y="7948"/>
                    <a:pt x="8664" y="8042"/>
                  </a:cubicBezTo>
                  <a:lnTo>
                    <a:pt x="8255" y="9051"/>
                  </a:lnTo>
                  <a:lnTo>
                    <a:pt x="7120" y="8893"/>
                  </a:lnTo>
                  <a:cubicBezTo>
                    <a:pt x="7057" y="8893"/>
                    <a:pt x="6931" y="8893"/>
                    <a:pt x="6837" y="8988"/>
                  </a:cubicBezTo>
                  <a:lnTo>
                    <a:pt x="5986" y="9649"/>
                  </a:lnTo>
                  <a:lnTo>
                    <a:pt x="5104" y="8988"/>
                  </a:lnTo>
                  <a:cubicBezTo>
                    <a:pt x="5041" y="8925"/>
                    <a:pt x="5010" y="8893"/>
                    <a:pt x="4915" y="8893"/>
                  </a:cubicBezTo>
                  <a:lnTo>
                    <a:pt x="4884" y="8893"/>
                  </a:lnTo>
                  <a:lnTo>
                    <a:pt x="3781" y="9051"/>
                  </a:lnTo>
                  <a:lnTo>
                    <a:pt x="3371" y="8042"/>
                  </a:lnTo>
                  <a:cubicBezTo>
                    <a:pt x="3340" y="7948"/>
                    <a:pt x="3277" y="7885"/>
                    <a:pt x="3182" y="7853"/>
                  </a:cubicBezTo>
                  <a:lnTo>
                    <a:pt x="2143" y="7444"/>
                  </a:lnTo>
                  <a:lnTo>
                    <a:pt x="2300" y="6341"/>
                  </a:lnTo>
                  <a:cubicBezTo>
                    <a:pt x="2300" y="6278"/>
                    <a:pt x="2300" y="6152"/>
                    <a:pt x="2237" y="6058"/>
                  </a:cubicBezTo>
                  <a:lnTo>
                    <a:pt x="1576" y="5207"/>
                  </a:lnTo>
                  <a:lnTo>
                    <a:pt x="2237" y="4325"/>
                  </a:lnTo>
                  <a:cubicBezTo>
                    <a:pt x="2269" y="4262"/>
                    <a:pt x="2300" y="4167"/>
                    <a:pt x="2300" y="4073"/>
                  </a:cubicBezTo>
                  <a:lnTo>
                    <a:pt x="2143" y="2970"/>
                  </a:lnTo>
                  <a:lnTo>
                    <a:pt x="3182" y="2561"/>
                  </a:lnTo>
                  <a:cubicBezTo>
                    <a:pt x="3277" y="2529"/>
                    <a:pt x="3340" y="2435"/>
                    <a:pt x="3371" y="2372"/>
                  </a:cubicBezTo>
                  <a:lnTo>
                    <a:pt x="3812" y="1332"/>
                  </a:lnTo>
                  <a:lnTo>
                    <a:pt x="4884" y="1489"/>
                  </a:lnTo>
                  <a:cubicBezTo>
                    <a:pt x="4947" y="1489"/>
                    <a:pt x="5073" y="1489"/>
                    <a:pt x="5167" y="1426"/>
                  </a:cubicBezTo>
                  <a:lnTo>
                    <a:pt x="6018" y="765"/>
                  </a:lnTo>
                  <a:close/>
                  <a:moveTo>
                    <a:pt x="2174" y="8168"/>
                  </a:moveTo>
                  <a:lnTo>
                    <a:pt x="2804" y="8420"/>
                  </a:lnTo>
                  <a:lnTo>
                    <a:pt x="3277" y="9586"/>
                  </a:lnTo>
                  <a:cubicBezTo>
                    <a:pt x="3308" y="9681"/>
                    <a:pt x="3434" y="9775"/>
                    <a:pt x="3529" y="9775"/>
                  </a:cubicBezTo>
                  <a:lnTo>
                    <a:pt x="2647" y="10720"/>
                  </a:lnTo>
                  <a:lnTo>
                    <a:pt x="2426" y="9649"/>
                  </a:lnTo>
                  <a:cubicBezTo>
                    <a:pt x="2395" y="9523"/>
                    <a:pt x="2332" y="9429"/>
                    <a:pt x="2174" y="9366"/>
                  </a:cubicBezTo>
                  <a:lnTo>
                    <a:pt x="1134" y="9177"/>
                  </a:lnTo>
                  <a:lnTo>
                    <a:pt x="2174" y="8168"/>
                  </a:lnTo>
                  <a:close/>
                  <a:moveTo>
                    <a:pt x="9861" y="8105"/>
                  </a:moveTo>
                  <a:lnTo>
                    <a:pt x="10901" y="9145"/>
                  </a:lnTo>
                  <a:lnTo>
                    <a:pt x="9893" y="9366"/>
                  </a:lnTo>
                  <a:cubicBezTo>
                    <a:pt x="9767" y="9429"/>
                    <a:pt x="9641" y="9492"/>
                    <a:pt x="9609" y="9649"/>
                  </a:cubicBezTo>
                  <a:lnTo>
                    <a:pt x="9389" y="10720"/>
                  </a:lnTo>
                  <a:lnTo>
                    <a:pt x="8507" y="9712"/>
                  </a:lnTo>
                  <a:cubicBezTo>
                    <a:pt x="8601" y="9712"/>
                    <a:pt x="8727" y="9649"/>
                    <a:pt x="8759" y="9523"/>
                  </a:cubicBezTo>
                  <a:lnTo>
                    <a:pt x="9231" y="8389"/>
                  </a:lnTo>
                  <a:lnTo>
                    <a:pt x="9861" y="8105"/>
                  </a:lnTo>
                  <a:close/>
                  <a:moveTo>
                    <a:pt x="6002" y="1"/>
                  </a:moveTo>
                  <a:cubicBezTo>
                    <a:pt x="5923" y="1"/>
                    <a:pt x="5844" y="24"/>
                    <a:pt x="5797" y="72"/>
                  </a:cubicBezTo>
                  <a:lnTo>
                    <a:pt x="4852" y="828"/>
                  </a:lnTo>
                  <a:lnTo>
                    <a:pt x="3623" y="670"/>
                  </a:lnTo>
                  <a:cubicBezTo>
                    <a:pt x="3607" y="667"/>
                    <a:pt x="3590" y="665"/>
                    <a:pt x="3573" y="665"/>
                  </a:cubicBezTo>
                  <a:cubicBezTo>
                    <a:pt x="3434" y="665"/>
                    <a:pt x="3305" y="775"/>
                    <a:pt x="3277" y="859"/>
                  </a:cubicBezTo>
                  <a:lnTo>
                    <a:pt x="2804" y="2025"/>
                  </a:lnTo>
                  <a:lnTo>
                    <a:pt x="1639" y="2498"/>
                  </a:lnTo>
                  <a:cubicBezTo>
                    <a:pt x="1481" y="2561"/>
                    <a:pt x="1418" y="2687"/>
                    <a:pt x="1450" y="2844"/>
                  </a:cubicBezTo>
                  <a:lnTo>
                    <a:pt x="1607" y="4073"/>
                  </a:lnTo>
                  <a:lnTo>
                    <a:pt x="851" y="5018"/>
                  </a:lnTo>
                  <a:cubicBezTo>
                    <a:pt x="788" y="5112"/>
                    <a:pt x="788" y="5333"/>
                    <a:pt x="851" y="5428"/>
                  </a:cubicBezTo>
                  <a:lnTo>
                    <a:pt x="1607" y="6373"/>
                  </a:lnTo>
                  <a:lnTo>
                    <a:pt x="1450" y="7601"/>
                  </a:lnTo>
                  <a:cubicBezTo>
                    <a:pt x="1450" y="7696"/>
                    <a:pt x="1450" y="7759"/>
                    <a:pt x="1481" y="7853"/>
                  </a:cubicBezTo>
                  <a:lnTo>
                    <a:pt x="189" y="9145"/>
                  </a:lnTo>
                  <a:cubicBezTo>
                    <a:pt x="0" y="9334"/>
                    <a:pt x="126" y="9649"/>
                    <a:pt x="347" y="9744"/>
                  </a:cubicBezTo>
                  <a:lnTo>
                    <a:pt x="1765" y="10059"/>
                  </a:lnTo>
                  <a:lnTo>
                    <a:pt x="2080" y="11539"/>
                  </a:lnTo>
                  <a:cubicBezTo>
                    <a:pt x="2099" y="11714"/>
                    <a:pt x="2250" y="11805"/>
                    <a:pt x="2407" y="11805"/>
                  </a:cubicBezTo>
                  <a:cubicBezTo>
                    <a:pt x="2505" y="11805"/>
                    <a:pt x="2606" y="11770"/>
                    <a:pt x="2678" y="11697"/>
                  </a:cubicBezTo>
                  <a:cubicBezTo>
                    <a:pt x="4410" y="9858"/>
                    <a:pt x="4587" y="9665"/>
                    <a:pt x="4601" y="9649"/>
                  </a:cubicBezTo>
                  <a:lnTo>
                    <a:pt x="4601" y="9649"/>
                  </a:lnTo>
                  <a:lnTo>
                    <a:pt x="4789" y="9618"/>
                  </a:lnTo>
                  <a:lnTo>
                    <a:pt x="5734" y="10374"/>
                  </a:lnTo>
                  <a:cubicBezTo>
                    <a:pt x="5829" y="10405"/>
                    <a:pt x="5860" y="10437"/>
                    <a:pt x="5955" y="10437"/>
                  </a:cubicBezTo>
                  <a:cubicBezTo>
                    <a:pt x="6018" y="10437"/>
                    <a:pt x="6112" y="10405"/>
                    <a:pt x="6144" y="10374"/>
                  </a:cubicBezTo>
                  <a:lnTo>
                    <a:pt x="7089" y="9618"/>
                  </a:lnTo>
                  <a:lnTo>
                    <a:pt x="7278" y="9649"/>
                  </a:lnTo>
                  <a:lnTo>
                    <a:pt x="9200" y="11697"/>
                  </a:lnTo>
                  <a:cubicBezTo>
                    <a:pt x="9284" y="11770"/>
                    <a:pt x="9388" y="11805"/>
                    <a:pt x="9485" y="11805"/>
                  </a:cubicBezTo>
                  <a:cubicBezTo>
                    <a:pt x="9640" y="11805"/>
                    <a:pt x="9779" y="11714"/>
                    <a:pt x="9798" y="11539"/>
                  </a:cubicBezTo>
                  <a:lnTo>
                    <a:pt x="10113" y="10059"/>
                  </a:lnTo>
                  <a:lnTo>
                    <a:pt x="11531" y="9744"/>
                  </a:lnTo>
                  <a:cubicBezTo>
                    <a:pt x="11815" y="9681"/>
                    <a:pt x="11878" y="9334"/>
                    <a:pt x="11689" y="9145"/>
                  </a:cubicBezTo>
                  <a:lnTo>
                    <a:pt x="10523" y="7853"/>
                  </a:lnTo>
                  <a:cubicBezTo>
                    <a:pt x="10554" y="7759"/>
                    <a:pt x="10586" y="7696"/>
                    <a:pt x="10554" y="7601"/>
                  </a:cubicBezTo>
                  <a:lnTo>
                    <a:pt x="10397" y="6373"/>
                  </a:lnTo>
                  <a:lnTo>
                    <a:pt x="11153" y="5428"/>
                  </a:lnTo>
                  <a:cubicBezTo>
                    <a:pt x="11216" y="5333"/>
                    <a:pt x="11216" y="5112"/>
                    <a:pt x="11153" y="5018"/>
                  </a:cubicBezTo>
                  <a:lnTo>
                    <a:pt x="10397" y="4073"/>
                  </a:lnTo>
                  <a:lnTo>
                    <a:pt x="10554" y="2844"/>
                  </a:lnTo>
                  <a:cubicBezTo>
                    <a:pt x="10586" y="2687"/>
                    <a:pt x="10460" y="2529"/>
                    <a:pt x="10365" y="2498"/>
                  </a:cubicBezTo>
                  <a:lnTo>
                    <a:pt x="9200" y="2025"/>
                  </a:lnTo>
                  <a:lnTo>
                    <a:pt x="8727" y="859"/>
                  </a:lnTo>
                  <a:cubicBezTo>
                    <a:pt x="8675" y="728"/>
                    <a:pt x="8578" y="662"/>
                    <a:pt x="8457" y="662"/>
                  </a:cubicBezTo>
                  <a:cubicBezTo>
                    <a:pt x="8432" y="662"/>
                    <a:pt x="8407" y="665"/>
                    <a:pt x="8381" y="670"/>
                  </a:cubicBezTo>
                  <a:lnTo>
                    <a:pt x="7152" y="828"/>
                  </a:lnTo>
                  <a:lnTo>
                    <a:pt x="6207" y="72"/>
                  </a:lnTo>
                  <a:cubicBezTo>
                    <a:pt x="6160" y="24"/>
                    <a:pt x="6081" y="1"/>
                    <a:pt x="6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8" name="Google Shape;2458;p44"/>
          <p:cNvGrpSpPr/>
          <p:nvPr/>
        </p:nvGrpSpPr>
        <p:grpSpPr>
          <a:xfrm>
            <a:off x="7394344" y="3282533"/>
            <a:ext cx="328071" cy="349427"/>
            <a:chOff x="5421475" y="1945825"/>
            <a:chExt cx="278050" cy="296150"/>
          </a:xfrm>
        </p:grpSpPr>
        <p:sp>
          <p:nvSpPr>
            <p:cNvPr id="2459" name="Google Shape;2459;p44"/>
            <p:cNvSpPr/>
            <p:nvPr/>
          </p:nvSpPr>
          <p:spPr>
            <a:xfrm>
              <a:off x="5472650" y="1999375"/>
              <a:ext cx="172525" cy="242600"/>
            </a:xfrm>
            <a:custGeom>
              <a:avLst/>
              <a:gdLst/>
              <a:ahLst/>
              <a:cxnLst/>
              <a:rect l="l" t="t" r="r" b="b"/>
              <a:pathLst>
                <a:path w="6901" h="9704" extrusionOk="0">
                  <a:moveTo>
                    <a:pt x="1765" y="1355"/>
                  </a:moveTo>
                  <a:cubicBezTo>
                    <a:pt x="1986" y="1355"/>
                    <a:pt x="2143" y="1513"/>
                    <a:pt x="2143" y="1702"/>
                  </a:cubicBezTo>
                  <a:lnTo>
                    <a:pt x="2143" y="2048"/>
                  </a:lnTo>
                  <a:lnTo>
                    <a:pt x="1765" y="2048"/>
                  </a:lnTo>
                  <a:cubicBezTo>
                    <a:pt x="1671" y="2048"/>
                    <a:pt x="1545" y="2048"/>
                    <a:pt x="1419" y="2111"/>
                  </a:cubicBezTo>
                  <a:lnTo>
                    <a:pt x="1419" y="1702"/>
                  </a:lnTo>
                  <a:cubicBezTo>
                    <a:pt x="1419" y="1513"/>
                    <a:pt x="1576" y="1355"/>
                    <a:pt x="1765" y="1355"/>
                  </a:cubicBezTo>
                  <a:close/>
                  <a:moveTo>
                    <a:pt x="3151" y="631"/>
                  </a:moveTo>
                  <a:cubicBezTo>
                    <a:pt x="3341" y="631"/>
                    <a:pt x="3498" y="788"/>
                    <a:pt x="3498" y="1009"/>
                  </a:cubicBezTo>
                  <a:lnTo>
                    <a:pt x="3498" y="2111"/>
                  </a:lnTo>
                  <a:cubicBezTo>
                    <a:pt x="3404" y="2048"/>
                    <a:pt x="3277" y="2017"/>
                    <a:pt x="3151" y="2017"/>
                  </a:cubicBezTo>
                  <a:lnTo>
                    <a:pt x="2805" y="2017"/>
                  </a:lnTo>
                  <a:lnTo>
                    <a:pt x="2805" y="1009"/>
                  </a:lnTo>
                  <a:cubicBezTo>
                    <a:pt x="2805" y="788"/>
                    <a:pt x="2962" y="631"/>
                    <a:pt x="3151" y="631"/>
                  </a:cubicBezTo>
                  <a:close/>
                  <a:moveTo>
                    <a:pt x="4538" y="1355"/>
                  </a:moveTo>
                  <a:cubicBezTo>
                    <a:pt x="4727" y="1355"/>
                    <a:pt x="4884" y="1513"/>
                    <a:pt x="4884" y="1702"/>
                  </a:cubicBezTo>
                  <a:lnTo>
                    <a:pt x="4884" y="3088"/>
                  </a:lnTo>
                  <a:cubicBezTo>
                    <a:pt x="4884" y="3277"/>
                    <a:pt x="4727" y="3435"/>
                    <a:pt x="4538" y="3435"/>
                  </a:cubicBezTo>
                  <a:cubicBezTo>
                    <a:pt x="4349" y="3435"/>
                    <a:pt x="4191" y="3277"/>
                    <a:pt x="4191" y="3088"/>
                  </a:cubicBezTo>
                  <a:lnTo>
                    <a:pt x="4191" y="1702"/>
                  </a:lnTo>
                  <a:cubicBezTo>
                    <a:pt x="4191" y="1513"/>
                    <a:pt x="4349" y="1355"/>
                    <a:pt x="4538" y="1355"/>
                  </a:cubicBezTo>
                  <a:close/>
                  <a:moveTo>
                    <a:pt x="5924" y="2017"/>
                  </a:moveTo>
                  <a:cubicBezTo>
                    <a:pt x="6113" y="2017"/>
                    <a:pt x="6270" y="2174"/>
                    <a:pt x="6270" y="2363"/>
                  </a:cubicBezTo>
                  <a:lnTo>
                    <a:pt x="6270" y="3088"/>
                  </a:lnTo>
                  <a:cubicBezTo>
                    <a:pt x="6270" y="3277"/>
                    <a:pt x="6113" y="3435"/>
                    <a:pt x="5924" y="3435"/>
                  </a:cubicBezTo>
                  <a:cubicBezTo>
                    <a:pt x="5703" y="3435"/>
                    <a:pt x="5546" y="3277"/>
                    <a:pt x="5546" y="3088"/>
                  </a:cubicBezTo>
                  <a:lnTo>
                    <a:pt x="5546" y="2363"/>
                  </a:lnTo>
                  <a:cubicBezTo>
                    <a:pt x="5546" y="2174"/>
                    <a:pt x="5703" y="2017"/>
                    <a:pt x="5924" y="2017"/>
                  </a:cubicBezTo>
                  <a:close/>
                  <a:moveTo>
                    <a:pt x="3120" y="2741"/>
                  </a:moveTo>
                  <a:cubicBezTo>
                    <a:pt x="3309" y="2741"/>
                    <a:pt x="3467" y="2899"/>
                    <a:pt x="3467" y="3088"/>
                  </a:cubicBezTo>
                  <a:cubicBezTo>
                    <a:pt x="3467" y="3277"/>
                    <a:pt x="3309" y="3435"/>
                    <a:pt x="3120" y="3435"/>
                  </a:cubicBezTo>
                  <a:lnTo>
                    <a:pt x="1734" y="3435"/>
                  </a:lnTo>
                  <a:cubicBezTo>
                    <a:pt x="1545" y="3435"/>
                    <a:pt x="1387" y="3592"/>
                    <a:pt x="1387" y="3781"/>
                  </a:cubicBezTo>
                  <a:cubicBezTo>
                    <a:pt x="1387" y="4002"/>
                    <a:pt x="1545" y="4159"/>
                    <a:pt x="1734" y="4159"/>
                  </a:cubicBezTo>
                  <a:cubicBezTo>
                    <a:pt x="2679" y="4159"/>
                    <a:pt x="3467" y="4947"/>
                    <a:pt x="3467" y="5892"/>
                  </a:cubicBezTo>
                  <a:cubicBezTo>
                    <a:pt x="3467" y="6081"/>
                    <a:pt x="3624" y="6238"/>
                    <a:pt x="3845" y="6238"/>
                  </a:cubicBezTo>
                  <a:cubicBezTo>
                    <a:pt x="4034" y="6238"/>
                    <a:pt x="4191" y="6081"/>
                    <a:pt x="4191" y="5892"/>
                  </a:cubicBezTo>
                  <a:cubicBezTo>
                    <a:pt x="4191" y="5167"/>
                    <a:pt x="3876" y="4537"/>
                    <a:pt x="3435" y="4096"/>
                  </a:cubicBezTo>
                  <a:cubicBezTo>
                    <a:pt x="3593" y="4065"/>
                    <a:pt x="3750" y="4002"/>
                    <a:pt x="3876" y="3876"/>
                  </a:cubicBezTo>
                  <a:cubicBezTo>
                    <a:pt x="4065" y="4033"/>
                    <a:pt x="4317" y="4159"/>
                    <a:pt x="4569" y="4159"/>
                  </a:cubicBezTo>
                  <a:cubicBezTo>
                    <a:pt x="4853" y="4159"/>
                    <a:pt x="5073" y="4033"/>
                    <a:pt x="5294" y="3876"/>
                  </a:cubicBezTo>
                  <a:cubicBezTo>
                    <a:pt x="5483" y="4033"/>
                    <a:pt x="5703" y="4159"/>
                    <a:pt x="5987" y="4159"/>
                  </a:cubicBezTo>
                  <a:cubicBezTo>
                    <a:pt x="6113" y="4159"/>
                    <a:pt x="6239" y="4096"/>
                    <a:pt x="6333" y="4065"/>
                  </a:cubicBezTo>
                  <a:lnTo>
                    <a:pt x="6333" y="5167"/>
                  </a:lnTo>
                  <a:cubicBezTo>
                    <a:pt x="6333" y="5923"/>
                    <a:pt x="5861" y="6554"/>
                    <a:pt x="5199" y="6774"/>
                  </a:cubicBezTo>
                  <a:cubicBezTo>
                    <a:pt x="5042" y="6837"/>
                    <a:pt x="4979" y="6995"/>
                    <a:pt x="4979" y="7089"/>
                  </a:cubicBezTo>
                  <a:lnTo>
                    <a:pt x="4979" y="7562"/>
                  </a:lnTo>
                  <a:lnTo>
                    <a:pt x="2206" y="7562"/>
                  </a:lnTo>
                  <a:lnTo>
                    <a:pt x="2206" y="7089"/>
                  </a:lnTo>
                  <a:cubicBezTo>
                    <a:pt x="2206" y="6932"/>
                    <a:pt x="2143" y="6837"/>
                    <a:pt x="1986" y="6774"/>
                  </a:cubicBezTo>
                  <a:cubicBezTo>
                    <a:pt x="1261" y="6554"/>
                    <a:pt x="820" y="5892"/>
                    <a:pt x="820" y="5167"/>
                  </a:cubicBezTo>
                  <a:lnTo>
                    <a:pt x="820" y="3750"/>
                  </a:lnTo>
                  <a:lnTo>
                    <a:pt x="726" y="3750"/>
                  </a:lnTo>
                  <a:cubicBezTo>
                    <a:pt x="726" y="3151"/>
                    <a:pt x="1198" y="2741"/>
                    <a:pt x="1734" y="2741"/>
                  </a:cubicBezTo>
                  <a:close/>
                  <a:moveTo>
                    <a:pt x="5199" y="8286"/>
                  </a:moveTo>
                  <a:cubicBezTo>
                    <a:pt x="5388" y="8286"/>
                    <a:pt x="5546" y="8444"/>
                    <a:pt x="5546" y="8633"/>
                  </a:cubicBezTo>
                  <a:lnTo>
                    <a:pt x="5546" y="8979"/>
                  </a:lnTo>
                  <a:lnTo>
                    <a:pt x="1387" y="8979"/>
                  </a:lnTo>
                  <a:lnTo>
                    <a:pt x="1387" y="8633"/>
                  </a:lnTo>
                  <a:cubicBezTo>
                    <a:pt x="1387" y="8444"/>
                    <a:pt x="1545" y="8286"/>
                    <a:pt x="1734" y="8286"/>
                  </a:cubicBezTo>
                  <a:close/>
                  <a:moveTo>
                    <a:pt x="3120" y="1"/>
                  </a:moveTo>
                  <a:cubicBezTo>
                    <a:pt x="2647" y="1"/>
                    <a:pt x="2269" y="316"/>
                    <a:pt x="2143" y="757"/>
                  </a:cubicBezTo>
                  <a:cubicBezTo>
                    <a:pt x="2017" y="725"/>
                    <a:pt x="1891" y="694"/>
                    <a:pt x="1734" y="694"/>
                  </a:cubicBezTo>
                  <a:cubicBezTo>
                    <a:pt x="1167" y="694"/>
                    <a:pt x="726" y="1166"/>
                    <a:pt x="726" y="1702"/>
                  </a:cubicBezTo>
                  <a:lnTo>
                    <a:pt x="726" y="2426"/>
                  </a:lnTo>
                  <a:cubicBezTo>
                    <a:pt x="285" y="2678"/>
                    <a:pt x="1" y="3214"/>
                    <a:pt x="1" y="3750"/>
                  </a:cubicBezTo>
                  <a:lnTo>
                    <a:pt x="1" y="5136"/>
                  </a:lnTo>
                  <a:cubicBezTo>
                    <a:pt x="1" y="6081"/>
                    <a:pt x="568" y="6932"/>
                    <a:pt x="1387" y="7341"/>
                  </a:cubicBezTo>
                  <a:lnTo>
                    <a:pt x="1387" y="7656"/>
                  </a:lnTo>
                  <a:cubicBezTo>
                    <a:pt x="1009" y="7814"/>
                    <a:pt x="694" y="8160"/>
                    <a:pt x="694" y="8633"/>
                  </a:cubicBezTo>
                  <a:lnTo>
                    <a:pt x="694" y="9357"/>
                  </a:lnTo>
                  <a:cubicBezTo>
                    <a:pt x="694" y="9546"/>
                    <a:pt x="852" y="9704"/>
                    <a:pt x="1041" y="9704"/>
                  </a:cubicBezTo>
                  <a:lnTo>
                    <a:pt x="5892" y="9704"/>
                  </a:lnTo>
                  <a:cubicBezTo>
                    <a:pt x="6081" y="9704"/>
                    <a:pt x="6239" y="9546"/>
                    <a:pt x="6239" y="9357"/>
                  </a:cubicBezTo>
                  <a:lnTo>
                    <a:pt x="6239" y="8633"/>
                  </a:lnTo>
                  <a:cubicBezTo>
                    <a:pt x="6239" y="8192"/>
                    <a:pt x="5955" y="7814"/>
                    <a:pt x="5514" y="7656"/>
                  </a:cubicBezTo>
                  <a:lnTo>
                    <a:pt x="5514" y="7341"/>
                  </a:lnTo>
                  <a:cubicBezTo>
                    <a:pt x="6365" y="6932"/>
                    <a:pt x="6901" y="6081"/>
                    <a:pt x="6901" y="5136"/>
                  </a:cubicBezTo>
                  <a:lnTo>
                    <a:pt x="6901" y="2363"/>
                  </a:lnTo>
                  <a:cubicBezTo>
                    <a:pt x="6901" y="1796"/>
                    <a:pt x="6428" y="1355"/>
                    <a:pt x="5892" y="1355"/>
                  </a:cubicBezTo>
                  <a:cubicBezTo>
                    <a:pt x="5766" y="1355"/>
                    <a:pt x="5609" y="1387"/>
                    <a:pt x="5483" y="1418"/>
                  </a:cubicBezTo>
                  <a:cubicBezTo>
                    <a:pt x="5357" y="1009"/>
                    <a:pt x="4979" y="694"/>
                    <a:pt x="4506" y="694"/>
                  </a:cubicBezTo>
                  <a:cubicBezTo>
                    <a:pt x="4380" y="694"/>
                    <a:pt x="4223" y="725"/>
                    <a:pt x="4097" y="757"/>
                  </a:cubicBezTo>
                  <a:cubicBezTo>
                    <a:pt x="4002" y="316"/>
                    <a:pt x="3593" y="1"/>
                    <a:pt x="3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44"/>
            <p:cNvSpPr/>
            <p:nvPr/>
          </p:nvSpPr>
          <p:spPr>
            <a:xfrm>
              <a:off x="5559300" y="1945825"/>
              <a:ext cx="18150" cy="44125"/>
            </a:xfrm>
            <a:custGeom>
              <a:avLst/>
              <a:gdLst/>
              <a:ahLst/>
              <a:cxnLst/>
              <a:rect l="l" t="t" r="r" b="b"/>
              <a:pathLst>
                <a:path w="726" h="1765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418"/>
                  </a:lnTo>
                  <a:cubicBezTo>
                    <a:pt x="1" y="1607"/>
                    <a:pt x="158" y="1764"/>
                    <a:pt x="379" y="1764"/>
                  </a:cubicBezTo>
                  <a:cubicBezTo>
                    <a:pt x="568" y="1764"/>
                    <a:pt x="725" y="1607"/>
                    <a:pt x="725" y="1418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44"/>
            <p:cNvSpPr/>
            <p:nvPr/>
          </p:nvSpPr>
          <p:spPr>
            <a:xfrm>
              <a:off x="5611275" y="1963925"/>
              <a:ext cx="35475" cy="34500"/>
            </a:xfrm>
            <a:custGeom>
              <a:avLst/>
              <a:gdLst/>
              <a:ahLst/>
              <a:cxnLst/>
              <a:rect l="l" t="t" r="r" b="b"/>
              <a:pathLst>
                <a:path w="1419" h="1380" extrusionOk="0">
                  <a:moveTo>
                    <a:pt x="1076" y="1"/>
                  </a:moveTo>
                  <a:cubicBezTo>
                    <a:pt x="985" y="1"/>
                    <a:pt x="899" y="32"/>
                    <a:pt x="851" y="95"/>
                  </a:cubicBezTo>
                  <a:lnTo>
                    <a:pt x="127" y="788"/>
                  </a:lnTo>
                  <a:cubicBezTo>
                    <a:pt x="1" y="914"/>
                    <a:pt x="1" y="1166"/>
                    <a:pt x="127" y="1261"/>
                  </a:cubicBezTo>
                  <a:cubicBezTo>
                    <a:pt x="190" y="1340"/>
                    <a:pt x="284" y="1379"/>
                    <a:pt x="375" y="1379"/>
                  </a:cubicBezTo>
                  <a:cubicBezTo>
                    <a:pt x="466" y="1379"/>
                    <a:pt x="552" y="1340"/>
                    <a:pt x="599" y="1261"/>
                  </a:cubicBezTo>
                  <a:lnTo>
                    <a:pt x="1324" y="568"/>
                  </a:lnTo>
                  <a:cubicBezTo>
                    <a:pt x="1419" y="442"/>
                    <a:pt x="1419" y="221"/>
                    <a:pt x="1324" y="95"/>
                  </a:cubicBezTo>
                  <a:cubicBezTo>
                    <a:pt x="1261" y="32"/>
                    <a:pt x="1167" y="1"/>
                    <a:pt x="1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44"/>
            <p:cNvSpPr/>
            <p:nvPr/>
          </p:nvSpPr>
          <p:spPr>
            <a:xfrm>
              <a:off x="5664050" y="2067900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40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18" y="158"/>
                    <a:pt x="1261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44"/>
            <p:cNvSpPr/>
            <p:nvPr/>
          </p:nvSpPr>
          <p:spPr>
            <a:xfrm>
              <a:off x="5421475" y="2067900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78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44"/>
            <p:cNvSpPr/>
            <p:nvPr/>
          </p:nvSpPr>
          <p:spPr>
            <a:xfrm>
              <a:off x="5490000" y="1963925"/>
              <a:ext cx="35450" cy="33900"/>
            </a:xfrm>
            <a:custGeom>
              <a:avLst/>
              <a:gdLst/>
              <a:ahLst/>
              <a:cxnLst/>
              <a:rect l="l" t="t" r="r" b="b"/>
              <a:pathLst>
                <a:path w="1418" h="1356" extrusionOk="0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221"/>
                    <a:pt x="0" y="442"/>
                    <a:pt x="95" y="568"/>
                  </a:cubicBezTo>
                  <a:lnTo>
                    <a:pt x="819" y="1261"/>
                  </a:lnTo>
                  <a:cubicBezTo>
                    <a:pt x="866" y="1324"/>
                    <a:pt x="953" y="1356"/>
                    <a:pt x="1044" y="1356"/>
                  </a:cubicBezTo>
                  <a:cubicBezTo>
                    <a:pt x="1134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67" y="95"/>
                  </a:lnTo>
                  <a:cubicBezTo>
                    <a:pt x="520" y="32"/>
                    <a:pt x="433" y="1"/>
                    <a:pt x="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44"/>
            <p:cNvSpPr/>
            <p:nvPr/>
          </p:nvSpPr>
          <p:spPr>
            <a:xfrm>
              <a:off x="5437225" y="1997650"/>
              <a:ext cx="37825" cy="26325"/>
            </a:xfrm>
            <a:custGeom>
              <a:avLst/>
              <a:gdLst/>
              <a:ahLst/>
              <a:cxnLst/>
              <a:rect l="l" t="t" r="r" b="b"/>
              <a:pathLst>
                <a:path w="1513" h="1053" extrusionOk="0">
                  <a:moveTo>
                    <a:pt x="422" y="0"/>
                  </a:moveTo>
                  <a:cubicBezTo>
                    <a:pt x="285" y="0"/>
                    <a:pt x="140" y="81"/>
                    <a:pt x="95" y="196"/>
                  </a:cubicBezTo>
                  <a:cubicBezTo>
                    <a:pt x="0" y="353"/>
                    <a:pt x="95" y="574"/>
                    <a:pt x="252" y="668"/>
                  </a:cubicBezTo>
                  <a:lnTo>
                    <a:pt x="945" y="1015"/>
                  </a:lnTo>
                  <a:cubicBezTo>
                    <a:pt x="989" y="1041"/>
                    <a:pt x="1039" y="1052"/>
                    <a:pt x="1091" y="1052"/>
                  </a:cubicBezTo>
                  <a:cubicBezTo>
                    <a:pt x="1227" y="1052"/>
                    <a:pt x="1372" y="971"/>
                    <a:pt x="1418" y="857"/>
                  </a:cubicBezTo>
                  <a:cubicBezTo>
                    <a:pt x="1512" y="700"/>
                    <a:pt x="1418" y="479"/>
                    <a:pt x="1260" y="385"/>
                  </a:cubicBezTo>
                  <a:lnTo>
                    <a:pt x="567" y="38"/>
                  </a:lnTo>
                  <a:cubicBezTo>
                    <a:pt x="524" y="12"/>
                    <a:pt x="473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44"/>
            <p:cNvSpPr/>
            <p:nvPr/>
          </p:nvSpPr>
          <p:spPr>
            <a:xfrm>
              <a:off x="5645150" y="1998300"/>
              <a:ext cx="37825" cy="26900"/>
            </a:xfrm>
            <a:custGeom>
              <a:avLst/>
              <a:gdLst/>
              <a:ahLst/>
              <a:cxnLst/>
              <a:rect l="l" t="t" r="r" b="b"/>
              <a:pathLst>
                <a:path w="1513" h="1076" extrusionOk="0">
                  <a:moveTo>
                    <a:pt x="1098" y="0"/>
                  </a:moveTo>
                  <a:cubicBezTo>
                    <a:pt x="1046" y="0"/>
                    <a:pt x="994" y="14"/>
                    <a:pt x="946" y="44"/>
                  </a:cubicBezTo>
                  <a:lnTo>
                    <a:pt x="253" y="422"/>
                  </a:lnTo>
                  <a:cubicBezTo>
                    <a:pt x="95" y="485"/>
                    <a:pt x="1" y="674"/>
                    <a:pt x="95" y="894"/>
                  </a:cubicBezTo>
                  <a:cubicBezTo>
                    <a:pt x="142" y="1011"/>
                    <a:pt x="258" y="1076"/>
                    <a:pt x="405" y="1076"/>
                  </a:cubicBezTo>
                  <a:cubicBezTo>
                    <a:pt x="456" y="1076"/>
                    <a:pt x="511" y="1068"/>
                    <a:pt x="568" y="1052"/>
                  </a:cubicBezTo>
                  <a:lnTo>
                    <a:pt x="1261" y="674"/>
                  </a:lnTo>
                  <a:cubicBezTo>
                    <a:pt x="1418" y="611"/>
                    <a:pt x="1513" y="422"/>
                    <a:pt x="1418" y="201"/>
                  </a:cubicBezTo>
                  <a:cubicBezTo>
                    <a:pt x="1331" y="71"/>
                    <a:pt x="1214" y="0"/>
                    <a:pt x="10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7" name="Google Shape;2467;p44"/>
          <p:cNvGrpSpPr/>
          <p:nvPr/>
        </p:nvGrpSpPr>
        <p:grpSpPr>
          <a:xfrm>
            <a:off x="1410407" y="3324791"/>
            <a:ext cx="350401" cy="264888"/>
            <a:chOff x="3962775" y="1990700"/>
            <a:chExt cx="296975" cy="224500"/>
          </a:xfrm>
        </p:grpSpPr>
        <p:sp>
          <p:nvSpPr>
            <p:cNvPr id="2468" name="Google Shape;2468;p44"/>
            <p:cNvSpPr/>
            <p:nvPr/>
          </p:nvSpPr>
          <p:spPr>
            <a:xfrm>
              <a:off x="4216400" y="2093100"/>
              <a:ext cx="43350" cy="18150"/>
            </a:xfrm>
            <a:custGeom>
              <a:avLst/>
              <a:gdLst/>
              <a:ahLst/>
              <a:cxnLst/>
              <a:rect l="l" t="t" r="r" b="b"/>
              <a:pathLst>
                <a:path w="1734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387" y="725"/>
                  </a:lnTo>
                  <a:cubicBezTo>
                    <a:pt x="1576" y="725"/>
                    <a:pt x="1733" y="568"/>
                    <a:pt x="1733" y="347"/>
                  </a:cubicBezTo>
                  <a:cubicBezTo>
                    <a:pt x="1702" y="158"/>
                    <a:pt x="1544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44"/>
            <p:cNvSpPr/>
            <p:nvPr/>
          </p:nvSpPr>
          <p:spPr>
            <a:xfrm>
              <a:off x="4206950" y="2129325"/>
              <a:ext cx="35475" cy="33900"/>
            </a:xfrm>
            <a:custGeom>
              <a:avLst/>
              <a:gdLst/>
              <a:ahLst/>
              <a:cxnLst/>
              <a:rect l="l" t="t" r="r" b="b"/>
              <a:pathLst>
                <a:path w="1419" h="1356" extrusionOk="0">
                  <a:moveTo>
                    <a:pt x="351" y="1"/>
                  </a:moveTo>
                  <a:cubicBezTo>
                    <a:pt x="260" y="1"/>
                    <a:pt x="174" y="32"/>
                    <a:pt x="127" y="95"/>
                  </a:cubicBezTo>
                  <a:cubicBezTo>
                    <a:pt x="1" y="221"/>
                    <a:pt x="1" y="410"/>
                    <a:pt x="127" y="568"/>
                  </a:cubicBezTo>
                  <a:lnTo>
                    <a:pt x="820" y="1261"/>
                  </a:lnTo>
                  <a:cubicBezTo>
                    <a:pt x="883" y="1324"/>
                    <a:pt x="969" y="1356"/>
                    <a:pt x="1056" y="1356"/>
                  </a:cubicBezTo>
                  <a:cubicBezTo>
                    <a:pt x="1143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99" y="95"/>
                  </a:lnTo>
                  <a:cubicBezTo>
                    <a:pt x="536" y="32"/>
                    <a:pt x="442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44"/>
            <p:cNvSpPr/>
            <p:nvPr/>
          </p:nvSpPr>
          <p:spPr>
            <a:xfrm>
              <a:off x="4207750" y="2041900"/>
              <a:ext cx="35450" cy="34500"/>
            </a:xfrm>
            <a:custGeom>
              <a:avLst/>
              <a:gdLst/>
              <a:ahLst/>
              <a:cxnLst/>
              <a:rect l="l" t="t" r="r" b="b"/>
              <a:pathLst>
                <a:path w="1418" h="1380" extrusionOk="0">
                  <a:moveTo>
                    <a:pt x="1067" y="1"/>
                  </a:moveTo>
                  <a:cubicBezTo>
                    <a:pt x="977" y="1"/>
                    <a:pt x="882" y="32"/>
                    <a:pt x="819" y="95"/>
                  </a:cubicBezTo>
                  <a:lnTo>
                    <a:pt x="126" y="788"/>
                  </a:lnTo>
                  <a:cubicBezTo>
                    <a:pt x="0" y="914"/>
                    <a:pt x="0" y="1135"/>
                    <a:pt x="126" y="1261"/>
                  </a:cubicBezTo>
                  <a:cubicBezTo>
                    <a:pt x="189" y="1340"/>
                    <a:pt x="268" y="1379"/>
                    <a:pt x="351" y="1379"/>
                  </a:cubicBezTo>
                  <a:cubicBezTo>
                    <a:pt x="433" y="1379"/>
                    <a:pt x="520" y="1340"/>
                    <a:pt x="599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5"/>
                  </a:cubicBezTo>
                  <a:cubicBezTo>
                    <a:pt x="1244" y="32"/>
                    <a:pt x="1158" y="1"/>
                    <a:pt x="1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44"/>
            <p:cNvSpPr/>
            <p:nvPr/>
          </p:nvSpPr>
          <p:spPr>
            <a:xfrm>
              <a:off x="3962775" y="1990700"/>
              <a:ext cx="226075" cy="224500"/>
            </a:xfrm>
            <a:custGeom>
              <a:avLst/>
              <a:gdLst/>
              <a:ahLst/>
              <a:cxnLst/>
              <a:rect l="l" t="t" r="r" b="b"/>
              <a:pathLst>
                <a:path w="9043" h="8980" extrusionOk="0">
                  <a:moveTo>
                    <a:pt x="1419" y="3403"/>
                  </a:moveTo>
                  <a:lnTo>
                    <a:pt x="1419" y="4790"/>
                  </a:lnTo>
                  <a:cubicBezTo>
                    <a:pt x="1009" y="4790"/>
                    <a:pt x="694" y="4506"/>
                    <a:pt x="694" y="4097"/>
                  </a:cubicBezTo>
                  <a:cubicBezTo>
                    <a:pt x="694" y="3719"/>
                    <a:pt x="1009" y="3403"/>
                    <a:pt x="1419" y="3403"/>
                  </a:cubicBezTo>
                  <a:close/>
                  <a:moveTo>
                    <a:pt x="4191" y="2710"/>
                  </a:moveTo>
                  <a:lnTo>
                    <a:pt x="4191" y="5483"/>
                  </a:lnTo>
                  <a:lnTo>
                    <a:pt x="2490" y="5483"/>
                  </a:lnTo>
                  <a:cubicBezTo>
                    <a:pt x="2269" y="5483"/>
                    <a:pt x="2112" y="5325"/>
                    <a:pt x="2112" y="5105"/>
                  </a:cubicBezTo>
                  <a:lnTo>
                    <a:pt x="2112" y="3088"/>
                  </a:lnTo>
                  <a:cubicBezTo>
                    <a:pt x="2112" y="2868"/>
                    <a:pt x="2269" y="2710"/>
                    <a:pt x="2490" y="2710"/>
                  </a:cubicBezTo>
                  <a:close/>
                  <a:moveTo>
                    <a:pt x="6995" y="1828"/>
                  </a:moveTo>
                  <a:lnTo>
                    <a:pt x="6995" y="6428"/>
                  </a:lnTo>
                  <a:cubicBezTo>
                    <a:pt x="6428" y="5924"/>
                    <a:pt x="5672" y="5609"/>
                    <a:pt x="4884" y="5514"/>
                  </a:cubicBezTo>
                  <a:lnTo>
                    <a:pt x="4884" y="2710"/>
                  </a:lnTo>
                  <a:cubicBezTo>
                    <a:pt x="5672" y="2647"/>
                    <a:pt x="6428" y="2332"/>
                    <a:pt x="6995" y="1828"/>
                  </a:cubicBezTo>
                  <a:close/>
                  <a:moveTo>
                    <a:pt x="8066" y="631"/>
                  </a:moveTo>
                  <a:cubicBezTo>
                    <a:pt x="8255" y="631"/>
                    <a:pt x="8413" y="789"/>
                    <a:pt x="8413" y="978"/>
                  </a:cubicBezTo>
                  <a:lnTo>
                    <a:pt x="8413" y="7216"/>
                  </a:lnTo>
                  <a:cubicBezTo>
                    <a:pt x="8413" y="7405"/>
                    <a:pt x="8255" y="7562"/>
                    <a:pt x="8066" y="7562"/>
                  </a:cubicBezTo>
                  <a:cubicBezTo>
                    <a:pt x="7877" y="7562"/>
                    <a:pt x="7720" y="7405"/>
                    <a:pt x="7720" y="7216"/>
                  </a:cubicBezTo>
                  <a:lnTo>
                    <a:pt x="7720" y="978"/>
                  </a:lnTo>
                  <a:cubicBezTo>
                    <a:pt x="7720" y="789"/>
                    <a:pt x="7877" y="631"/>
                    <a:pt x="8066" y="631"/>
                  </a:cubicBezTo>
                  <a:close/>
                  <a:moveTo>
                    <a:pt x="3498" y="6176"/>
                  </a:moveTo>
                  <a:lnTo>
                    <a:pt x="3498" y="7909"/>
                  </a:lnTo>
                  <a:cubicBezTo>
                    <a:pt x="3498" y="8129"/>
                    <a:pt x="3340" y="8287"/>
                    <a:pt x="3151" y="8287"/>
                  </a:cubicBezTo>
                  <a:cubicBezTo>
                    <a:pt x="2962" y="8287"/>
                    <a:pt x="2805" y="8129"/>
                    <a:pt x="2805" y="7909"/>
                  </a:cubicBezTo>
                  <a:lnTo>
                    <a:pt x="2805" y="6176"/>
                  </a:lnTo>
                  <a:close/>
                  <a:moveTo>
                    <a:pt x="8035" y="1"/>
                  </a:moveTo>
                  <a:cubicBezTo>
                    <a:pt x="7531" y="1"/>
                    <a:pt x="7090" y="411"/>
                    <a:pt x="6995" y="883"/>
                  </a:cubicBezTo>
                  <a:lnTo>
                    <a:pt x="6680" y="1198"/>
                  </a:lnTo>
                  <a:cubicBezTo>
                    <a:pt x="6144" y="1734"/>
                    <a:pt x="5325" y="2049"/>
                    <a:pt x="4538" y="2049"/>
                  </a:cubicBezTo>
                  <a:lnTo>
                    <a:pt x="2427" y="2049"/>
                  </a:lnTo>
                  <a:cubicBezTo>
                    <a:pt x="2017" y="2049"/>
                    <a:pt x="1608" y="2332"/>
                    <a:pt x="1450" y="2773"/>
                  </a:cubicBezTo>
                  <a:lnTo>
                    <a:pt x="1387" y="2773"/>
                  </a:lnTo>
                  <a:cubicBezTo>
                    <a:pt x="631" y="2773"/>
                    <a:pt x="1" y="3403"/>
                    <a:pt x="1" y="4128"/>
                  </a:cubicBezTo>
                  <a:cubicBezTo>
                    <a:pt x="1" y="4884"/>
                    <a:pt x="631" y="5514"/>
                    <a:pt x="1387" y="5514"/>
                  </a:cubicBezTo>
                  <a:lnTo>
                    <a:pt x="1450" y="5514"/>
                  </a:lnTo>
                  <a:cubicBezTo>
                    <a:pt x="1576" y="5798"/>
                    <a:pt x="1797" y="6018"/>
                    <a:pt x="2080" y="6144"/>
                  </a:cubicBezTo>
                  <a:lnTo>
                    <a:pt x="2080" y="7940"/>
                  </a:lnTo>
                  <a:cubicBezTo>
                    <a:pt x="2112" y="8507"/>
                    <a:pt x="2584" y="8980"/>
                    <a:pt x="3151" y="8980"/>
                  </a:cubicBezTo>
                  <a:cubicBezTo>
                    <a:pt x="3750" y="8980"/>
                    <a:pt x="4160" y="8507"/>
                    <a:pt x="4160" y="7972"/>
                  </a:cubicBezTo>
                  <a:lnTo>
                    <a:pt x="4160" y="6239"/>
                  </a:lnTo>
                  <a:lnTo>
                    <a:pt x="4538" y="6239"/>
                  </a:lnTo>
                  <a:cubicBezTo>
                    <a:pt x="5325" y="6239"/>
                    <a:pt x="6144" y="6554"/>
                    <a:pt x="6680" y="7090"/>
                  </a:cubicBezTo>
                  <a:lnTo>
                    <a:pt x="6995" y="7405"/>
                  </a:lnTo>
                  <a:cubicBezTo>
                    <a:pt x="7090" y="7909"/>
                    <a:pt x="7531" y="8287"/>
                    <a:pt x="8035" y="8287"/>
                  </a:cubicBezTo>
                  <a:cubicBezTo>
                    <a:pt x="8633" y="8287"/>
                    <a:pt x="9043" y="7814"/>
                    <a:pt x="9043" y="7247"/>
                  </a:cubicBezTo>
                  <a:lnTo>
                    <a:pt x="9043" y="1041"/>
                  </a:lnTo>
                  <a:cubicBezTo>
                    <a:pt x="9043" y="442"/>
                    <a:pt x="8570" y="1"/>
                    <a:pt x="8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grpId="0" nodeType="after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2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2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2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2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"/>
                            </p:stCondLst>
                            <p:childTnLst>
                              <p:par>
                                <p:cTn id="15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2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2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2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2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2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2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2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2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2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2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2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200"/>
                            </p:stCondLst>
                            <p:childTnLst>
                              <p:par>
                                <p:cTn id="37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2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2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2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2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2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4" grpId="0" animBg="1"/>
      <p:bldP spid="2430" grpId="0" animBg="1"/>
      <p:bldP spid="2436" grpId="0" animBg="1"/>
      <p:bldP spid="2431" grpId="0" animBg="1"/>
      <p:bldP spid="2435" grpId="0" animBg="1"/>
      <p:bldP spid="2432" grpId="0" animBg="1"/>
      <p:bldP spid="2437" grpId="0" animBg="1"/>
      <p:bldP spid="24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8" name="Google Shape;4358;p58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1882–1890: Wettbewerb und Propaganda</a:t>
            </a:r>
            <a:endParaRPr/>
          </a:p>
        </p:txBody>
      </p:sp>
      <p:sp>
        <p:nvSpPr>
          <p:cNvPr id="4359" name="Google Shape;4359;p58"/>
          <p:cNvSpPr txBox="1"/>
          <p:nvPr/>
        </p:nvSpPr>
        <p:spPr>
          <a:xfrm>
            <a:off x="4608981" y="31518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«A Warning»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0" name="Google Shape;4360;p58"/>
          <p:cNvSpPr txBox="1"/>
          <p:nvPr/>
        </p:nvSpPr>
        <p:spPr>
          <a:xfrm>
            <a:off x="4608967" y="3559074"/>
            <a:ext cx="185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Brown tötet öffentlich Hunde [5]</a:t>
            </a:r>
            <a:endParaRPr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61" name="Google Shape;4361;p58"/>
          <p:cNvSpPr txBox="1"/>
          <p:nvPr/>
        </p:nvSpPr>
        <p:spPr>
          <a:xfrm>
            <a:off x="743468" y="31518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Pearl Street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2" name="Google Shape;4362;p58"/>
          <p:cNvSpPr txBox="1"/>
          <p:nvPr/>
        </p:nvSpPr>
        <p:spPr>
          <a:xfrm>
            <a:off x="743450" y="3559074"/>
            <a:ext cx="185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Edisons Gleichstrom für 400 Lampen [1]</a:t>
            </a:r>
            <a:endParaRPr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63" name="Google Shape;4363;p58"/>
          <p:cNvSpPr txBox="1"/>
          <p:nvPr/>
        </p:nvSpPr>
        <p:spPr>
          <a:xfrm>
            <a:off x="6541738" y="31518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Elektrischer Stuhl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4" name="Google Shape;4364;p58"/>
          <p:cNvSpPr txBox="1"/>
          <p:nvPr/>
        </p:nvSpPr>
        <p:spPr>
          <a:xfrm>
            <a:off x="6541725" y="3559095"/>
            <a:ext cx="185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Kemmler-Hinrichtung als Debakel [6], [9]</a:t>
            </a:r>
            <a:endParaRPr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65" name="Google Shape;4365;p58"/>
          <p:cNvSpPr txBox="1"/>
          <p:nvPr/>
        </p:nvSpPr>
        <p:spPr>
          <a:xfrm>
            <a:off x="2676224" y="31518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Great Barrington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6" name="Google Shape;4366;p58"/>
          <p:cNvSpPr txBox="1"/>
          <p:nvPr/>
        </p:nvSpPr>
        <p:spPr>
          <a:xfrm>
            <a:off x="2676208" y="3559093"/>
            <a:ext cx="185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erstes Wechselstromnetz der USA [3]</a:t>
            </a:r>
            <a:endParaRPr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67" name="Google Shape;4367;p58"/>
          <p:cNvSpPr txBox="1"/>
          <p:nvPr/>
        </p:nvSpPr>
        <p:spPr>
          <a:xfrm>
            <a:off x="4608981" y="16597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1888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8" name="Google Shape;4368;p58"/>
          <p:cNvSpPr txBox="1"/>
          <p:nvPr/>
        </p:nvSpPr>
        <p:spPr>
          <a:xfrm>
            <a:off x="743468" y="16597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1882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9" name="Google Shape;4369;p58"/>
          <p:cNvSpPr txBox="1"/>
          <p:nvPr/>
        </p:nvSpPr>
        <p:spPr>
          <a:xfrm>
            <a:off x="6541738" y="16597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1889/90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70" name="Google Shape;4370;p58"/>
          <p:cNvSpPr txBox="1"/>
          <p:nvPr/>
        </p:nvSpPr>
        <p:spPr>
          <a:xfrm>
            <a:off x="2676224" y="16597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1886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pSp>
        <p:nvGrpSpPr>
          <p:cNvPr id="4371" name="Google Shape;4371;p58"/>
          <p:cNvGrpSpPr/>
          <p:nvPr/>
        </p:nvGrpSpPr>
        <p:grpSpPr>
          <a:xfrm>
            <a:off x="1300564" y="2258783"/>
            <a:ext cx="744564" cy="624959"/>
            <a:chOff x="2361225" y="3521900"/>
            <a:chExt cx="4421400" cy="589250"/>
          </a:xfrm>
        </p:grpSpPr>
        <p:cxnSp>
          <p:nvCxnSpPr>
            <p:cNvPr id="4372" name="Google Shape;4372;p58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73" name="Google Shape;4373;p58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74" name="Google Shape;4374;p58"/>
          <p:cNvGrpSpPr/>
          <p:nvPr/>
        </p:nvGrpSpPr>
        <p:grpSpPr>
          <a:xfrm>
            <a:off x="3233339" y="2258783"/>
            <a:ext cx="744564" cy="624959"/>
            <a:chOff x="2361225" y="3521900"/>
            <a:chExt cx="4421400" cy="589250"/>
          </a:xfrm>
        </p:grpSpPr>
        <p:cxnSp>
          <p:nvCxnSpPr>
            <p:cNvPr id="4375" name="Google Shape;4375;p58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76" name="Google Shape;4376;p58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77" name="Google Shape;4377;p58"/>
          <p:cNvGrpSpPr/>
          <p:nvPr/>
        </p:nvGrpSpPr>
        <p:grpSpPr>
          <a:xfrm>
            <a:off x="5166114" y="2258783"/>
            <a:ext cx="744564" cy="624959"/>
            <a:chOff x="2361225" y="3521900"/>
            <a:chExt cx="4421400" cy="589250"/>
          </a:xfrm>
        </p:grpSpPr>
        <p:cxnSp>
          <p:nvCxnSpPr>
            <p:cNvPr id="4378" name="Google Shape;4378;p58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79" name="Google Shape;4379;p58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80" name="Google Shape;4380;p58"/>
          <p:cNvGrpSpPr/>
          <p:nvPr/>
        </p:nvGrpSpPr>
        <p:grpSpPr>
          <a:xfrm>
            <a:off x="7098889" y="2258783"/>
            <a:ext cx="744564" cy="624959"/>
            <a:chOff x="2361225" y="3521900"/>
            <a:chExt cx="4421400" cy="589250"/>
          </a:xfrm>
        </p:grpSpPr>
        <p:cxnSp>
          <p:nvCxnSpPr>
            <p:cNvPr id="4381" name="Google Shape;4381;p58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82" name="Google Shape;4382;p58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4383" name="Google Shape;4383;p58"/>
          <p:cNvCxnSpPr/>
          <p:nvPr/>
        </p:nvCxnSpPr>
        <p:spPr>
          <a:xfrm>
            <a:off x="2327988" y="2571156"/>
            <a:ext cx="622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84" name="Google Shape;4384;p58"/>
          <p:cNvCxnSpPr/>
          <p:nvPr/>
        </p:nvCxnSpPr>
        <p:spPr>
          <a:xfrm>
            <a:off x="4260750" y="2571156"/>
            <a:ext cx="622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85" name="Google Shape;4385;p58"/>
          <p:cNvCxnSpPr/>
          <p:nvPr/>
        </p:nvCxnSpPr>
        <p:spPr>
          <a:xfrm>
            <a:off x="6193538" y="2571156"/>
            <a:ext cx="622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386" name="Google Shape;4386;p58"/>
          <p:cNvGrpSpPr/>
          <p:nvPr/>
        </p:nvGrpSpPr>
        <p:grpSpPr>
          <a:xfrm>
            <a:off x="3429508" y="2396875"/>
            <a:ext cx="352230" cy="348542"/>
            <a:chOff x="1049375" y="2318350"/>
            <a:chExt cx="298525" cy="295400"/>
          </a:xfrm>
        </p:grpSpPr>
        <p:sp>
          <p:nvSpPr>
            <p:cNvPr id="4387" name="Google Shape;4387;p58"/>
            <p:cNvSpPr/>
            <p:nvPr/>
          </p:nvSpPr>
          <p:spPr>
            <a:xfrm>
              <a:off x="1101350" y="2492325"/>
              <a:ext cx="70125" cy="50525"/>
            </a:xfrm>
            <a:custGeom>
              <a:avLst/>
              <a:gdLst/>
              <a:ahLst/>
              <a:cxnLst/>
              <a:rect l="l" t="t" r="r" b="b"/>
              <a:pathLst>
                <a:path w="2805" h="2021" extrusionOk="0">
                  <a:moveTo>
                    <a:pt x="2473" y="0"/>
                  </a:moveTo>
                  <a:cubicBezTo>
                    <a:pt x="2377" y="0"/>
                    <a:pt x="2273" y="32"/>
                    <a:pt x="2206" y="99"/>
                  </a:cubicBezTo>
                  <a:lnTo>
                    <a:pt x="1072" y="1233"/>
                  </a:lnTo>
                  <a:lnTo>
                    <a:pt x="599" y="761"/>
                  </a:lnTo>
                  <a:cubicBezTo>
                    <a:pt x="536" y="713"/>
                    <a:pt x="449" y="690"/>
                    <a:pt x="363" y="690"/>
                  </a:cubicBezTo>
                  <a:cubicBezTo>
                    <a:pt x="276" y="690"/>
                    <a:pt x="189" y="713"/>
                    <a:pt x="126" y="761"/>
                  </a:cubicBezTo>
                  <a:cubicBezTo>
                    <a:pt x="0" y="887"/>
                    <a:pt x="0" y="1139"/>
                    <a:pt x="126" y="1233"/>
                  </a:cubicBezTo>
                  <a:lnTo>
                    <a:pt x="820" y="1958"/>
                  </a:lnTo>
                  <a:cubicBezTo>
                    <a:pt x="914" y="2021"/>
                    <a:pt x="977" y="2021"/>
                    <a:pt x="1072" y="2021"/>
                  </a:cubicBezTo>
                  <a:cubicBezTo>
                    <a:pt x="1135" y="2021"/>
                    <a:pt x="1261" y="1989"/>
                    <a:pt x="1292" y="1926"/>
                  </a:cubicBezTo>
                  <a:lnTo>
                    <a:pt x="2678" y="540"/>
                  </a:lnTo>
                  <a:cubicBezTo>
                    <a:pt x="2804" y="414"/>
                    <a:pt x="2804" y="162"/>
                    <a:pt x="2678" y="68"/>
                  </a:cubicBezTo>
                  <a:cubicBezTo>
                    <a:pt x="2634" y="24"/>
                    <a:pt x="2557" y="0"/>
                    <a:pt x="24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58"/>
            <p:cNvSpPr/>
            <p:nvPr/>
          </p:nvSpPr>
          <p:spPr>
            <a:xfrm>
              <a:off x="1101350" y="2440525"/>
              <a:ext cx="70125" cy="51150"/>
            </a:xfrm>
            <a:custGeom>
              <a:avLst/>
              <a:gdLst/>
              <a:ahLst/>
              <a:cxnLst/>
              <a:rect l="l" t="t" r="r" b="b"/>
              <a:pathLst>
                <a:path w="2805" h="2046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38"/>
                    <a:pt x="449" y="714"/>
                    <a:pt x="363" y="714"/>
                  </a:cubicBezTo>
                  <a:cubicBezTo>
                    <a:pt x="276" y="714"/>
                    <a:pt x="189" y="738"/>
                    <a:pt x="126" y="785"/>
                  </a:cubicBezTo>
                  <a:cubicBezTo>
                    <a:pt x="0" y="911"/>
                    <a:pt x="0" y="1163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4"/>
                    <a:pt x="1292" y="1951"/>
                  </a:cubicBezTo>
                  <a:lnTo>
                    <a:pt x="2678" y="564"/>
                  </a:lnTo>
                  <a:cubicBezTo>
                    <a:pt x="2804" y="438"/>
                    <a:pt x="2804" y="186"/>
                    <a:pt x="2678" y="92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58"/>
            <p:cNvSpPr/>
            <p:nvPr/>
          </p:nvSpPr>
          <p:spPr>
            <a:xfrm>
              <a:off x="1101350" y="2388550"/>
              <a:ext cx="70125" cy="51125"/>
            </a:xfrm>
            <a:custGeom>
              <a:avLst/>
              <a:gdLst/>
              <a:ahLst/>
              <a:cxnLst/>
              <a:rect l="l" t="t" r="r" b="b"/>
              <a:pathLst>
                <a:path w="2805" h="2045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22"/>
                    <a:pt x="449" y="690"/>
                    <a:pt x="363" y="690"/>
                  </a:cubicBezTo>
                  <a:cubicBezTo>
                    <a:pt x="276" y="690"/>
                    <a:pt x="189" y="722"/>
                    <a:pt x="126" y="785"/>
                  </a:cubicBezTo>
                  <a:cubicBezTo>
                    <a:pt x="0" y="911"/>
                    <a:pt x="0" y="1131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3"/>
                    <a:pt x="1292" y="1919"/>
                  </a:cubicBezTo>
                  <a:lnTo>
                    <a:pt x="2678" y="532"/>
                  </a:lnTo>
                  <a:cubicBezTo>
                    <a:pt x="2804" y="438"/>
                    <a:pt x="2804" y="186"/>
                    <a:pt x="2678" y="91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58"/>
            <p:cNvSpPr/>
            <p:nvPr/>
          </p:nvSpPr>
          <p:spPr>
            <a:xfrm>
              <a:off x="1049375" y="2318350"/>
              <a:ext cx="298525" cy="295400"/>
            </a:xfrm>
            <a:custGeom>
              <a:avLst/>
              <a:gdLst/>
              <a:ahLst/>
              <a:cxnLst/>
              <a:rect l="l" t="t" r="r" b="b"/>
              <a:pathLst>
                <a:path w="11941" h="11816" extrusionOk="0">
                  <a:moveTo>
                    <a:pt x="6963" y="1198"/>
                  </a:moveTo>
                  <a:lnTo>
                    <a:pt x="7876" y="2143"/>
                  </a:lnTo>
                  <a:lnTo>
                    <a:pt x="6963" y="2143"/>
                  </a:lnTo>
                  <a:lnTo>
                    <a:pt x="6963" y="1198"/>
                  </a:lnTo>
                  <a:close/>
                  <a:moveTo>
                    <a:pt x="10286" y="3498"/>
                  </a:moveTo>
                  <a:cubicBezTo>
                    <a:pt x="10373" y="3498"/>
                    <a:pt x="10460" y="3530"/>
                    <a:pt x="10523" y="3593"/>
                  </a:cubicBezTo>
                  <a:lnTo>
                    <a:pt x="10995" y="4065"/>
                  </a:lnTo>
                  <a:cubicBezTo>
                    <a:pt x="11184" y="4223"/>
                    <a:pt x="11184" y="4475"/>
                    <a:pt x="11027" y="4569"/>
                  </a:cubicBezTo>
                  <a:lnTo>
                    <a:pt x="10806" y="4821"/>
                  </a:lnTo>
                  <a:lnTo>
                    <a:pt x="9798" y="3845"/>
                  </a:lnTo>
                  <a:lnTo>
                    <a:pt x="10050" y="3593"/>
                  </a:lnTo>
                  <a:cubicBezTo>
                    <a:pt x="10113" y="3530"/>
                    <a:pt x="10200" y="3498"/>
                    <a:pt x="10286" y="3498"/>
                  </a:cubicBezTo>
                  <a:close/>
                  <a:moveTo>
                    <a:pt x="9294" y="4349"/>
                  </a:moveTo>
                  <a:lnTo>
                    <a:pt x="10271" y="5325"/>
                  </a:lnTo>
                  <a:lnTo>
                    <a:pt x="7845" y="7783"/>
                  </a:lnTo>
                  <a:lnTo>
                    <a:pt x="6868" y="6774"/>
                  </a:lnTo>
                  <a:lnTo>
                    <a:pt x="9294" y="4349"/>
                  </a:lnTo>
                  <a:close/>
                  <a:moveTo>
                    <a:pt x="6585" y="7499"/>
                  </a:moveTo>
                  <a:lnTo>
                    <a:pt x="7183" y="8098"/>
                  </a:lnTo>
                  <a:lnTo>
                    <a:pt x="6427" y="8255"/>
                  </a:lnTo>
                  <a:lnTo>
                    <a:pt x="6585" y="7499"/>
                  </a:lnTo>
                  <a:close/>
                  <a:moveTo>
                    <a:pt x="6994" y="10398"/>
                  </a:moveTo>
                  <a:lnTo>
                    <a:pt x="6994" y="10776"/>
                  </a:lnTo>
                  <a:cubicBezTo>
                    <a:pt x="6994" y="10870"/>
                    <a:pt x="7057" y="10996"/>
                    <a:pt x="7089" y="11122"/>
                  </a:cubicBezTo>
                  <a:lnTo>
                    <a:pt x="1071" y="11122"/>
                  </a:lnTo>
                  <a:cubicBezTo>
                    <a:pt x="882" y="11122"/>
                    <a:pt x="693" y="10965"/>
                    <a:pt x="693" y="10776"/>
                  </a:cubicBezTo>
                  <a:lnTo>
                    <a:pt x="693" y="10398"/>
                  </a:lnTo>
                  <a:close/>
                  <a:moveTo>
                    <a:pt x="6270" y="663"/>
                  </a:moveTo>
                  <a:lnTo>
                    <a:pt x="6270" y="2458"/>
                  </a:lnTo>
                  <a:cubicBezTo>
                    <a:pt x="6270" y="2647"/>
                    <a:pt x="6427" y="2805"/>
                    <a:pt x="6616" y="2805"/>
                  </a:cubicBezTo>
                  <a:lnTo>
                    <a:pt x="8349" y="2805"/>
                  </a:lnTo>
                  <a:lnTo>
                    <a:pt x="8349" y="4286"/>
                  </a:lnTo>
                  <a:lnTo>
                    <a:pt x="6112" y="6554"/>
                  </a:lnTo>
                  <a:cubicBezTo>
                    <a:pt x="6081" y="6585"/>
                    <a:pt x="6018" y="6680"/>
                    <a:pt x="6018" y="6711"/>
                  </a:cubicBezTo>
                  <a:lnTo>
                    <a:pt x="5608" y="8633"/>
                  </a:lnTo>
                  <a:cubicBezTo>
                    <a:pt x="5545" y="8759"/>
                    <a:pt x="5608" y="8885"/>
                    <a:pt x="5671" y="8948"/>
                  </a:cubicBezTo>
                  <a:cubicBezTo>
                    <a:pt x="5742" y="9019"/>
                    <a:pt x="5813" y="9055"/>
                    <a:pt x="5897" y="9055"/>
                  </a:cubicBezTo>
                  <a:cubicBezTo>
                    <a:pt x="5925" y="9055"/>
                    <a:pt x="5955" y="9051"/>
                    <a:pt x="5986" y="9043"/>
                  </a:cubicBezTo>
                  <a:lnTo>
                    <a:pt x="7908" y="8602"/>
                  </a:lnTo>
                  <a:cubicBezTo>
                    <a:pt x="8002" y="8602"/>
                    <a:pt x="8034" y="8570"/>
                    <a:pt x="8065" y="8507"/>
                  </a:cubicBezTo>
                  <a:lnTo>
                    <a:pt x="8349" y="8255"/>
                  </a:lnTo>
                  <a:lnTo>
                    <a:pt x="8349" y="10807"/>
                  </a:lnTo>
                  <a:lnTo>
                    <a:pt x="8380" y="10807"/>
                  </a:lnTo>
                  <a:cubicBezTo>
                    <a:pt x="8380" y="10996"/>
                    <a:pt x="8223" y="11154"/>
                    <a:pt x="8034" y="11154"/>
                  </a:cubicBezTo>
                  <a:cubicBezTo>
                    <a:pt x="7845" y="11154"/>
                    <a:pt x="7687" y="10996"/>
                    <a:pt x="7687" y="10807"/>
                  </a:cubicBezTo>
                  <a:lnTo>
                    <a:pt x="7687" y="10083"/>
                  </a:lnTo>
                  <a:cubicBezTo>
                    <a:pt x="7687" y="9893"/>
                    <a:pt x="7530" y="9736"/>
                    <a:pt x="7309" y="9736"/>
                  </a:cubicBezTo>
                  <a:lnTo>
                    <a:pt x="1386" y="9736"/>
                  </a:lnTo>
                  <a:lnTo>
                    <a:pt x="1386" y="663"/>
                  </a:lnTo>
                  <a:close/>
                  <a:moveTo>
                    <a:pt x="1071" y="1"/>
                  </a:moveTo>
                  <a:cubicBezTo>
                    <a:pt x="882" y="1"/>
                    <a:pt x="693" y="158"/>
                    <a:pt x="693" y="379"/>
                  </a:cubicBezTo>
                  <a:lnTo>
                    <a:pt x="693" y="9736"/>
                  </a:lnTo>
                  <a:lnTo>
                    <a:pt x="347" y="9736"/>
                  </a:lnTo>
                  <a:cubicBezTo>
                    <a:pt x="158" y="9736"/>
                    <a:pt x="0" y="9893"/>
                    <a:pt x="0" y="10083"/>
                  </a:cubicBezTo>
                  <a:lnTo>
                    <a:pt x="0" y="10807"/>
                  </a:lnTo>
                  <a:cubicBezTo>
                    <a:pt x="0" y="11406"/>
                    <a:pt x="473" y="11815"/>
                    <a:pt x="1008" y="11815"/>
                  </a:cubicBezTo>
                  <a:lnTo>
                    <a:pt x="8002" y="11815"/>
                  </a:lnTo>
                  <a:cubicBezTo>
                    <a:pt x="8569" y="11815"/>
                    <a:pt x="9011" y="11343"/>
                    <a:pt x="9011" y="10807"/>
                  </a:cubicBezTo>
                  <a:lnTo>
                    <a:pt x="9011" y="7562"/>
                  </a:lnTo>
                  <a:lnTo>
                    <a:pt x="11499" y="5105"/>
                  </a:lnTo>
                  <a:cubicBezTo>
                    <a:pt x="11940" y="4664"/>
                    <a:pt x="11940" y="4034"/>
                    <a:pt x="11531" y="3593"/>
                  </a:cubicBezTo>
                  <a:lnTo>
                    <a:pt x="11058" y="3120"/>
                  </a:lnTo>
                  <a:cubicBezTo>
                    <a:pt x="10869" y="2931"/>
                    <a:pt x="10609" y="2836"/>
                    <a:pt x="10346" y="2836"/>
                  </a:cubicBezTo>
                  <a:cubicBezTo>
                    <a:pt x="10082" y="2836"/>
                    <a:pt x="9814" y="2931"/>
                    <a:pt x="9609" y="3120"/>
                  </a:cubicBezTo>
                  <a:lnTo>
                    <a:pt x="9105" y="3624"/>
                  </a:lnTo>
                  <a:lnTo>
                    <a:pt x="9105" y="2490"/>
                  </a:lnTo>
                  <a:cubicBezTo>
                    <a:pt x="9105" y="2427"/>
                    <a:pt x="9074" y="2332"/>
                    <a:pt x="8979" y="2269"/>
                  </a:cubicBezTo>
                  <a:lnTo>
                    <a:pt x="6900" y="127"/>
                  </a:lnTo>
                  <a:cubicBezTo>
                    <a:pt x="6805" y="64"/>
                    <a:pt x="6742" y="1"/>
                    <a:pt x="66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1" name="Google Shape;4391;p58"/>
          <p:cNvGrpSpPr/>
          <p:nvPr/>
        </p:nvGrpSpPr>
        <p:grpSpPr>
          <a:xfrm>
            <a:off x="7307182" y="2397023"/>
            <a:ext cx="350371" cy="348247"/>
            <a:chOff x="5045775" y="1946400"/>
            <a:chExt cx="296950" cy="295150"/>
          </a:xfrm>
        </p:grpSpPr>
        <p:sp>
          <p:nvSpPr>
            <p:cNvPr id="4392" name="Google Shape;4392;p58"/>
            <p:cNvSpPr/>
            <p:nvPr/>
          </p:nvSpPr>
          <p:spPr>
            <a:xfrm>
              <a:off x="5113500" y="1998600"/>
              <a:ext cx="160700" cy="155950"/>
            </a:xfrm>
            <a:custGeom>
              <a:avLst/>
              <a:gdLst/>
              <a:ahLst/>
              <a:cxnLst/>
              <a:rect l="l" t="t" r="r" b="b"/>
              <a:pathLst>
                <a:path w="6428" h="6238" extrusionOk="0">
                  <a:moveTo>
                    <a:pt x="3309" y="2079"/>
                  </a:moveTo>
                  <a:cubicBezTo>
                    <a:pt x="3718" y="2079"/>
                    <a:pt x="4033" y="2394"/>
                    <a:pt x="4033" y="2804"/>
                  </a:cubicBezTo>
                  <a:cubicBezTo>
                    <a:pt x="4033" y="3182"/>
                    <a:pt x="3718" y="3497"/>
                    <a:pt x="3309" y="3497"/>
                  </a:cubicBezTo>
                  <a:cubicBezTo>
                    <a:pt x="2931" y="3497"/>
                    <a:pt x="2616" y="3150"/>
                    <a:pt x="2616" y="2804"/>
                  </a:cubicBezTo>
                  <a:cubicBezTo>
                    <a:pt x="2616" y="2394"/>
                    <a:pt x="2931" y="2079"/>
                    <a:pt x="3309" y="2079"/>
                  </a:cubicBezTo>
                  <a:close/>
                  <a:moveTo>
                    <a:pt x="3403" y="662"/>
                  </a:moveTo>
                  <a:cubicBezTo>
                    <a:pt x="4726" y="662"/>
                    <a:pt x="5798" y="1764"/>
                    <a:pt x="5798" y="3119"/>
                  </a:cubicBezTo>
                  <a:cubicBezTo>
                    <a:pt x="5703" y="3655"/>
                    <a:pt x="5546" y="4222"/>
                    <a:pt x="5199" y="4663"/>
                  </a:cubicBezTo>
                  <a:cubicBezTo>
                    <a:pt x="5010" y="4253"/>
                    <a:pt x="4726" y="3938"/>
                    <a:pt x="4348" y="3686"/>
                  </a:cubicBezTo>
                  <a:cubicBezTo>
                    <a:pt x="4569" y="3466"/>
                    <a:pt x="4726" y="3119"/>
                    <a:pt x="4726" y="2741"/>
                  </a:cubicBezTo>
                  <a:cubicBezTo>
                    <a:pt x="4726" y="2016"/>
                    <a:pt x="4096" y="1386"/>
                    <a:pt x="3340" y="1386"/>
                  </a:cubicBezTo>
                  <a:cubicBezTo>
                    <a:pt x="2616" y="1386"/>
                    <a:pt x="1986" y="2016"/>
                    <a:pt x="1986" y="2741"/>
                  </a:cubicBezTo>
                  <a:cubicBezTo>
                    <a:pt x="1986" y="3119"/>
                    <a:pt x="2143" y="3466"/>
                    <a:pt x="2364" y="3686"/>
                  </a:cubicBezTo>
                  <a:cubicBezTo>
                    <a:pt x="1986" y="3907"/>
                    <a:pt x="1702" y="4253"/>
                    <a:pt x="1513" y="4663"/>
                  </a:cubicBezTo>
                  <a:cubicBezTo>
                    <a:pt x="1072" y="4096"/>
                    <a:pt x="883" y="3434"/>
                    <a:pt x="977" y="2772"/>
                  </a:cubicBezTo>
                  <a:cubicBezTo>
                    <a:pt x="1135" y="1670"/>
                    <a:pt x="2143" y="662"/>
                    <a:pt x="3403" y="662"/>
                  </a:cubicBezTo>
                  <a:close/>
                  <a:moveTo>
                    <a:pt x="3309" y="4190"/>
                  </a:moveTo>
                  <a:cubicBezTo>
                    <a:pt x="3939" y="4190"/>
                    <a:pt x="4443" y="4600"/>
                    <a:pt x="4663" y="5167"/>
                  </a:cubicBezTo>
                  <a:cubicBezTo>
                    <a:pt x="4254" y="5450"/>
                    <a:pt x="3781" y="5545"/>
                    <a:pt x="3309" y="5545"/>
                  </a:cubicBezTo>
                  <a:cubicBezTo>
                    <a:pt x="2836" y="5545"/>
                    <a:pt x="2364" y="5387"/>
                    <a:pt x="1986" y="5167"/>
                  </a:cubicBezTo>
                  <a:cubicBezTo>
                    <a:pt x="2143" y="4568"/>
                    <a:pt x="2679" y="4190"/>
                    <a:pt x="3309" y="4190"/>
                  </a:cubicBezTo>
                  <a:close/>
                  <a:moveTo>
                    <a:pt x="3309" y="0"/>
                  </a:moveTo>
                  <a:cubicBezTo>
                    <a:pt x="1733" y="0"/>
                    <a:pt x="410" y="1229"/>
                    <a:pt x="253" y="2678"/>
                  </a:cubicBezTo>
                  <a:cubicBezTo>
                    <a:pt x="1" y="4600"/>
                    <a:pt x="1450" y="6238"/>
                    <a:pt x="3309" y="6238"/>
                  </a:cubicBezTo>
                  <a:cubicBezTo>
                    <a:pt x="5042" y="6238"/>
                    <a:pt x="6428" y="4820"/>
                    <a:pt x="6428" y="3119"/>
                  </a:cubicBezTo>
                  <a:cubicBezTo>
                    <a:pt x="6428" y="1418"/>
                    <a:pt x="5042" y="0"/>
                    <a:pt x="3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58"/>
            <p:cNvSpPr/>
            <p:nvPr/>
          </p:nvSpPr>
          <p:spPr>
            <a:xfrm>
              <a:off x="5045775" y="1946400"/>
              <a:ext cx="296950" cy="295150"/>
            </a:xfrm>
            <a:custGeom>
              <a:avLst/>
              <a:gdLst/>
              <a:ahLst/>
              <a:cxnLst/>
              <a:rect l="l" t="t" r="r" b="b"/>
              <a:pathLst>
                <a:path w="11878" h="11806" extrusionOk="0">
                  <a:moveTo>
                    <a:pt x="6018" y="765"/>
                  </a:moveTo>
                  <a:lnTo>
                    <a:pt x="6868" y="1426"/>
                  </a:lnTo>
                  <a:cubicBezTo>
                    <a:pt x="6963" y="1458"/>
                    <a:pt x="7026" y="1489"/>
                    <a:pt x="7152" y="1489"/>
                  </a:cubicBezTo>
                  <a:lnTo>
                    <a:pt x="8223" y="1332"/>
                  </a:lnTo>
                  <a:lnTo>
                    <a:pt x="8664" y="2372"/>
                  </a:lnTo>
                  <a:cubicBezTo>
                    <a:pt x="8696" y="2435"/>
                    <a:pt x="8790" y="2529"/>
                    <a:pt x="8853" y="2561"/>
                  </a:cubicBezTo>
                  <a:lnTo>
                    <a:pt x="9893" y="2970"/>
                  </a:lnTo>
                  <a:lnTo>
                    <a:pt x="9735" y="4073"/>
                  </a:lnTo>
                  <a:cubicBezTo>
                    <a:pt x="9735" y="4136"/>
                    <a:pt x="9735" y="4262"/>
                    <a:pt x="9798" y="4325"/>
                  </a:cubicBezTo>
                  <a:lnTo>
                    <a:pt x="10460" y="5207"/>
                  </a:lnTo>
                  <a:lnTo>
                    <a:pt x="9798" y="6058"/>
                  </a:lnTo>
                  <a:cubicBezTo>
                    <a:pt x="9767" y="6152"/>
                    <a:pt x="9735" y="6215"/>
                    <a:pt x="9735" y="6341"/>
                  </a:cubicBezTo>
                  <a:lnTo>
                    <a:pt x="9893" y="7444"/>
                  </a:lnTo>
                  <a:lnTo>
                    <a:pt x="8853" y="7853"/>
                  </a:lnTo>
                  <a:cubicBezTo>
                    <a:pt x="8790" y="7885"/>
                    <a:pt x="8696" y="7948"/>
                    <a:pt x="8664" y="8042"/>
                  </a:cubicBezTo>
                  <a:lnTo>
                    <a:pt x="8255" y="9051"/>
                  </a:lnTo>
                  <a:lnTo>
                    <a:pt x="7120" y="8893"/>
                  </a:lnTo>
                  <a:cubicBezTo>
                    <a:pt x="7057" y="8893"/>
                    <a:pt x="6931" y="8893"/>
                    <a:pt x="6837" y="8988"/>
                  </a:cubicBezTo>
                  <a:lnTo>
                    <a:pt x="5986" y="9649"/>
                  </a:lnTo>
                  <a:lnTo>
                    <a:pt x="5104" y="8988"/>
                  </a:lnTo>
                  <a:cubicBezTo>
                    <a:pt x="5041" y="8925"/>
                    <a:pt x="5010" y="8893"/>
                    <a:pt x="4915" y="8893"/>
                  </a:cubicBezTo>
                  <a:lnTo>
                    <a:pt x="4884" y="8893"/>
                  </a:lnTo>
                  <a:lnTo>
                    <a:pt x="3781" y="9051"/>
                  </a:lnTo>
                  <a:lnTo>
                    <a:pt x="3371" y="8042"/>
                  </a:lnTo>
                  <a:cubicBezTo>
                    <a:pt x="3340" y="7948"/>
                    <a:pt x="3277" y="7885"/>
                    <a:pt x="3182" y="7853"/>
                  </a:cubicBezTo>
                  <a:lnTo>
                    <a:pt x="2143" y="7444"/>
                  </a:lnTo>
                  <a:lnTo>
                    <a:pt x="2300" y="6341"/>
                  </a:lnTo>
                  <a:cubicBezTo>
                    <a:pt x="2300" y="6278"/>
                    <a:pt x="2300" y="6152"/>
                    <a:pt x="2237" y="6058"/>
                  </a:cubicBezTo>
                  <a:lnTo>
                    <a:pt x="1576" y="5207"/>
                  </a:lnTo>
                  <a:lnTo>
                    <a:pt x="2237" y="4325"/>
                  </a:lnTo>
                  <a:cubicBezTo>
                    <a:pt x="2269" y="4262"/>
                    <a:pt x="2300" y="4167"/>
                    <a:pt x="2300" y="4073"/>
                  </a:cubicBezTo>
                  <a:lnTo>
                    <a:pt x="2143" y="2970"/>
                  </a:lnTo>
                  <a:lnTo>
                    <a:pt x="3182" y="2561"/>
                  </a:lnTo>
                  <a:cubicBezTo>
                    <a:pt x="3277" y="2529"/>
                    <a:pt x="3340" y="2435"/>
                    <a:pt x="3371" y="2372"/>
                  </a:cubicBezTo>
                  <a:lnTo>
                    <a:pt x="3812" y="1332"/>
                  </a:lnTo>
                  <a:lnTo>
                    <a:pt x="4884" y="1489"/>
                  </a:lnTo>
                  <a:cubicBezTo>
                    <a:pt x="4947" y="1489"/>
                    <a:pt x="5073" y="1489"/>
                    <a:pt x="5167" y="1426"/>
                  </a:cubicBezTo>
                  <a:lnTo>
                    <a:pt x="6018" y="765"/>
                  </a:lnTo>
                  <a:close/>
                  <a:moveTo>
                    <a:pt x="2174" y="8168"/>
                  </a:moveTo>
                  <a:lnTo>
                    <a:pt x="2804" y="8420"/>
                  </a:lnTo>
                  <a:lnTo>
                    <a:pt x="3277" y="9586"/>
                  </a:lnTo>
                  <a:cubicBezTo>
                    <a:pt x="3308" y="9681"/>
                    <a:pt x="3434" y="9775"/>
                    <a:pt x="3529" y="9775"/>
                  </a:cubicBezTo>
                  <a:lnTo>
                    <a:pt x="2647" y="10720"/>
                  </a:lnTo>
                  <a:lnTo>
                    <a:pt x="2426" y="9649"/>
                  </a:lnTo>
                  <a:cubicBezTo>
                    <a:pt x="2395" y="9523"/>
                    <a:pt x="2332" y="9429"/>
                    <a:pt x="2174" y="9366"/>
                  </a:cubicBezTo>
                  <a:lnTo>
                    <a:pt x="1134" y="9177"/>
                  </a:lnTo>
                  <a:lnTo>
                    <a:pt x="2174" y="8168"/>
                  </a:lnTo>
                  <a:close/>
                  <a:moveTo>
                    <a:pt x="9861" y="8105"/>
                  </a:moveTo>
                  <a:lnTo>
                    <a:pt x="10901" y="9145"/>
                  </a:lnTo>
                  <a:lnTo>
                    <a:pt x="9893" y="9366"/>
                  </a:lnTo>
                  <a:cubicBezTo>
                    <a:pt x="9767" y="9429"/>
                    <a:pt x="9641" y="9492"/>
                    <a:pt x="9609" y="9649"/>
                  </a:cubicBezTo>
                  <a:lnTo>
                    <a:pt x="9389" y="10720"/>
                  </a:lnTo>
                  <a:lnTo>
                    <a:pt x="8507" y="9712"/>
                  </a:lnTo>
                  <a:cubicBezTo>
                    <a:pt x="8601" y="9712"/>
                    <a:pt x="8727" y="9649"/>
                    <a:pt x="8759" y="9523"/>
                  </a:cubicBezTo>
                  <a:lnTo>
                    <a:pt x="9231" y="8389"/>
                  </a:lnTo>
                  <a:lnTo>
                    <a:pt x="9861" y="8105"/>
                  </a:lnTo>
                  <a:close/>
                  <a:moveTo>
                    <a:pt x="6002" y="1"/>
                  </a:moveTo>
                  <a:cubicBezTo>
                    <a:pt x="5923" y="1"/>
                    <a:pt x="5844" y="24"/>
                    <a:pt x="5797" y="72"/>
                  </a:cubicBezTo>
                  <a:lnTo>
                    <a:pt x="4852" y="828"/>
                  </a:lnTo>
                  <a:lnTo>
                    <a:pt x="3623" y="670"/>
                  </a:lnTo>
                  <a:cubicBezTo>
                    <a:pt x="3607" y="667"/>
                    <a:pt x="3590" y="665"/>
                    <a:pt x="3573" y="665"/>
                  </a:cubicBezTo>
                  <a:cubicBezTo>
                    <a:pt x="3434" y="665"/>
                    <a:pt x="3305" y="775"/>
                    <a:pt x="3277" y="859"/>
                  </a:cubicBezTo>
                  <a:lnTo>
                    <a:pt x="2804" y="2025"/>
                  </a:lnTo>
                  <a:lnTo>
                    <a:pt x="1639" y="2498"/>
                  </a:lnTo>
                  <a:cubicBezTo>
                    <a:pt x="1481" y="2561"/>
                    <a:pt x="1418" y="2687"/>
                    <a:pt x="1450" y="2844"/>
                  </a:cubicBezTo>
                  <a:lnTo>
                    <a:pt x="1607" y="4073"/>
                  </a:lnTo>
                  <a:lnTo>
                    <a:pt x="851" y="5018"/>
                  </a:lnTo>
                  <a:cubicBezTo>
                    <a:pt x="788" y="5112"/>
                    <a:pt x="788" y="5333"/>
                    <a:pt x="851" y="5428"/>
                  </a:cubicBezTo>
                  <a:lnTo>
                    <a:pt x="1607" y="6373"/>
                  </a:lnTo>
                  <a:lnTo>
                    <a:pt x="1450" y="7601"/>
                  </a:lnTo>
                  <a:cubicBezTo>
                    <a:pt x="1450" y="7696"/>
                    <a:pt x="1450" y="7759"/>
                    <a:pt x="1481" y="7853"/>
                  </a:cubicBezTo>
                  <a:lnTo>
                    <a:pt x="189" y="9145"/>
                  </a:lnTo>
                  <a:cubicBezTo>
                    <a:pt x="0" y="9334"/>
                    <a:pt x="126" y="9649"/>
                    <a:pt x="347" y="9744"/>
                  </a:cubicBezTo>
                  <a:lnTo>
                    <a:pt x="1765" y="10059"/>
                  </a:lnTo>
                  <a:lnTo>
                    <a:pt x="2080" y="11539"/>
                  </a:lnTo>
                  <a:cubicBezTo>
                    <a:pt x="2099" y="11714"/>
                    <a:pt x="2250" y="11805"/>
                    <a:pt x="2407" y="11805"/>
                  </a:cubicBezTo>
                  <a:cubicBezTo>
                    <a:pt x="2505" y="11805"/>
                    <a:pt x="2606" y="11770"/>
                    <a:pt x="2678" y="11697"/>
                  </a:cubicBezTo>
                  <a:cubicBezTo>
                    <a:pt x="4410" y="9858"/>
                    <a:pt x="4587" y="9665"/>
                    <a:pt x="4601" y="9649"/>
                  </a:cubicBezTo>
                  <a:lnTo>
                    <a:pt x="4601" y="9649"/>
                  </a:lnTo>
                  <a:lnTo>
                    <a:pt x="4789" y="9618"/>
                  </a:lnTo>
                  <a:lnTo>
                    <a:pt x="5734" y="10374"/>
                  </a:lnTo>
                  <a:cubicBezTo>
                    <a:pt x="5829" y="10405"/>
                    <a:pt x="5860" y="10437"/>
                    <a:pt x="5955" y="10437"/>
                  </a:cubicBezTo>
                  <a:cubicBezTo>
                    <a:pt x="6018" y="10437"/>
                    <a:pt x="6112" y="10405"/>
                    <a:pt x="6144" y="10374"/>
                  </a:cubicBezTo>
                  <a:lnTo>
                    <a:pt x="7089" y="9618"/>
                  </a:lnTo>
                  <a:lnTo>
                    <a:pt x="7278" y="9649"/>
                  </a:lnTo>
                  <a:lnTo>
                    <a:pt x="9200" y="11697"/>
                  </a:lnTo>
                  <a:cubicBezTo>
                    <a:pt x="9284" y="11770"/>
                    <a:pt x="9388" y="11805"/>
                    <a:pt x="9485" y="11805"/>
                  </a:cubicBezTo>
                  <a:cubicBezTo>
                    <a:pt x="9640" y="11805"/>
                    <a:pt x="9779" y="11714"/>
                    <a:pt x="9798" y="11539"/>
                  </a:cubicBezTo>
                  <a:lnTo>
                    <a:pt x="10113" y="10059"/>
                  </a:lnTo>
                  <a:lnTo>
                    <a:pt x="11531" y="9744"/>
                  </a:lnTo>
                  <a:cubicBezTo>
                    <a:pt x="11815" y="9681"/>
                    <a:pt x="11878" y="9334"/>
                    <a:pt x="11689" y="9145"/>
                  </a:cubicBezTo>
                  <a:lnTo>
                    <a:pt x="10523" y="7853"/>
                  </a:lnTo>
                  <a:cubicBezTo>
                    <a:pt x="10554" y="7759"/>
                    <a:pt x="10586" y="7696"/>
                    <a:pt x="10554" y="7601"/>
                  </a:cubicBezTo>
                  <a:lnTo>
                    <a:pt x="10397" y="6373"/>
                  </a:lnTo>
                  <a:lnTo>
                    <a:pt x="11153" y="5428"/>
                  </a:lnTo>
                  <a:cubicBezTo>
                    <a:pt x="11216" y="5333"/>
                    <a:pt x="11216" y="5112"/>
                    <a:pt x="11153" y="5018"/>
                  </a:cubicBezTo>
                  <a:lnTo>
                    <a:pt x="10397" y="4073"/>
                  </a:lnTo>
                  <a:lnTo>
                    <a:pt x="10554" y="2844"/>
                  </a:lnTo>
                  <a:cubicBezTo>
                    <a:pt x="10586" y="2687"/>
                    <a:pt x="10460" y="2529"/>
                    <a:pt x="10365" y="2498"/>
                  </a:cubicBezTo>
                  <a:lnTo>
                    <a:pt x="9200" y="2025"/>
                  </a:lnTo>
                  <a:lnTo>
                    <a:pt x="8727" y="859"/>
                  </a:lnTo>
                  <a:cubicBezTo>
                    <a:pt x="8675" y="728"/>
                    <a:pt x="8578" y="662"/>
                    <a:pt x="8457" y="662"/>
                  </a:cubicBezTo>
                  <a:cubicBezTo>
                    <a:pt x="8432" y="662"/>
                    <a:pt x="8407" y="665"/>
                    <a:pt x="8381" y="670"/>
                  </a:cubicBezTo>
                  <a:lnTo>
                    <a:pt x="7152" y="828"/>
                  </a:lnTo>
                  <a:lnTo>
                    <a:pt x="6207" y="72"/>
                  </a:lnTo>
                  <a:cubicBezTo>
                    <a:pt x="6160" y="24"/>
                    <a:pt x="6081" y="1"/>
                    <a:pt x="6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4" name="Google Shape;4394;p58"/>
          <p:cNvGrpSpPr/>
          <p:nvPr/>
        </p:nvGrpSpPr>
        <p:grpSpPr>
          <a:xfrm>
            <a:off x="5374356" y="2396433"/>
            <a:ext cx="328071" cy="349427"/>
            <a:chOff x="5421475" y="1945825"/>
            <a:chExt cx="278050" cy="296150"/>
          </a:xfrm>
        </p:grpSpPr>
        <p:sp>
          <p:nvSpPr>
            <p:cNvPr id="4395" name="Google Shape;4395;p58"/>
            <p:cNvSpPr/>
            <p:nvPr/>
          </p:nvSpPr>
          <p:spPr>
            <a:xfrm>
              <a:off x="5472650" y="1999375"/>
              <a:ext cx="172525" cy="242600"/>
            </a:xfrm>
            <a:custGeom>
              <a:avLst/>
              <a:gdLst/>
              <a:ahLst/>
              <a:cxnLst/>
              <a:rect l="l" t="t" r="r" b="b"/>
              <a:pathLst>
                <a:path w="6901" h="9704" extrusionOk="0">
                  <a:moveTo>
                    <a:pt x="1765" y="1355"/>
                  </a:moveTo>
                  <a:cubicBezTo>
                    <a:pt x="1986" y="1355"/>
                    <a:pt x="2143" y="1513"/>
                    <a:pt x="2143" y="1702"/>
                  </a:cubicBezTo>
                  <a:lnTo>
                    <a:pt x="2143" y="2048"/>
                  </a:lnTo>
                  <a:lnTo>
                    <a:pt x="1765" y="2048"/>
                  </a:lnTo>
                  <a:cubicBezTo>
                    <a:pt x="1671" y="2048"/>
                    <a:pt x="1545" y="2048"/>
                    <a:pt x="1419" y="2111"/>
                  </a:cubicBezTo>
                  <a:lnTo>
                    <a:pt x="1419" y="1702"/>
                  </a:lnTo>
                  <a:cubicBezTo>
                    <a:pt x="1419" y="1513"/>
                    <a:pt x="1576" y="1355"/>
                    <a:pt x="1765" y="1355"/>
                  </a:cubicBezTo>
                  <a:close/>
                  <a:moveTo>
                    <a:pt x="3151" y="631"/>
                  </a:moveTo>
                  <a:cubicBezTo>
                    <a:pt x="3341" y="631"/>
                    <a:pt x="3498" y="788"/>
                    <a:pt x="3498" y="1009"/>
                  </a:cubicBezTo>
                  <a:lnTo>
                    <a:pt x="3498" y="2111"/>
                  </a:lnTo>
                  <a:cubicBezTo>
                    <a:pt x="3404" y="2048"/>
                    <a:pt x="3277" y="2017"/>
                    <a:pt x="3151" y="2017"/>
                  </a:cubicBezTo>
                  <a:lnTo>
                    <a:pt x="2805" y="2017"/>
                  </a:lnTo>
                  <a:lnTo>
                    <a:pt x="2805" y="1009"/>
                  </a:lnTo>
                  <a:cubicBezTo>
                    <a:pt x="2805" y="788"/>
                    <a:pt x="2962" y="631"/>
                    <a:pt x="3151" y="631"/>
                  </a:cubicBezTo>
                  <a:close/>
                  <a:moveTo>
                    <a:pt x="4538" y="1355"/>
                  </a:moveTo>
                  <a:cubicBezTo>
                    <a:pt x="4727" y="1355"/>
                    <a:pt x="4884" y="1513"/>
                    <a:pt x="4884" y="1702"/>
                  </a:cubicBezTo>
                  <a:lnTo>
                    <a:pt x="4884" y="3088"/>
                  </a:lnTo>
                  <a:cubicBezTo>
                    <a:pt x="4884" y="3277"/>
                    <a:pt x="4727" y="3435"/>
                    <a:pt x="4538" y="3435"/>
                  </a:cubicBezTo>
                  <a:cubicBezTo>
                    <a:pt x="4349" y="3435"/>
                    <a:pt x="4191" y="3277"/>
                    <a:pt x="4191" y="3088"/>
                  </a:cubicBezTo>
                  <a:lnTo>
                    <a:pt x="4191" y="1702"/>
                  </a:lnTo>
                  <a:cubicBezTo>
                    <a:pt x="4191" y="1513"/>
                    <a:pt x="4349" y="1355"/>
                    <a:pt x="4538" y="1355"/>
                  </a:cubicBezTo>
                  <a:close/>
                  <a:moveTo>
                    <a:pt x="5924" y="2017"/>
                  </a:moveTo>
                  <a:cubicBezTo>
                    <a:pt x="6113" y="2017"/>
                    <a:pt x="6270" y="2174"/>
                    <a:pt x="6270" y="2363"/>
                  </a:cubicBezTo>
                  <a:lnTo>
                    <a:pt x="6270" y="3088"/>
                  </a:lnTo>
                  <a:cubicBezTo>
                    <a:pt x="6270" y="3277"/>
                    <a:pt x="6113" y="3435"/>
                    <a:pt x="5924" y="3435"/>
                  </a:cubicBezTo>
                  <a:cubicBezTo>
                    <a:pt x="5703" y="3435"/>
                    <a:pt x="5546" y="3277"/>
                    <a:pt x="5546" y="3088"/>
                  </a:cubicBezTo>
                  <a:lnTo>
                    <a:pt x="5546" y="2363"/>
                  </a:lnTo>
                  <a:cubicBezTo>
                    <a:pt x="5546" y="2174"/>
                    <a:pt x="5703" y="2017"/>
                    <a:pt x="5924" y="2017"/>
                  </a:cubicBezTo>
                  <a:close/>
                  <a:moveTo>
                    <a:pt x="3120" y="2741"/>
                  </a:moveTo>
                  <a:cubicBezTo>
                    <a:pt x="3309" y="2741"/>
                    <a:pt x="3467" y="2899"/>
                    <a:pt x="3467" y="3088"/>
                  </a:cubicBezTo>
                  <a:cubicBezTo>
                    <a:pt x="3467" y="3277"/>
                    <a:pt x="3309" y="3435"/>
                    <a:pt x="3120" y="3435"/>
                  </a:cubicBezTo>
                  <a:lnTo>
                    <a:pt x="1734" y="3435"/>
                  </a:lnTo>
                  <a:cubicBezTo>
                    <a:pt x="1545" y="3435"/>
                    <a:pt x="1387" y="3592"/>
                    <a:pt x="1387" y="3781"/>
                  </a:cubicBezTo>
                  <a:cubicBezTo>
                    <a:pt x="1387" y="4002"/>
                    <a:pt x="1545" y="4159"/>
                    <a:pt x="1734" y="4159"/>
                  </a:cubicBezTo>
                  <a:cubicBezTo>
                    <a:pt x="2679" y="4159"/>
                    <a:pt x="3467" y="4947"/>
                    <a:pt x="3467" y="5892"/>
                  </a:cubicBezTo>
                  <a:cubicBezTo>
                    <a:pt x="3467" y="6081"/>
                    <a:pt x="3624" y="6238"/>
                    <a:pt x="3845" y="6238"/>
                  </a:cubicBezTo>
                  <a:cubicBezTo>
                    <a:pt x="4034" y="6238"/>
                    <a:pt x="4191" y="6081"/>
                    <a:pt x="4191" y="5892"/>
                  </a:cubicBezTo>
                  <a:cubicBezTo>
                    <a:pt x="4191" y="5167"/>
                    <a:pt x="3876" y="4537"/>
                    <a:pt x="3435" y="4096"/>
                  </a:cubicBezTo>
                  <a:cubicBezTo>
                    <a:pt x="3593" y="4065"/>
                    <a:pt x="3750" y="4002"/>
                    <a:pt x="3876" y="3876"/>
                  </a:cubicBezTo>
                  <a:cubicBezTo>
                    <a:pt x="4065" y="4033"/>
                    <a:pt x="4317" y="4159"/>
                    <a:pt x="4569" y="4159"/>
                  </a:cubicBezTo>
                  <a:cubicBezTo>
                    <a:pt x="4853" y="4159"/>
                    <a:pt x="5073" y="4033"/>
                    <a:pt x="5294" y="3876"/>
                  </a:cubicBezTo>
                  <a:cubicBezTo>
                    <a:pt x="5483" y="4033"/>
                    <a:pt x="5703" y="4159"/>
                    <a:pt x="5987" y="4159"/>
                  </a:cubicBezTo>
                  <a:cubicBezTo>
                    <a:pt x="6113" y="4159"/>
                    <a:pt x="6239" y="4096"/>
                    <a:pt x="6333" y="4065"/>
                  </a:cubicBezTo>
                  <a:lnTo>
                    <a:pt x="6333" y="5167"/>
                  </a:lnTo>
                  <a:cubicBezTo>
                    <a:pt x="6333" y="5923"/>
                    <a:pt x="5861" y="6554"/>
                    <a:pt x="5199" y="6774"/>
                  </a:cubicBezTo>
                  <a:cubicBezTo>
                    <a:pt x="5042" y="6837"/>
                    <a:pt x="4979" y="6995"/>
                    <a:pt x="4979" y="7089"/>
                  </a:cubicBezTo>
                  <a:lnTo>
                    <a:pt x="4979" y="7562"/>
                  </a:lnTo>
                  <a:lnTo>
                    <a:pt x="2206" y="7562"/>
                  </a:lnTo>
                  <a:lnTo>
                    <a:pt x="2206" y="7089"/>
                  </a:lnTo>
                  <a:cubicBezTo>
                    <a:pt x="2206" y="6932"/>
                    <a:pt x="2143" y="6837"/>
                    <a:pt x="1986" y="6774"/>
                  </a:cubicBezTo>
                  <a:cubicBezTo>
                    <a:pt x="1261" y="6554"/>
                    <a:pt x="820" y="5892"/>
                    <a:pt x="820" y="5167"/>
                  </a:cubicBezTo>
                  <a:lnTo>
                    <a:pt x="820" y="3750"/>
                  </a:lnTo>
                  <a:lnTo>
                    <a:pt x="726" y="3750"/>
                  </a:lnTo>
                  <a:cubicBezTo>
                    <a:pt x="726" y="3151"/>
                    <a:pt x="1198" y="2741"/>
                    <a:pt x="1734" y="2741"/>
                  </a:cubicBezTo>
                  <a:close/>
                  <a:moveTo>
                    <a:pt x="5199" y="8286"/>
                  </a:moveTo>
                  <a:cubicBezTo>
                    <a:pt x="5388" y="8286"/>
                    <a:pt x="5546" y="8444"/>
                    <a:pt x="5546" y="8633"/>
                  </a:cubicBezTo>
                  <a:lnTo>
                    <a:pt x="5546" y="8979"/>
                  </a:lnTo>
                  <a:lnTo>
                    <a:pt x="1387" y="8979"/>
                  </a:lnTo>
                  <a:lnTo>
                    <a:pt x="1387" y="8633"/>
                  </a:lnTo>
                  <a:cubicBezTo>
                    <a:pt x="1387" y="8444"/>
                    <a:pt x="1545" y="8286"/>
                    <a:pt x="1734" y="8286"/>
                  </a:cubicBezTo>
                  <a:close/>
                  <a:moveTo>
                    <a:pt x="3120" y="1"/>
                  </a:moveTo>
                  <a:cubicBezTo>
                    <a:pt x="2647" y="1"/>
                    <a:pt x="2269" y="316"/>
                    <a:pt x="2143" y="757"/>
                  </a:cubicBezTo>
                  <a:cubicBezTo>
                    <a:pt x="2017" y="725"/>
                    <a:pt x="1891" y="694"/>
                    <a:pt x="1734" y="694"/>
                  </a:cubicBezTo>
                  <a:cubicBezTo>
                    <a:pt x="1167" y="694"/>
                    <a:pt x="726" y="1166"/>
                    <a:pt x="726" y="1702"/>
                  </a:cubicBezTo>
                  <a:lnTo>
                    <a:pt x="726" y="2426"/>
                  </a:lnTo>
                  <a:cubicBezTo>
                    <a:pt x="285" y="2678"/>
                    <a:pt x="1" y="3214"/>
                    <a:pt x="1" y="3750"/>
                  </a:cubicBezTo>
                  <a:lnTo>
                    <a:pt x="1" y="5136"/>
                  </a:lnTo>
                  <a:cubicBezTo>
                    <a:pt x="1" y="6081"/>
                    <a:pt x="568" y="6932"/>
                    <a:pt x="1387" y="7341"/>
                  </a:cubicBezTo>
                  <a:lnTo>
                    <a:pt x="1387" y="7656"/>
                  </a:lnTo>
                  <a:cubicBezTo>
                    <a:pt x="1009" y="7814"/>
                    <a:pt x="694" y="8160"/>
                    <a:pt x="694" y="8633"/>
                  </a:cubicBezTo>
                  <a:lnTo>
                    <a:pt x="694" y="9357"/>
                  </a:lnTo>
                  <a:cubicBezTo>
                    <a:pt x="694" y="9546"/>
                    <a:pt x="852" y="9704"/>
                    <a:pt x="1041" y="9704"/>
                  </a:cubicBezTo>
                  <a:lnTo>
                    <a:pt x="5892" y="9704"/>
                  </a:lnTo>
                  <a:cubicBezTo>
                    <a:pt x="6081" y="9704"/>
                    <a:pt x="6239" y="9546"/>
                    <a:pt x="6239" y="9357"/>
                  </a:cubicBezTo>
                  <a:lnTo>
                    <a:pt x="6239" y="8633"/>
                  </a:lnTo>
                  <a:cubicBezTo>
                    <a:pt x="6239" y="8192"/>
                    <a:pt x="5955" y="7814"/>
                    <a:pt x="5514" y="7656"/>
                  </a:cubicBezTo>
                  <a:lnTo>
                    <a:pt x="5514" y="7341"/>
                  </a:lnTo>
                  <a:cubicBezTo>
                    <a:pt x="6365" y="6932"/>
                    <a:pt x="6901" y="6081"/>
                    <a:pt x="6901" y="5136"/>
                  </a:cubicBezTo>
                  <a:lnTo>
                    <a:pt x="6901" y="2363"/>
                  </a:lnTo>
                  <a:cubicBezTo>
                    <a:pt x="6901" y="1796"/>
                    <a:pt x="6428" y="1355"/>
                    <a:pt x="5892" y="1355"/>
                  </a:cubicBezTo>
                  <a:cubicBezTo>
                    <a:pt x="5766" y="1355"/>
                    <a:pt x="5609" y="1387"/>
                    <a:pt x="5483" y="1418"/>
                  </a:cubicBezTo>
                  <a:cubicBezTo>
                    <a:pt x="5357" y="1009"/>
                    <a:pt x="4979" y="694"/>
                    <a:pt x="4506" y="694"/>
                  </a:cubicBezTo>
                  <a:cubicBezTo>
                    <a:pt x="4380" y="694"/>
                    <a:pt x="4223" y="725"/>
                    <a:pt x="4097" y="757"/>
                  </a:cubicBezTo>
                  <a:cubicBezTo>
                    <a:pt x="4002" y="316"/>
                    <a:pt x="3593" y="1"/>
                    <a:pt x="3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58"/>
            <p:cNvSpPr/>
            <p:nvPr/>
          </p:nvSpPr>
          <p:spPr>
            <a:xfrm>
              <a:off x="5559300" y="1945825"/>
              <a:ext cx="18150" cy="44125"/>
            </a:xfrm>
            <a:custGeom>
              <a:avLst/>
              <a:gdLst/>
              <a:ahLst/>
              <a:cxnLst/>
              <a:rect l="l" t="t" r="r" b="b"/>
              <a:pathLst>
                <a:path w="726" h="1765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418"/>
                  </a:lnTo>
                  <a:cubicBezTo>
                    <a:pt x="1" y="1607"/>
                    <a:pt x="158" y="1764"/>
                    <a:pt x="379" y="1764"/>
                  </a:cubicBezTo>
                  <a:cubicBezTo>
                    <a:pt x="568" y="1764"/>
                    <a:pt x="725" y="1607"/>
                    <a:pt x="725" y="1418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58"/>
            <p:cNvSpPr/>
            <p:nvPr/>
          </p:nvSpPr>
          <p:spPr>
            <a:xfrm>
              <a:off x="5611275" y="1963925"/>
              <a:ext cx="35475" cy="34500"/>
            </a:xfrm>
            <a:custGeom>
              <a:avLst/>
              <a:gdLst/>
              <a:ahLst/>
              <a:cxnLst/>
              <a:rect l="l" t="t" r="r" b="b"/>
              <a:pathLst>
                <a:path w="1419" h="1380" extrusionOk="0">
                  <a:moveTo>
                    <a:pt x="1076" y="1"/>
                  </a:moveTo>
                  <a:cubicBezTo>
                    <a:pt x="985" y="1"/>
                    <a:pt x="899" y="32"/>
                    <a:pt x="851" y="95"/>
                  </a:cubicBezTo>
                  <a:lnTo>
                    <a:pt x="127" y="788"/>
                  </a:lnTo>
                  <a:cubicBezTo>
                    <a:pt x="1" y="914"/>
                    <a:pt x="1" y="1166"/>
                    <a:pt x="127" y="1261"/>
                  </a:cubicBezTo>
                  <a:cubicBezTo>
                    <a:pt x="190" y="1340"/>
                    <a:pt x="284" y="1379"/>
                    <a:pt x="375" y="1379"/>
                  </a:cubicBezTo>
                  <a:cubicBezTo>
                    <a:pt x="466" y="1379"/>
                    <a:pt x="552" y="1340"/>
                    <a:pt x="599" y="1261"/>
                  </a:cubicBezTo>
                  <a:lnTo>
                    <a:pt x="1324" y="568"/>
                  </a:lnTo>
                  <a:cubicBezTo>
                    <a:pt x="1419" y="442"/>
                    <a:pt x="1419" y="221"/>
                    <a:pt x="1324" y="95"/>
                  </a:cubicBezTo>
                  <a:cubicBezTo>
                    <a:pt x="1261" y="32"/>
                    <a:pt x="1167" y="1"/>
                    <a:pt x="1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58"/>
            <p:cNvSpPr/>
            <p:nvPr/>
          </p:nvSpPr>
          <p:spPr>
            <a:xfrm>
              <a:off x="5664050" y="2067900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40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18" y="158"/>
                    <a:pt x="1261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58"/>
            <p:cNvSpPr/>
            <p:nvPr/>
          </p:nvSpPr>
          <p:spPr>
            <a:xfrm>
              <a:off x="5421475" y="2067900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78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58"/>
            <p:cNvSpPr/>
            <p:nvPr/>
          </p:nvSpPr>
          <p:spPr>
            <a:xfrm>
              <a:off x="5490000" y="1963925"/>
              <a:ext cx="35450" cy="33900"/>
            </a:xfrm>
            <a:custGeom>
              <a:avLst/>
              <a:gdLst/>
              <a:ahLst/>
              <a:cxnLst/>
              <a:rect l="l" t="t" r="r" b="b"/>
              <a:pathLst>
                <a:path w="1418" h="1356" extrusionOk="0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221"/>
                    <a:pt x="0" y="442"/>
                    <a:pt x="95" y="568"/>
                  </a:cubicBezTo>
                  <a:lnTo>
                    <a:pt x="819" y="1261"/>
                  </a:lnTo>
                  <a:cubicBezTo>
                    <a:pt x="866" y="1324"/>
                    <a:pt x="953" y="1356"/>
                    <a:pt x="1044" y="1356"/>
                  </a:cubicBezTo>
                  <a:cubicBezTo>
                    <a:pt x="1134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67" y="95"/>
                  </a:lnTo>
                  <a:cubicBezTo>
                    <a:pt x="520" y="32"/>
                    <a:pt x="433" y="1"/>
                    <a:pt x="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58"/>
            <p:cNvSpPr/>
            <p:nvPr/>
          </p:nvSpPr>
          <p:spPr>
            <a:xfrm>
              <a:off x="5437225" y="1997650"/>
              <a:ext cx="37825" cy="26325"/>
            </a:xfrm>
            <a:custGeom>
              <a:avLst/>
              <a:gdLst/>
              <a:ahLst/>
              <a:cxnLst/>
              <a:rect l="l" t="t" r="r" b="b"/>
              <a:pathLst>
                <a:path w="1513" h="1053" extrusionOk="0">
                  <a:moveTo>
                    <a:pt x="422" y="0"/>
                  </a:moveTo>
                  <a:cubicBezTo>
                    <a:pt x="285" y="0"/>
                    <a:pt x="140" y="81"/>
                    <a:pt x="95" y="196"/>
                  </a:cubicBezTo>
                  <a:cubicBezTo>
                    <a:pt x="0" y="353"/>
                    <a:pt x="95" y="574"/>
                    <a:pt x="252" y="668"/>
                  </a:cubicBezTo>
                  <a:lnTo>
                    <a:pt x="945" y="1015"/>
                  </a:lnTo>
                  <a:cubicBezTo>
                    <a:pt x="989" y="1041"/>
                    <a:pt x="1039" y="1052"/>
                    <a:pt x="1091" y="1052"/>
                  </a:cubicBezTo>
                  <a:cubicBezTo>
                    <a:pt x="1227" y="1052"/>
                    <a:pt x="1372" y="971"/>
                    <a:pt x="1418" y="857"/>
                  </a:cubicBezTo>
                  <a:cubicBezTo>
                    <a:pt x="1512" y="700"/>
                    <a:pt x="1418" y="479"/>
                    <a:pt x="1260" y="385"/>
                  </a:cubicBezTo>
                  <a:lnTo>
                    <a:pt x="567" y="38"/>
                  </a:lnTo>
                  <a:cubicBezTo>
                    <a:pt x="524" y="12"/>
                    <a:pt x="473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58"/>
            <p:cNvSpPr/>
            <p:nvPr/>
          </p:nvSpPr>
          <p:spPr>
            <a:xfrm>
              <a:off x="5645150" y="1998300"/>
              <a:ext cx="37825" cy="26900"/>
            </a:xfrm>
            <a:custGeom>
              <a:avLst/>
              <a:gdLst/>
              <a:ahLst/>
              <a:cxnLst/>
              <a:rect l="l" t="t" r="r" b="b"/>
              <a:pathLst>
                <a:path w="1513" h="1076" extrusionOk="0">
                  <a:moveTo>
                    <a:pt x="1098" y="0"/>
                  </a:moveTo>
                  <a:cubicBezTo>
                    <a:pt x="1046" y="0"/>
                    <a:pt x="994" y="14"/>
                    <a:pt x="946" y="44"/>
                  </a:cubicBezTo>
                  <a:lnTo>
                    <a:pt x="253" y="422"/>
                  </a:lnTo>
                  <a:cubicBezTo>
                    <a:pt x="95" y="485"/>
                    <a:pt x="1" y="674"/>
                    <a:pt x="95" y="894"/>
                  </a:cubicBezTo>
                  <a:cubicBezTo>
                    <a:pt x="142" y="1011"/>
                    <a:pt x="258" y="1076"/>
                    <a:pt x="405" y="1076"/>
                  </a:cubicBezTo>
                  <a:cubicBezTo>
                    <a:pt x="456" y="1076"/>
                    <a:pt x="511" y="1068"/>
                    <a:pt x="568" y="1052"/>
                  </a:cubicBezTo>
                  <a:lnTo>
                    <a:pt x="1261" y="674"/>
                  </a:lnTo>
                  <a:cubicBezTo>
                    <a:pt x="1418" y="611"/>
                    <a:pt x="1513" y="422"/>
                    <a:pt x="1418" y="201"/>
                  </a:cubicBezTo>
                  <a:cubicBezTo>
                    <a:pt x="1331" y="71"/>
                    <a:pt x="1214" y="0"/>
                    <a:pt x="10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03" name="Google Shape;4403;p58"/>
          <p:cNvGrpSpPr/>
          <p:nvPr/>
        </p:nvGrpSpPr>
        <p:grpSpPr>
          <a:xfrm>
            <a:off x="1498594" y="2438703"/>
            <a:ext cx="350401" cy="264888"/>
            <a:chOff x="3962775" y="1990700"/>
            <a:chExt cx="296975" cy="224500"/>
          </a:xfrm>
        </p:grpSpPr>
        <p:sp>
          <p:nvSpPr>
            <p:cNvPr id="4404" name="Google Shape;4404;p58"/>
            <p:cNvSpPr/>
            <p:nvPr/>
          </p:nvSpPr>
          <p:spPr>
            <a:xfrm>
              <a:off x="4216400" y="2093100"/>
              <a:ext cx="43350" cy="18150"/>
            </a:xfrm>
            <a:custGeom>
              <a:avLst/>
              <a:gdLst/>
              <a:ahLst/>
              <a:cxnLst/>
              <a:rect l="l" t="t" r="r" b="b"/>
              <a:pathLst>
                <a:path w="1734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387" y="725"/>
                  </a:lnTo>
                  <a:cubicBezTo>
                    <a:pt x="1576" y="725"/>
                    <a:pt x="1733" y="568"/>
                    <a:pt x="1733" y="347"/>
                  </a:cubicBezTo>
                  <a:cubicBezTo>
                    <a:pt x="1702" y="158"/>
                    <a:pt x="1544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58"/>
            <p:cNvSpPr/>
            <p:nvPr/>
          </p:nvSpPr>
          <p:spPr>
            <a:xfrm>
              <a:off x="4206950" y="2129325"/>
              <a:ext cx="35475" cy="33900"/>
            </a:xfrm>
            <a:custGeom>
              <a:avLst/>
              <a:gdLst/>
              <a:ahLst/>
              <a:cxnLst/>
              <a:rect l="l" t="t" r="r" b="b"/>
              <a:pathLst>
                <a:path w="1419" h="1356" extrusionOk="0">
                  <a:moveTo>
                    <a:pt x="351" y="1"/>
                  </a:moveTo>
                  <a:cubicBezTo>
                    <a:pt x="260" y="1"/>
                    <a:pt x="174" y="32"/>
                    <a:pt x="127" y="95"/>
                  </a:cubicBezTo>
                  <a:cubicBezTo>
                    <a:pt x="1" y="221"/>
                    <a:pt x="1" y="410"/>
                    <a:pt x="127" y="568"/>
                  </a:cubicBezTo>
                  <a:lnTo>
                    <a:pt x="820" y="1261"/>
                  </a:lnTo>
                  <a:cubicBezTo>
                    <a:pt x="883" y="1324"/>
                    <a:pt x="969" y="1356"/>
                    <a:pt x="1056" y="1356"/>
                  </a:cubicBezTo>
                  <a:cubicBezTo>
                    <a:pt x="1143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99" y="95"/>
                  </a:lnTo>
                  <a:cubicBezTo>
                    <a:pt x="536" y="32"/>
                    <a:pt x="442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58"/>
            <p:cNvSpPr/>
            <p:nvPr/>
          </p:nvSpPr>
          <p:spPr>
            <a:xfrm>
              <a:off x="4207750" y="2041900"/>
              <a:ext cx="35450" cy="34500"/>
            </a:xfrm>
            <a:custGeom>
              <a:avLst/>
              <a:gdLst/>
              <a:ahLst/>
              <a:cxnLst/>
              <a:rect l="l" t="t" r="r" b="b"/>
              <a:pathLst>
                <a:path w="1418" h="1380" extrusionOk="0">
                  <a:moveTo>
                    <a:pt x="1067" y="1"/>
                  </a:moveTo>
                  <a:cubicBezTo>
                    <a:pt x="977" y="1"/>
                    <a:pt x="882" y="32"/>
                    <a:pt x="819" y="95"/>
                  </a:cubicBezTo>
                  <a:lnTo>
                    <a:pt x="126" y="788"/>
                  </a:lnTo>
                  <a:cubicBezTo>
                    <a:pt x="0" y="914"/>
                    <a:pt x="0" y="1135"/>
                    <a:pt x="126" y="1261"/>
                  </a:cubicBezTo>
                  <a:cubicBezTo>
                    <a:pt x="189" y="1340"/>
                    <a:pt x="268" y="1379"/>
                    <a:pt x="351" y="1379"/>
                  </a:cubicBezTo>
                  <a:cubicBezTo>
                    <a:pt x="433" y="1379"/>
                    <a:pt x="520" y="1340"/>
                    <a:pt x="599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5"/>
                  </a:cubicBezTo>
                  <a:cubicBezTo>
                    <a:pt x="1244" y="32"/>
                    <a:pt x="1158" y="1"/>
                    <a:pt x="1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58"/>
            <p:cNvSpPr/>
            <p:nvPr/>
          </p:nvSpPr>
          <p:spPr>
            <a:xfrm>
              <a:off x="3962775" y="1990700"/>
              <a:ext cx="226075" cy="224500"/>
            </a:xfrm>
            <a:custGeom>
              <a:avLst/>
              <a:gdLst/>
              <a:ahLst/>
              <a:cxnLst/>
              <a:rect l="l" t="t" r="r" b="b"/>
              <a:pathLst>
                <a:path w="9043" h="8980" extrusionOk="0">
                  <a:moveTo>
                    <a:pt x="1419" y="3403"/>
                  </a:moveTo>
                  <a:lnTo>
                    <a:pt x="1419" y="4790"/>
                  </a:lnTo>
                  <a:cubicBezTo>
                    <a:pt x="1009" y="4790"/>
                    <a:pt x="694" y="4506"/>
                    <a:pt x="694" y="4097"/>
                  </a:cubicBezTo>
                  <a:cubicBezTo>
                    <a:pt x="694" y="3719"/>
                    <a:pt x="1009" y="3403"/>
                    <a:pt x="1419" y="3403"/>
                  </a:cubicBezTo>
                  <a:close/>
                  <a:moveTo>
                    <a:pt x="4191" y="2710"/>
                  </a:moveTo>
                  <a:lnTo>
                    <a:pt x="4191" y="5483"/>
                  </a:lnTo>
                  <a:lnTo>
                    <a:pt x="2490" y="5483"/>
                  </a:lnTo>
                  <a:cubicBezTo>
                    <a:pt x="2269" y="5483"/>
                    <a:pt x="2112" y="5325"/>
                    <a:pt x="2112" y="5105"/>
                  </a:cubicBezTo>
                  <a:lnTo>
                    <a:pt x="2112" y="3088"/>
                  </a:lnTo>
                  <a:cubicBezTo>
                    <a:pt x="2112" y="2868"/>
                    <a:pt x="2269" y="2710"/>
                    <a:pt x="2490" y="2710"/>
                  </a:cubicBezTo>
                  <a:close/>
                  <a:moveTo>
                    <a:pt x="6995" y="1828"/>
                  </a:moveTo>
                  <a:lnTo>
                    <a:pt x="6995" y="6428"/>
                  </a:lnTo>
                  <a:cubicBezTo>
                    <a:pt x="6428" y="5924"/>
                    <a:pt x="5672" y="5609"/>
                    <a:pt x="4884" y="5514"/>
                  </a:cubicBezTo>
                  <a:lnTo>
                    <a:pt x="4884" y="2710"/>
                  </a:lnTo>
                  <a:cubicBezTo>
                    <a:pt x="5672" y="2647"/>
                    <a:pt x="6428" y="2332"/>
                    <a:pt x="6995" y="1828"/>
                  </a:cubicBezTo>
                  <a:close/>
                  <a:moveTo>
                    <a:pt x="8066" y="631"/>
                  </a:moveTo>
                  <a:cubicBezTo>
                    <a:pt x="8255" y="631"/>
                    <a:pt x="8413" y="789"/>
                    <a:pt x="8413" y="978"/>
                  </a:cubicBezTo>
                  <a:lnTo>
                    <a:pt x="8413" y="7216"/>
                  </a:lnTo>
                  <a:cubicBezTo>
                    <a:pt x="8413" y="7405"/>
                    <a:pt x="8255" y="7562"/>
                    <a:pt x="8066" y="7562"/>
                  </a:cubicBezTo>
                  <a:cubicBezTo>
                    <a:pt x="7877" y="7562"/>
                    <a:pt x="7720" y="7405"/>
                    <a:pt x="7720" y="7216"/>
                  </a:cubicBezTo>
                  <a:lnTo>
                    <a:pt x="7720" y="978"/>
                  </a:lnTo>
                  <a:cubicBezTo>
                    <a:pt x="7720" y="789"/>
                    <a:pt x="7877" y="631"/>
                    <a:pt x="8066" y="631"/>
                  </a:cubicBezTo>
                  <a:close/>
                  <a:moveTo>
                    <a:pt x="3498" y="6176"/>
                  </a:moveTo>
                  <a:lnTo>
                    <a:pt x="3498" y="7909"/>
                  </a:lnTo>
                  <a:cubicBezTo>
                    <a:pt x="3498" y="8129"/>
                    <a:pt x="3340" y="8287"/>
                    <a:pt x="3151" y="8287"/>
                  </a:cubicBezTo>
                  <a:cubicBezTo>
                    <a:pt x="2962" y="8287"/>
                    <a:pt x="2805" y="8129"/>
                    <a:pt x="2805" y="7909"/>
                  </a:cubicBezTo>
                  <a:lnTo>
                    <a:pt x="2805" y="6176"/>
                  </a:lnTo>
                  <a:close/>
                  <a:moveTo>
                    <a:pt x="8035" y="1"/>
                  </a:moveTo>
                  <a:cubicBezTo>
                    <a:pt x="7531" y="1"/>
                    <a:pt x="7090" y="411"/>
                    <a:pt x="6995" y="883"/>
                  </a:cubicBezTo>
                  <a:lnTo>
                    <a:pt x="6680" y="1198"/>
                  </a:lnTo>
                  <a:cubicBezTo>
                    <a:pt x="6144" y="1734"/>
                    <a:pt x="5325" y="2049"/>
                    <a:pt x="4538" y="2049"/>
                  </a:cubicBezTo>
                  <a:lnTo>
                    <a:pt x="2427" y="2049"/>
                  </a:lnTo>
                  <a:cubicBezTo>
                    <a:pt x="2017" y="2049"/>
                    <a:pt x="1608" y="2332"/>
                    <a:pt x="1450" y="2773"/>
                  </a:cubicBezTo>
                  <a:lnTo>
                    <a:pt x="1387" y="2773"/>
                  </a:lnTo>
                  <a:cubicBezTo>
                    <a:pt x="631" y="2773"/>
                    <a:pt x="1" y="3403"/>
                    <a:pt x="1" y="4128"/>
                  </a:cubicBezTo>
                  <a:cubicBezTo>
                    <a:pt x="1" y="4884"/>
                    <a:pt x="631" y="5514"/>
                    <a:pt x="1387" y="5514"/>
                  </a:cubicBezTo>
                  <a:lnTo>
                    <a:pt x="1450" y="5514"/>
                  </a:lnTo>
                  <a:cubicBezTo>
                    <a:pt x="1576" y="5798"/>
                    <a:pt x="1797" y="6018"/>
                    <a:pt x="2080" y="6144"/>
                  </a:cubicBezTo>
                  <a:lnTo>
                    <a:pt x="2080" y="7940"/>
                  </a:lnTo>
                  <a:cubicBezTo>
                    <a:pt x="2112" y="8507"/>
                    <a:pt x="2584" y="8980"/>
                    <a:pt x="3151" y="8980"/>
                  </a:cubicBezTo>
                  <a:cubicBezTo>
                    <a:pt x="3750" y="8980"/>
                    <a:pt x="4160" y="8507"/>
                    <a:pt x="4160" y="7972"/>
                  </a:cubicBezTo>
                  <a:lnTo>
                    <a:pt x="4160" y="6239"/>
                  </a:lnTo>
                  <a:lnTo>
                    <a:pt x="4538" y="6239"/>
                  </a:lnTo>
                  <a:cubicBezTo>
                    <a:pt x="5325" y="6239"/>
                    <a:pt x="6144" y="6554"/>
                    <a:pt x="6680" y="7090"/>
                  </a:cubicBezTo>
                  <a:lnTo>
                    <a:pt x="6995" y="7405"/>
                  </a:lnTo>
                  <a:cubicBezTo>
                    <a:pt x="7090" y="7909"/>
                    <a:pt x="7531" y="8287"/>
                    <a:pt x="8035" y="8287"/>
                  </a:cubicBezTo>
                  <a:cubicBezTo>
                    <a:pt x="8633" y="8287"/>
                    <a:pt x="9043" y="7814"/>
                    <a:pt x="9043" y="7247"/>
                  </a:cubicBezTo>
                  <a:lnTo>
                    <a:pt x="9043" y="1041"/>
                  </a:lnTo>
                  <a:cubicBezTo>
                    <a:pt x="9043" y="442"/>
                    <a:pt x="8570" y="1"/>
                    <a:pt x="8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grpId="0" nodeType="after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3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4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3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4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43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4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4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43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4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4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43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4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4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43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fill="hold"/>
                                        <p:tgtEl>
                                          <p:spTgt spid="4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4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"/>
                            </p:stCondLst>
                            <p:childTnLst>
                              <p:par>
                                <p:cTn id="36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43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4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4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43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fill="hold"/>
                                        <p:tgtEl>
                                          <p:spTgt spid="4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4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43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600" fill="hold"/>
                                        <p:tgtEl>
                                          <p:spTgt spid="4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600" fill="hold"/>
                                        <p:tgtEl>
                                          <p:spTgt spid="4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50"/>
                            </p:stCondLst>
                            <p:childTnLst>
                              <p:par>
                                <p:cTn id="52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43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00" fill="hold"/>
                                        <p:tgtEl>
                                          <p:spTgt spid="4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600" fill="hold"/>
                                        <p:tgtEl>
                                          <p:spTgt spid="4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43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4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600" fill="hold"/>
                                        <p:tgtEl>
                                          <p:spTgt spid="4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43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00" fill="hold"/>
                                        <p:tgtEl>
                                          <p:spTgt spid="4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600" fill="hold"/>
                                        <p:tgtEl>
                                          <p:spTgt spid="4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8" grpId="0" animBg="1"/>
      <p:bldP spid="4361" grpId="0" animBg="1"/>
      <p:bldP spid="4362" grpId="0" animBg="1"/>
      <p:bldP spid="4370" grpId="0" animBg="1"/>
      <p:bldP spid="4365" grpId="0" animBg="1"/>
      <p:bldP spid="4366" grpId="0" animBg="1"/>
      <p:bldP spid="4367" grpId="0" animBg="1"/>
      <p:bldP spid="4359" grpId="0" animBg="1"/>
      <p:bldP spid="4360" grpId="0" animBg="1"/>
      <p:bldP spid="4369" grpId="0" animBg="1"/>
      <p:bldP spid="4363" grpId="0" animBg="1"/>
      <p:bldP spid="436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8" name="Google Shape;4358;p58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1891–1896: Markt und Kapital entscheiden</a:t>
            </a:r>
            <a:endParaRPr/>
          </a:p>
        </p:txBody>
      </p:sp>
      <p:sp>
        <p:nvSpPr>
          <p:cNvPr id="4359" name="Google Shape;4359;p58"/>
          <p:cNvSpPr txBox="1"/>
          <p:nvPr/>
        </p:nvSpPr>
        <p:spPr>
          <a:xfrm>
            <a:off x="4608981" y="31518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Chicago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0" name="Google Shape;4360;p58"/>
          <p:cNvSpPr txBox="1"/>
          <p:nvPr/>
        </p:nvSpPr>
        <p:spPr>
          <a:xfrm>
            <a:off x="4608967" y="3559074"/>
            <a:ext cx="185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Westinghouse beleuchtet die Weltausstellung [3]</a:t>
            </a:r>
            <a:endParaRPr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61" name="Google Shape;4361;p58"/>
          <p:cNvSpPr txBox="1"/>
          <p:nvPr/>
        </p:nvSpPr>
        <p:spPr>
          <a:xfrm>
            <a:off x="743468" y="31518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Lizenzverzicht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2" name="Google Shape;4362;p58"/>
          <p:cNvSpPr txBox="1"/>
          <p:nvPr/>
        </p:nvSpPr>
        <p:spPr>
          <a:xfrm>
            <a:off x="743450" y="3559074"/>
            <a:ext cx="185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Tesla verzichtet auf Gebühren [4]</a:t>
            </a:r>
            <a:endParaRPr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63" name="Google Shape;4363;p58"/>
          <p:cNvSpPr txBox="1"/>
          <p:nvPr/>
        </p:nvSpPr>
        <p:spPr>
          <a:xfrm>
            <a:off x="6541738" y="31518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Niagara–Buffalo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4" name="Google Shape;4364;p58"/>
          <p:cNvSpPr txBox="1"/>
          <p:nvPr/>
        </p:nvSpPr>
        <p:spPr>
          <a:xfrm>
            <a:off x="6541725" y="3559095"/>
            <a:ext cx="185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Fernstrom und Patentabkommen [3], [4]</a:t>
            </a:r>
            <a:endParaRPr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65" name="Google Shape;4365;p58"/>
          <p:cNvSpPr txBox="1"/>
          <p:nvPr/>
        </p:nvSpPr>
        <p:spPr>
          <a:xfrm>
            <a:off x="2676224" y="31518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General Electric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6" name="Google Shape;4366;p58"/>
          <p:cNvSpPr txBox="1"/>
          <p:nvPr/>
        </p:nvSpPr>
        <p:spPr>
          <a:xfrm>
            <a:off x="2676208" y="3559093"/>
            <a:ext cx="185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Fusion unter J. P. Morgan [2]</a:t>
            </a:r>
            <a:endParaRPr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67" name="Google Shape;4367;p58"/>
          <p:cNvSpPr txBox="1"/>
          <p:nvPr/>
        </p:nvSpPr>
        <p:spPr>
          <a:xfrm>
            <a:off x="4608981" y="16597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1893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8" name="Google Shape;4368;p58"/>
          <p:cNvSpPr txBox="1"/>
          <p:nvPr/>
        </p:nvSpPr>
        <p:spPr>
          <a:xfrm>
            <a:off x="743468" y="16597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1891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69" name="Google Shape;4369;p58"/>
          <p:cNvSpPr txBox="1"/>
          <p:nvPr/>
        </p:nvSpPr>
        <p:spPr>
          <a:xfrm>
            <a:off x="6541738" y="16597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1896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70" name="Google Shape;4370;p58"/>
          <p:cNvSpPr txBox="1"/>
          <p:nvPr/>
        </p:nvSpPr>
        <p:spPr>
          <a:xfrm>
            <a:off x="2676224" y="165972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1892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pSp>
        <p:nvGrpSpPr>
          <p:cNvPr id="4371" name="Google Shape;4371;p58"/>
          <p:cNvGrpSpPr/>
          <p:nvPr/>
        </p:nvGrpSpPr>
        <p:grpSpPr>
          <a:xfrm>
            <a:off x="1300564" y="2258783"/>
            <a:ext cx="744564" cy="624959"/>
            <a:chOff x="2361225" y="3521900"/>
            <a:chExt cx="4421400" cy="589250"/>
          </a:xfrm>
        </p:grpSpPr>
        <p:cxnSp>
          <p:nvCxnSpPr>
            <p:cNvPr id="4372" name="Google Shape;4372;p58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73" name="Google Shape;4373;p58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74" name="Google Shape;4374;p58"/>
          <p:cNvGrpSpPr/>
          <p:nvPr/>
        </p:nvGrpSpPr>
        <p:grpSpPr>
          <a:xfrm>
            <a:off x="3233339" y="2258783"/>
            <a:ext cx="744564" cy="624959"/>
            <a:chOff x="2361225" y="3521900"/>
            <a:chExt cx="4421400" cy="589250"/>
          </a:xfrm>
        </p:grpSpPr>
        <p:cxnSp>
          <p:nvCxnSpPr>
            <p:cNvPr id="4375" name="Google Shape;4375;p58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76" name="Google Shape;4376;p58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77" name="Google Shape;4377;p58"/>
          <p:cNvGrpSpPr/>
          <p:nvPr/>
        </p:nvGrpSpPr>
        <p:grpSpPr>
          <a:xfrm>
            <a:off x="5166114" y="2258783"/>
            <a:ext cx="744564" cy="624959"/>
            <a:chOff x="2361225" y="3521900"/>
            <a:chExt cx="4421400" cy="589250"/>
          </a:xfrm>
        </p:grpSpPr>
        <p:cxnSp>
          <p:nvCxnSpPr>
            <p:cNvPr id="4378" name="Google Shape;4378;p58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79" name="Google Shape;4379;p58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80" name="Google Shape;4380;p58"/>
          <p:cNvGrpSpPr/>
          <p:nvPr/>
        </p:nvGrpSpPr>
        <p:grpSpPr>
          <a:xfrm>
            <a:off x="7098889" y="2258783"/>
            <a:ext cx="744564" cy="624959"/>
            <a:chOff x="2361225" y="3521900"/>
            <a:chExt cx="4421400" cy="589250"/>
          </a:xfrm>
        </p:grpSpPr>
        <p:cxnSp>
          <p:nvCxnSpPr>
            <p:cNvPr id="4381" name="Google Shape;4381;p58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82" name="Google Shape;4382;p58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4383" name="Google Shape;4383;p58"/>
          <p:cNvCxnSpPr/>
          <p:nvPr/>
        </p:nvCxnSpPr>
        <p:spPr>
          <a:xfrm>
            <a:off x="2327988" y="2571156"/>
            <a:ext cx="622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84" name="Google Shape;4384;p58"/>
          <p:cNvCxnSpPr/>
          <p:nvPr/>
        </p:nvCxnSpPr>
        <p:spPr>
          <a:xfrm>
            <a:off x="4260750" y="2571156"/>
            <a:ext cx="622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85" name="Google Shape;4385;p58"/>
          <p:cNvCxnSpPr/>
          <p:nvPr/>
        </p:nvCxnSpPr>
        <p:spPr>
          <a:xfrm>
            <a:off x="6193538" y="2571156"/>
            <a:ext cx="622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386" name="Google Shape;4386;p58"/>
          <p:cNvGrpSpPr/>
          <p:nvPr/>
        </p:nvGrpSpPr>
        <p:grpSpPr>
          <a:xfrm>
            <a:off x="3429508" y="2396875"/>
            <a:ext cx="352230" cy="348542"/>
            <a:chOff x="1049375" y="2318350"/>
            <a:chExt cx="298525" cy="295400"/>
          </a:xfrm>
        </p:grpSpPr>
        <p:sp>
          <p:nvSpPr>
            <p:cNvPr id="4387" name="Google Shape;4387;p58"/>
            <p:cNvSpPr/>
            <p:nvPr/>
          </p:nvSpPr>
          <p:spPr>
            <a:xfrm>
              <a:off x="1101350" y="2492325"/>
              <a:ext cx="70125" cy="50525"/>
            </a:xfrm>
            <a:custGeom>
              <a:avLst/>
              <a:gdLst/>
              <a:ahLst/>
              <a:cxnLst/>
              <a:rect l="l" t="t" r="r" b="b"/>
              <a:pathLst>
                <a:path w="2805" h="2021" extrusionOk="0">
                  <a:moveTo>
                    <a:pt x="2473" y="0"/>
                  </a:moveTo>
                  <a:cubicBezTo>
                    <a:pt x="2377" y="0"/>
                    <a:pt x="2273" y="32"/>
                    <a:pt x="2206" y="99"/>
                  </a:cubicBezTo>
                  <a:lnTo>
                    <a:pt x="1072" y="1233"/>
                  </a:lnTo>
                  <a:lnTo>
                    <a:pt x="599" y="761"/>
                  </a:lnTo>
                  <a:cubicBezTo>
                    <a:pt x="536" y="713"/>
                    <a:pt x="449" y="690"/>
                    <a:pt x="363" y="690"/>
                  </a:cubicBezTo>
                  <a:cubicBezTo>
                    <a:pt x="276" y="690"/>
                    <a:pt x="189" y="713"/>
                    <a:pt x="126" y="761"/>
                  </a:cubicBezTo>
                  <a:cubicBezTo>
                    <a:pt x="0" y="887"/>
                    <a:pt x="0" y="1139"/>
                    <a:pt x="126" y="1233"/>
                  </a:cubicBezTo>
                  <a:lnTo>
                    <a:pt x="820" y="1958"/>
                  </a:lnTo>
                  <a:cubicBezTo>
                    <a:pt x="914" y="2021"/>
                    <a:pt x="977" y="2021"/>
                    <a:pt x="1072" y="2021"/>
                  </a:cubicBezTo>
                  <a:cubicBezTo>
                    <a:pt x="1135" y="2021"/>
                    <a:pt x="1261" y="1989"/>
                    <a:pt x="1292" y="1926"/>
                  </a:cubicBezTo>
                  <a:lnTo>
                    <a:pt x="2678" y="540"/>
                  </a:lnTo>
                  <a:cubicBezTo>
                    <a:pt x="2804" y="414"/>
                    <a:pt x="2804" y="162"/>
                    <a:pt x="2678" y="68"/>
                  </a:cubicBezTo>
                  <a:cubicBezTo>
                    <a:pt x="2634" y="24"/>
                    <a:pt x="2557" y="0"/>
                    <a:pt x="24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58"/>
            <p:cNvSpPr/>
            <p:nvPr/>
          </p:nvSpPr>
          <p:spPr>
            <a:xfrm>
              <a:off x="1101350" y="2440525"/>
              <a:ext cx="70125" cy="51150"/>
            </a:xfrm>
            <a:custGeom>
              <a:avLst/>
              <a:gdLst/>
              <a:ahLst/>
              <a:cxnLst/>
              <a:rect l="l" t="t" r="r" b="b"/>
              <a:pathLst>
                <a:path w="2805" h="2046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38"/>
                    <a:pt x="449" y="714"/>
                    <a:pt x="363" y="714"/>
                  </a:cubicBezTo>
                  <a:cubicBezTo>
                    <a:pt x="276" y="714"/>
                    <a:pt x="189" y="738"/>
                    <a:pt x="126" y="785"/>
                  </a:cubicBezTo>
                  <a:cubicBezTo>
                    <a:pt x="0" y="911"/>
                    <a:pt x="0" y="1163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4"/>
                    <a:pt x="1292" y="1951"/>
                  </a:cubicBezTo>
                  <a:lnTo>
                    <a:pt x="2678" y="564"/>
                  </a:lnTo>
                  <a:cubicBezTo>
                    <a:pt x="2804" y="438"/>
                    <a:pt x="2804" y="186"/>
                    <a:pt x="2678" y="92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58"/>
            <p:cNvSpPr/>
            <p:nvPr/>
          </p:nvSpPr>
          <p:spPr>
            <a:xfrm>
              <a:off x="1101350" y="2388550"/>
              <a:ext cx="70125" cy="51125"/>
            </a:xfrm>
            <a:custGeom>
              <a:avLst/>
              <a:gdLst/>
              <a:ahLst/>
              <a:cxnLst/>
              <a:rect l="l" t="t" r="r" b="b"/>
              <a:pathLst>
                <a:path w="2805" h="2045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22"/>
                    <a:pt x="449" y="690"/>
                    <a:pt x="363" y="690"/>
                  </a:cubicBezTo>
                  <a:cubicBezTo>
                    <a:pt x="276" y="690"/>
                    <a:pt x="189" y="722"/>
                    <a:pt x="126" y="785"/>
                  </a:cubicBezTo>
                  <a:cubicBezTo>
                    <a:pt x="0" y="911"/>
                    <a:pt x="0" y="1131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3"/>
                    <a:pt x="1292" y="1919"/>
                  </a:cubicBezTo>
                  <a:lnTo>
                    <a:pt x="2678" y="532"/>
                  </a:lnTo>
                  <a:cubicBezTo>
                    <a:pt x="2804" y="438"/>
                    <a:pt x="2804" y="186"/>
                    <a:pt x="2678" y="91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58"/>
            <p:cNvSpPr/>
            <p:nvPr/>
          </p:nvSpPr>
          <p:spPr>
            <a:xfrm>
              <a:off x="1049375" y="2318350"/>
              <a:ext cx="298525" cy="295400"/>
            </a:xfrm>
            <a:custGeom>
              <a:avLst/>
              <a:gdLst/>
              <a:ahLst/>
              <a:cxnLst/>
              <a:rect l="l" t="t" r="r" b="b"/>
              <a:pathLst>
                <a:path w="11941" h="11816" extrusionOk="0">
                  <a:moveTo>
                    <a:pt x="6963" y="1198"/>
                  </a:moveTo>
                  <a:lnTo>
                    <a:pt x="7876" y="2143"/>
                  </a:lnTo>
                  <a:lnTo>
                    <a:pt x="6963" y="2143"/>
                  </a:lnTo>
                  <a:lnTo>
                    <a:pt x="6963" y="1198"/>
                  </a:lnTo>
                  <a:close/>
                  <a:moveTo>
                    <a:pt x="10286" y="3498"/>
                  </a:moveTo>
                  <a:cubicBezTo>
                    <a:pt x="10373" y="3498"/>
                    <a:pt x="10460" y="3530"/>
                    <a:pt x="10523" y="3593"/>
                  </a:cubicBezTo>
                  <a:lnTo>
                    <a:pt x="10995" y="4065"/>
                  </a:lnTo>
                  <a:cubicBezTo>
                    <a:pt x="11184" y="4223"/>
                    <a:pt x="11184" y="4475"/>
                    <a:pt x="11027" y="4569"/>
                  </a:cubicBezTo>
                  <a:lnTo>
                    <a:pt x="10806" y="4821"/>
                  </a:lnTo>
                  <a:lnTo>
                    <a:pt x="9798" y="3845"/>
                  </a:lnTo>
                  <a:lnTo>
                    <a:pt x="10050" y="3593"/>
                  </a:lnTo>
                  <a:cubicBezTo>
                    <a:pt x="10113" y="3530"/>
                    <a:pt x="10200" y="3498"/>
                    <a:pt x="10286" y="3498"/>
                  </a:cubicBezTo>
                  <a:close/>
                  <a:moveTo>
                    <a:pt x="9294" y="4349"/>
                  </a:moveTo>
                  <a:lnTo>
                    <a:pt x="10271" y="5325"/>
                  </a:lnTo>
                  <a:lnTo>
                    <a:pt x="7845" y="7783"/>
                  </a:lnTo>
                  <a:lnTo>
                    <a:pt x="6868" y="6774"/>
                  </a:lnTo>
                  <a:lnTo>
                    <a:pt x="9294" y="4349"/>
                  </a:lnTo>
                  <a:close/>
                  <a:moveTo>
                    <a:pt x="6585" y="7499"/>
                  </a:moveTo>
                  <a:lnTo>
                    <a:pt x="7183" y="8098"/>
                  </a:lnTo>
                  <a:lnTo>
                    <a:pt x="6427" y="8255"/>
                  </a:lnTo>
                  <a:lnTo>
                    <a:pt x="6585" y="7499"/>
                  </a:lnTo>
                  <a:close/>
                  <a:moveTo>
                    <a:pt x="6994" y="10398"/>
                  </a:moveTo>
                  <a:lnTo>
                    <a:pt x="6994" y="10776"/>
                  </a:lnTo>
                  <a:cubicBezTo>
                    <a:pt x="6994" y="10870"/>
                    <a:pt x="7057" y="10996"/>
                    <a:pt x="7089" y="11122"/>
                  </a:cubicBezTo>
                  <a:lnTo>
                    <a:pt x="1071" y="11122"/>
                  </a:lnTo>
                  <a:cubicBezTo>
                    <a:pt x="882" y="11122"/>
                    <a:pt x="693" y="10965"/>
                    <a:pt x="693" y="10776"/>
                  </a:cubicBezTo>
                  <a:lnTo>
                    <a:pt x="693" y="10398"/>
                  </a:lnTo>
                  <a:close/>
                  <a:moveTo>
                    <a:pt x="6270" y="663"/>
                  </a:moveTo>
                  <a:lnTo>
                    <a:pt x="6270" y="2458"/>
                  </a:lnTo>
                  <a:cubicBezTo>
                    <a:pt x="6270" y="2647"/>
                    <a:pt x="6427" y="2805"/>
                    <a:pt x="6616" y="2805"/>
                  </a:cubicBezTo>
                  <a:lnTo>
                    <a:pt x="8349" y="2805"/>
                  </a:lnTo>
                  <a:lnTo>
                    <a:pt x="8349" y="4286"/>
                  </a:lnTo>
                  <a:lnTo>
                    <a:pt x="6112" y="6554"/>
                  </a:lnTo>
                  <a:cubicBezTo>
                    <a:pt x="6081" y="6585"/>
                    <a:pt x="6018" y="6680"/>
                    <a:pt x="6018" y="6711"/>
                  </a:cubicBezTo>
                  <a:lnTo>
                    <a:pt x="5608" y="8633"/>
                  </a:lnTo>
                  <a:cubicBezTo>
                    <a:pt x="5545" y="8759"/>
                    <a:pt x="5608" y="8885"/>
                    <a:pt x="5671" y="8948"/>
                  </a:cubicBezTo>
                  <a:cubicBezTo>
                    <a:pt x="5742" y="9019"/>
                    <a:pt x="5813" y="9055"/>
                    <a:pt x="5897" y="9055"/>
                  </a:cubicBezTo>
                  <a:cubicBezTo>
                    <a:pt x="5925" y="9055"/>
                    <a:pt x="5955" y="9051"/>
                    <a:pt x="5986" y="9043"/>
                  </a:cubicBezTo>
                  <a:lnTo>
                    <a:pt x="7908" y="8602"/>
                  </a:lnTo>
                  <a:cubicBezTo>
                    <a:pt x="8002" y="8602"/>
                    <a:pt x="8034" y="8570"/>
                    <a:pt x="8065" y="8507"/>
                  </a:cubicBezTo>
                  <a:lnTo>
                    <a:pt x="8349" y="8255"/>
                  </a:lnTo>
                  <a:lnTo>
                    <a:pt x="8349" y="10807"/>
                  </a:lnTo>
                  <a:lnTo>
                    <a:pt x="8380" y="10807"/>
                  </a:lnTo>
                  <a:cubicBezTo>
                    <a:pt x="8380" y="10996"/>
                    <a:pt x="8223" y="11154"/>
                    <a:pt x="8034" y="11154"/>
                  </a:cubicBezTo>
                  <a:cubicBezTo>
                    <a:pt x="7845" y="11154"/>
                    <a:pt x="7687" y="10996"/>
                    <a:pt x="7687" y="10807"/>
                  </a:cubicBezTo>
                  <a:lnTo>
                    <a:pt x="7687" y="10083"/>
                  </a:lnTo>
                  <a:cubicBezTo>
                    <a:pt x="7687" y="9893"/>
                    <a:pt x="7530" y="9736"/>
                    <a:pt x="7309" y="9736"/>
                  </a:cubicBezTo>
                  <a:lnTo>
                    <a:pt x="1386" y="9736"/>
                  </a:lnTo>
                  <a:lnTo>
                    <a:pt x="1386" y="663"/>
                  </a:lnTo>
                  <a:close/>
                  <a:moveTo>
                    <a:pt x="1071" y="1"/>
                  </a:moveTo>
                  <a:cubicBezTo>
                    <a:pt x="882" y="1"/>
                    <a:pt x="693" y="158"/>
                    <a:pt x="693" y="379"/>
                  </a:cubicBezTo>
                  <a:lnTo>
                    <a:pt x="693" y="9736"/>
                  </a:lnTo>
                  <a:lnTo>
                    <a:pt x="347" y="9736"/>
                  </a:lnTo>
                  <a:cubicBezTo>
                    <a:pt x="158" y="9736"/>
                    <a:pt x="0" y="9893"/>
                    <a:pt x="0" y="10083"/>
                  </a:cubicBezTo>
                  <a:lnTo>
                    <a:pt x="0" y="10807"/>
                  </a:lnTo>
                  <a:cubicBezTo>
                    <a:pt x="0" y="11406"/>
                    <a:pt x="473" y="11815"/>
                    <a:pt x="1008" y="11815"/>
                  </a:cubicBezTo>
                  <a:lnTo>
                    <a:pt x="8002" y="11815"/>
                  </a:lnTo>
                  <a:cubicBezTo>
                    <a:pt x="8569" y="11815"/>
                    <a:pt x="9011" y="11343"/>
                    <a:pt x="9011" y="10807"/>
                  </a:cubicBezTo>
                  <a:lnTo>
                    <a:pt x="9011" y="7562"/>
                  </a:lnTo>
                  <a:lnTo>
                    <a:pt x="11499" y="5105"/>
                  </a:lnTo>
                  <a:cubicBezTo>
                    <a:pt x="11940" y="4664"/>
                    <a:pt x="11940" y="4034"/>
                    <a:pt x="11531" y="3593"/>
                  </a:cubicBezTo>
                  <a:lnTo>
                    <a:pt x="11058" y="3120"/>
                  </a:lnTo>
                  <a:cubicBezTo>
                    <a:pt x="10869" y="2931"/>
                    <a:pt x="10609" y="2836"/>
                    <a:pt x="10346" y="2836"/>
                  </a:cubicBezTo>
                  <a:cubicBezTo>
                    <a:pt x="10082" y="2836"/>
                    <a:pt x="9814" y="2931"/>
                    <a:pt x="9609" y="3120"/>
                  </a:cubicBezTo>
                  <a:lnTo>
                    <a:pt x="9105" y="3624"/>
                  </a:lnTo>
                  <a:lnTo>
                    <a:pt x="9105" y="2490"/>
                  </a:lnTo>
                  <a:cubicBezTo>
                    <a:pt x="9105" y="2427"/>
                    <a:pt x="9074" y="2332"/>
                    <a:pt x="8979" y="2269"/>
                  </a:cubicBezTo>
                  <a:lnTo>
                    <a:pt x="6900" y="127"/>
                  </a:lnTo>
                  <a:cubicBezTo>
                    <a:pt x="6805" y="64"/>
                    <a:pt x="6742" y="1"/>
                    <a:pt x="66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1" name="Google Shape;4391;p58"/>
          <p:cNvGrpSpPr/>
          <p:nvPr/>
        </p:nvGrpSpPr>
        <p:grpSpPr>
          <a:xfrm>
            <a:off x="7307182" y="2397023"/>
            <a:ext cx="350371" cy="348247"/>
            <a:chOff x="5045775" y="1946400"/>
            <a:chExt cx="296950" cy="295150"/>
          </a:xfrm>
        </p:grpSpPr>
        <p:sp>
          <p:nvSpPr>
            <p:cNvPr id="4392" name="Google Shape;4392;p58"/>
            <p:cNvSpPr/>
            <p:nvPr/>
          </p:nvSpPr>
          <p:spPr>
            <a:xfrm>
              <a:off x="5113500" y="1998600"/>
              <a:ext cx="160700" cy="155950"/>
            </a:xfrm>
            <a:custGeom>
              <a:avLst/>
              <a:gdLst/>
              <a:ahLst/>
              <a:cxnLst/>
              <a:rect l="l" t="t" r="r" b="b"/>
              <a:pathLst>
                <a:path w="6428" h="6238" extrusionOk="0">
                  <a:moveTo>
                    <a:pt x="3309" y="2079"/>
                  </a:moveTo>
                  <a:cubicBezTo>
                    <a:pt x="3718" y="2079"/>
                    <a:pt x="4033" y="2394"/>
                    <a:pt x="4033" y="2804"/>
                  </a:cubicBezTo>
                  <a:cubicBezTo>
                    <a:pt x="4033" y="3182"/>
                    <a:pt x="3718" y="3497"/>
                    <a:pt x="3309" y="3497"/>
                  </a:cubicBezTo>
                  <a:cubicBezTo>
                    <a:pt x="2931" y="3497"/>
                    <a:pt x="2616" y="3150"/>
                    <a:pt x="2616" y="2804"/>
                  </a:cubicBezTo>
                  <a:cubicBezTo>
                    <a:pt x="2616" y="2394"/>
                    <a:pt x="2931" y="2079"/>
                    <a:pt x="3309" y="2079"/>
                  </a:cubicBezTo>
                  <a:close/>
                  <a:moveTo>
                    <a:pt x="3403" y="662"/>
                  </a:moveTo>
                  <a:cubicBezTo>
                    <a:pt x="4726" y="662"/>
                    <a:pt x="5798" y="1764"/>
                    <a:pt x="5798" y="3119"/>
                  </a:cubicBezTo>
                  <a:cubicBezTo>
                    <a:pt x="5703" y="3655"/>
                    <a:pt x="5546" y="4222"/>
                    <a:pt x="5199" y="4663"/>
                  </a:cubicBezTo>
                  <a:cubicBezTo>
                    <a:pt x="5010" y="4253"/>
                    <a:pt x="4726" y="3938"/>
                    <a:pt x="4348" y="3686"/>
                  </a:cubicBezTo>
                  <a:cubicBezTo>
                    <a:pt x="4569" y="3466"/>
                    <a:pt x="4726" y="3119"/>
                    <a:pt x="4726" y="2741"/>
                  </a:cubicBezTo>
                  <a:cubicBezTo>
                    <a:pt x="4726" y="2016"/>
                    <a:pt x="4096" y="1386"/>
                    <a:pt x="3340" y="1386"/>
                  </a:cubicBezTo>
                  <a:cubicBezTo>
                    <a:pt x="2616" y="1386"/>
                    <a:pt x="1986" y="2016"/>
                    <a:pt x="1986" y="2741"/>
                  </a:cubicBezTo>
                  <a:cubicBezTo>
                    <a:pt x="1986" y="3119"/>
                    <a:pt x="2143" y="3466"/>
                    <a:pt x="2364" y="3686"/>
                  </a:cubicBezTo>
                  <a:cubicBezTo>
                    <a:pt x="1986" y="3907"/>
                    <a:pt x="1702" y="4253"/>
                    <a:pt x="1513" y="4663"/>
                  </a:cubicBezTo>
                  <a:cubicBezTo>
                    <a:pt x="1072" y="4096"/>
                    <a:pt x="883" y="3434"/>
                    <a:pt x="977" y="2772"/>
                  </a:cubicBezTo>
                  <a:cubicBezTo>
                    <a:pt x="1135" y="1670"/>
                    <a:pt x="2143" y="662"/>
                    <a:pt x="3403" y="662"/>
                  </a:cubicBezTo>
                  <a:close/>
                  <a:moveTo>
                    <a:pt x="3309" y="4190"/>
                  </a:moveTo>
                  <a:cubicBezTo>
                    <a:pt x="3939" y="4190"/>
                    <a:pt x="4443" y="4600"/>
                    <a:pt x="4663" y="5167"/>
                  </a:cubicBezTo>
                  <a:cubicBezTo>
                    <a:pt x="4254" y="5450"/>
                    <a:pt x="3781" y="5545"/>
                    <a:pt x="3309" y="5545"/>
                  </a:cubicBezTo>
                  <a:cubicBezTo>
                    <a:pt x="2836" y="5545"/>
                    <a:pt x="2364" y="5387"/>
                    <a:pt x="1986" y="5167"/>
                  </a:cubicBezTo>
                  <a:cubicBezTo>
                    <a:pt x="2143" y="4568"/>
                    <a:pt x="2679" y="4190"/>
                    <a:pt x="3309" y="4190"/>
                  </a:cubicBezTo>
                  <a:close/>
                  <a:moveTo>
                    <a:pt x="3309" y="0"/>
                  </a:moveTo>
                  <a:cubicBezTo>
                    <a:pt x="1733" y="0"/>
                    <a:pt x="410" y="1229"/>
                    <a:pt x="253" y="2678"/>
                  </a:cubicBezTo>
                  <a:cubicBezTo>
                    <a:pt x="1" y="4600"/>
                    <a:pt x="1450" y="6238"/>
                    <a:pt x="3309" y="6238"/>
                  </a:cubicBezTo>
                  <a:cubicBezTo>
                    <a:pt x="5042" y="6238"/>
                    <a:pt x="6428" y="4820"/>
                    <a:pt x="6428" y="3119"/>
                  </a:cubicBezTo>
                  <a:cubicBezTo>
                    <a:pt x="6428" y="1418"/>
                    <a:pt x="5042" y="0"/>
                    <a:pt x="3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58"/>
            <p:cNvSpPr/>
            <p:nvPr/>
          </p:nvSpPr>
          <p:spPr>
            <a:xfrm>
              <a:off x="5045775" y="1946400"/>
              <a:ext cx="296950" cy="295150"/>
            </a:xfrm>
            <a:custGeom>
              <a:avLst/>
              <a:gdLst/>
              <a:ahLst/>
              <a:cxnLst/>
              <a:rect l="l" t="t" r="r" b="b"/>
              <a:pathLst>
                <a:path w="11878" h="11806" extrusionOk="0">
                  <a:moveTo>
                    <a:pt x="6018" y="765"/>
                  </a:moveTo>
                  <a:lnTo>
                    <a:pt x="6868" y="1426"/>
                  </a:lnTo>
                  <a:cubicBezTo>
                    <a:pt x="6963" y="1458"/>
                    <a:pt x="7026" y="1489"/>
                    <a:pt x="7152" y="1489"/>
                  </a:cubicBezTo>
                  <a:lnTo>
                    <a:pt x="8223" y="1332"/>
                  </a:lnTo>
                  <a:lnTo>
                    <a:pt x="8664" y="2372"/>
                  </a:lnTo>
                  <a:cubicBezTo>
                    <a:pt x="8696" y="2435"/>
                    <a:pt x="8790" y="2529"/>
                    <a:pt x="8853" y="2561"/>
                  </a:cubicBezTo>
                  <a:lnTo>
                    <a:pt x="9893" y="2970"/>
                  </a:lnTo>
                  <a:lnTo>
                    <a:pt x="9735" y="4073"/>
                  </a:lnTo>
                  <a:cubicBezTo>
                    <a:pt x="9735" y="4136"/>
                    <a:pt x="9735" y="4262"/>
                    <a:pt x="9798" y="4325"/>
                  </a:cubicBezTo>
                  <a:lnTo>
                    <a:pt x="10460" y="5207"/>
                  </a:lnTo>
                  <a:lnTo>
                    <a:pt x="9798" y="6058"/>
                  </a:lnTo>
                  <a:cubicBezTo>
                    <a:pt x="9767" y="6152"/>
                    <a:pt x="9735" y="6215"/>
                    <a:pt x="9735" y="6341"/>
                  </a:cubicBezTo>
                  <a:lnTo>
                    <a:pt x="9893" y="7444"/>
                  </a:lnTo>
                  <a:lnTo>
                    <a:pt x="8853" y="7853"/>
                  </a:lnTo>
                  <a:cubicBezTo>
                    <a:pt x="8790" y="7885"/>
                    <a:pt x="8696" y="7948"/>
                    <a:pt x="8664" y="8042"/>
                  </a:cubicBezTo>
                  <a:lnTo>
                    <a:pt x="8255" y="9051"/>
                  </a:lnTo>
                  <a:lnTo>
                    <a:pt x="7120" y="8893"/>
                  </a:lnTo>
                  <a:cubicBezTo>
                    <a:pt x="7057" y="8893"/>
                    <a:pt x="6931" y="8893"/>
                    <a:pt x="6837" y="8988"/>
                  </a:cubicBezTo>
                  <a:lnTo>
                    <a:pt x="5986" y="9649"/>
                  </a:lnTo>
                  <a:lnTo>
                    <a:pt x="5104" y="8988"/>
                  </a:lnTo>
                  <a:cubicBezTo>
                    <a:pt x="5041" y="8925"/>
                    <a:pt x="5010" y="8893"/>
                    <a:pt x="4915" y="8893"/>
                  </a:cubicBezTo>
                  <a:lnTo>
                    <a:pt x="4884" y="8893"/>
                  </a:lnTo>
                  <a:lnTo>
                    <a:pt x="3781" y="9051"/>
                  </a:lnTo>
                  <a:lnTo>
                    <a:pt x="3371" y="8042"/>
                  </a:lnTo>
                  <a:cubicBezTo>
                    <a:pt x="3340" y="7948"/>
                    <a:pt x="3277" y="7885"/>
                    <a:pt x="3182" y="7853"/>
                  </a:cubicBezTo>
                  <a:lnTo>
                    <a:pt x="2143" y="7444"/>
                  </a:lnTo>
                  <a:lnTo>
                    <a:pt x="2300" y="6341"/>
                  </a:lnTo>
                  <a:cubicBezTo>
                    <a:pt x="2300" y="6278"/>
                    <a:pt x="2300" y="6152"/>
                    <a:pt x="2237" y="6058"/>
                  </a:cubicBezTo>
                  <a:lnTo>
                    <a:pt x="1576" y="5207"/>
                  </a:lnTo>
                  <a:lnTo>
                    <a:pt x="2237" y="4325"/>
                  </a:lnTo>
                  <a:cubicBezTo>
                    <a:pt x="2269" y="4262"/>
                    <a:pt x="2300" y="4167"/>
                    <a:pt x="2300" y="4073"/>
                  </a:cubicBezTo>
                  <a:lnTo>
                    <a:pt x="2143" y="2970"/>
                  </a:lnTo>
                  <a:lnTo>
                    <a:pt x="3182" y="2561"/>
                  </a:lnTo>
                  <a:cubicBezTo>
                    <a:pt x="3277" y="2529"/>
                    <a:pt x="3340" y="2435"/>
                    <a:pt x="3371" y="2372"/>
                  </a:cubicBezTo>
                  <a:lnTo>
                    <a:pt x="3812" y="1332"/>
                  </a:lnTo>
                  <a:lnTo>
                    <a:pt x="4884" y="1489"/>
                  </a:lnTo>
                  <a:cubicBezTo>
                    <a:pt x="4947" y="1489"/>
                    <a:pt x="5073" y="1489"/>
                    <a:pt x="5167" y="1426"/>
                  </a:cubicBezTo>
                  <a:lnTo>
                    <a:pt x="6018" y="765"/>
                  </a:lnTo>
                  <a:close/>
                  <a:moveTo>
                    <a:pt x="2174" y="8168"/>
                  </a:moveTo>
                  <a:lnTo>
                    <a:pt x="2804" y="8420"/>
                  </a:lnTo>
                  <a:lnTo>
                    <a:pt x="3277" y="9586"/>
                  </a:lnTo>
                  <a:cubicBezTo>
                    <a:pt x="3308" y="9681"/>
                    <a:pt x="3434" y="9775"/>
                    <a:pt x="3529" y="9775"/>
                  </a:cubicBezTo>
                  <a:lnTo>
                    <a:pt x="2647" y="10720"/>
                  </a:lnTo>
                  <a:lnTo>
                    <a:pt x="2426" y="9649"/>
                  </a:lnTo>
                  <a:cubicBezTo>
                    <a:pt x="2395" y="9523"/>
                    <a:pt x="2332" y="9429"/>
                    <a:pt x="2174" y="9366"/>
                  </a:cubicBezTo>
                  <a:lnTo>
                    <a:pt x="1134" y="9177"/>
                  </a:lnTo>
                  <a:lnTo>
                    <a:pt x="2174" y="8168"/>
                  </a:lnTo>
                  <a:close/>
                  <a:moveTo>
                    <a:pt x="9861" y="8105"/>
                  </a:moveTo>
                  <a:lnTo>
                    <a:pt x="10901" y="9145"/>
                  </a:lnTo>
                  <a:lnTo>
                    <a:pt x="9893" y="9366"/>
                  </a:lnTo>
                  <a:cubicBezTo>
                    <a:pt x="9767" y="9429"/>
                    <a:pt x="9641" y="9492"/>
                    <a:pt x="9609" y="9649"/>
                  </a:cubicBezTo>
                  <a:lnTo>
                    <a:pt x="9389" y="10720"/>
                  </a:lnTo>
                  <a:lnTo>
                    <a:pt x="8507" y="9712"/>
                  </a:lnTo>
                  <a:cubicBezTo>
                    <a:pt x="8601" y="9712"/>
                    <a:pt x="8727" y="9649"/>
                    <a:pt x="8759" y="9523"/>
                  </a:cubicBezTo>
                  <a:lnTo>
                    <a:pt x="9231" y="8389"/>
                  </a:lnTo>
                  <a:lnTo>
                    <a:pt x="9861" y="8105"/>
                  </a:lnTo>
                  <a:close/>
                  <a:moveTo>
                    <a:pt x="6002" y="1"/>
                  </a:moveTo>
                  <a:cubicBezTo>
                    <a:pt x="5923" y="1"/>
                    <a:pt x="5844" y="24"/>
                    <a:pt x="5797" y="72"/>
                  </a:cubicBezTo>
                  <a:lnTo>
                    <a:pt x="4852" y="828"/>
                  </a:lnTo>
                  <a:lnTo>
                    <a:pt x="3623" y="670"/>
                  </a:lnTo>
                  <a:cubicBezTo>
                    <a:pt x="3607" y="667"/>
                    <a:pt x="3590" y="665"/>
                    <a:pt x="3573" y="665"/>
                  </a:cubicBezTo>
                  <a:cubicBezTo>
                    <a:pt x="3434" y="665"/>
                    <a:pt x="3305" y="775"/>
                    <a:pt x="3277" y="859"/>
                  </a:cubicBezTo>
                  <a:lnTo>
                    <a:pt x="2804" y="2025"/>
                  </a:lnTo>
                  <a:lnTo>
                    <a:pt x="1639" y="2498"/>
                  </a:lnTo>
                  <a:cubicBezTo>
                    <a:pt x="1481" y="2561"/>
                    <a:pt x="1418" y="2687"/>
                    <a:pt x="1450" y="2844"/>
                  </a:cubicBezTo>
                  <a:lnTo>
                    <a:pt x="1607" y="4073"/>
                  </a:lnTo>
                  <a:lnTo>
                    <a:pt x="851" y="5018"/>
                  </a:lnTo>
                  <a:cubicBezTo>
                    <a:pt x="788" y="5112"/>
                    <a:pt x="788" y="5333"/>
                    <a:pt x="851" y="5428"/>
                  </a:cubicBezTo>
                  <a:lnTo>
                    <a:pt x="1607" y="6373"/>
                  </a:lnTo>
                  <a:lnTo>
                    <a:pt x="1450" y="7601"/>
                  </a:lnTo>
                  <a:cubicBezTo>
                    <a:pt x="1450" y="7696"/>
                    <a:pt x="1450" y="7759"/>
                    <a:pt x="1481" y="7853"/>
                  </a:cubicBezTo>
                  <a:lnTo>
                    <a:pt x="189" y="9145"/>
                  </a:lnTo>
                  <a:cubicBezTo>
                    <a:pt x="0" y="9334"/>
                    <a:pt x="126" y="9649"/>
                    <a:pt x="347" y="9744"/>
                  </a:cubicBezTo>
                  <a:lnTo>
                    <a:pt x="1765" y="10059"/>
                  </a:lnTo>
                  <a:lnTo>
                    <a:pt x="2080" y="11539"/>
                  </a:lnTo>
                  <a:cubicBezTo>
                    <a:pt x="2099" y="11714"/>
                    <a:pt x="2250" y="11805"/>
                    <a:pt x="2407" y="11805"/>
                  </a:cubicBezTo>
                  <a:cubicBezTo>
                    <a:pt x="2505" y="11805"/>
                    <a:pt x="2606" y="11770"/>
                    <a:pt x="2678" y="11697"/>
                  </a:cubicBezTo>
                  <a:cubicBezTo>
                    <a:pt x="4410" y="9858"/>
                    <a:pt x="4587" y="9665"/>
                    <a:pt x="4601" y="9649"/>
                  </a:cubicBezTo>
                  <a:lnTo>
                    <a:pt x="4601" y="9649"/>
                  </a:lnTo>
                  <a:lnTo>
                    <a:pt x="4789" y="9618"/>
                  </a:lnTo>
                  <a:lnTo>
                    <a:pt x="5734" y="10374"/>
                  </a:lnTo>
                  <a:cubicBezTo>
                    <a:pt x="5829" y="10405"/>
                    <a:pt x="5860" y="10437"/>
                    <a:pt x="5955" y="10437"/>
                  </a:cubicBezTo>
                  <a:cubicBezTo>
                    <a:pt x="6018" y="10437"/>
                    <a:pt x="6112" y="10405"/>
                    <a:pt x="6144" y="10374"/>
                  </a:cubicBezTo>
                  <a:lnTo>
                    <a:pt x="7089" y="9618"/>
                  </a:lnTo>
                  <a:lnTo>
                    <a:pt x="7278" y="9649"/>
                  </a:lnTo>
                  <a:lnTo>
                    <a:pt x="9200" y="11697"/>
                  </a:lnTo>
                  <a:cubicBezTo>
                    <a:pt x="9284" y="11770"/>
                    <a:pt x="9388" y="11805"/>
                    <a:pt x="9485" y="11805"/>
                  </a:cubicBezTo>
                  <a:cubicBezTo>
                    <a:pt x="9640" y="11805"/>
                    <a:pt x="9779" y="11714"/>
                    <a:pt x="9798" y="11539"/>
                  </a:cubicBezTo>
                  <a:lnTo>
                    <a:pt x="10113" y="10059"/>
                  </a:lnTo>
                  <a:lnTo>
                    <a:pt x="11531" y="9744"/>
                  </a:lnTo>
                  <a:cubicBezTo>
                    <a:pt x="11815" y="9681"/>
                    <a:pt x="11878" y="9334"/>
                    <a:pt x="11689" y="9145"/>
                  </a:cubicBezTo>
                  <a:lnTo>
                    <a:pt x="10523" y="7853"/>
                  </a:lnTo>
                  <a:cubicBezTo>
                    <a:pt x="10554" y="7759"/>
                    <a:pt x="10586" y="7696"/>
                    <a:pt x="10554" y="7601"/>
                  </a:cubicBezTo>
                  <a:lnTo>
                    <a:pt x="10397" y="6373"/>
                  </a:lnTo>
                  <a:lnTo>
                    <a:pt x="11153" y="5428"/>
                  </a:lnTo>
                  <a:cubicBezTo>
                    <a:pt x="11216" y="5333"/>
                    <a:pt x="11216" y="5112"/>
                    <a:pt x="11153" y="5018"/>
                  </a:cubicBezTo>
                  <a:lnTo>
                    <a:pt x="10397" y="4073"/>
                  </a:lnTo>
                  <a:lnTo>
                    <a:pt x="10554" y="2844"/>
                  </a:lnTo>
                  <a:cubicBezTo>
                    <a:pt x="10586" y="2687"/>
                    <a:pt x="10460" y="2529"/>
                    <a:pt x="10365" y="2498"/>
                  </a:cubicBezTo>
                  <a:lnTo>
                    <a:pt x="9200" y="2025"/>
                  </a:lnTo>
                  <a:lnTo>
                    <a:pt x="8727" y="859"/>
                  </a:lnTo>
                  <a:cubicBezTo>
                    <a:pt x="8675" y="728"/>
                    <a:pt x="8578" y="662"/>
                    <a:pt x="8457" y="662"/>
                  </a:cubicBezTo>
                  <a:cubicBezTo>
                    <a:pt x="8432" y="662"/>
                    <a:pt x="8407" y="665"/>
                    <a:pt x="8381" y="670"/>
                  </a:cubicBezTo>
                  <a:lnTo>
                    <a:pt x="7152" y="828"/>
                  </a:lnTo>
                  <a:lnTo>
                    <a:pt x="6207" y="72"/>
                  </a:lnTo>
                  <a:cubicBezTo>
                    <a:pt x="6160" y="24"/>
                    <a:pt x="6081" y="1"/>
                    <a:pt x="6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4" name="Google Shape;4394;p58"/>
          <p:cNvGrpSpPr/>
          <p:nvPr/>
        </p:nvGrpSpPr>
        <p:grpSpPr>
          <a:xfrm>
            <a:off x="5374356" y="2396433"/>
            <a:ext cx="328071" cy="349427"/>
            <a:chOff x="5421475" y="1945825"/>
            <a:chExt cx="278050" cy="296150"/>
          </a:xfrm>
        </p:grpSpPr>
        <p:sp>
          <p:nvSpPr>
            <p:cNvPr id="4395" name="Google Shape;4395;p58"/>
            <p:cNvSpPr/>
            <p:nvPr/>
          </p:nvSpPr>
          <p:spPr>
            <a:xfrm>
              <a:off x="5472650" y="1999375"/>
              <a:ext cx="172525" cy="242600"/>
            </a:xfrm>
            <a:custGeom>
              <a:avLst/>
              <a:gdLst/>
              <a:ahLst/>
              <a:cxnLst/>
              <a:rect l="l" t="t" r="r" b="b"/>
              <a:pathLst>
                <a:path w="6901" h="9704" extrusionOk="0">
                  <a:moveTo>
                    <a:pt x="1765" y="1355"/>
                  </a:moveTo>
                  <a:cubicBezTo>
                    <a:pt x="1986" y="1355"/>
                    <a:pt x="2143" y="1513"/>
                    <a:pt x="2143" y="1702"/>
                  </a:cubicBezTo>
                  <a:lnTo>
                    <a:pt x="2143" y="2048"/>
                  </a:lnTo>
                  <a:lnTo>
                    <a:pt x="1765" y="2048"/>
                  </a:lnTo>
                  <a:cubicBezTo>
                    <a:pt x="1671" y="2048"/>
                    <a:pt x="1545" y="2048"/>
                    <a:pt x="1419" y="2111"/>
                  </a:cubicBezTo>
                  <a:lnTo>
                    <a:pt x="1419" y="1702"/>
                  </a:lnTo>
                  <a:cubicBezTo>
                    <a:pt x="1419" y="1513"/>
                    <a:pt x="1576" y="1355"/>
                    <a:pt x="1765" y="1355"/>
                  </a:cubicBezTo>
                  <a:close/>
                  <a:moveTo>
                    <a:pt x="3151" y="631"/>
                  </a:moveTo>
                  <a:cubicBezTo>
                    <a:pt x="3341" y="631"/>
                    <a:pt x="3498" y="788"/>
                    <a:pt x="3498" y="1009"/>
                  </a:cubicBezTo>
                  <a:lnTo>
                    <a:pt x="3498" y="2111"/>
                  </a:lnTo>
                  <a:cubicBezTo>
                    <a:pt x="3404" y="2048"/>
                    <a:pt x="3277" y="2017"/>
                    <a:pt x="3151" y="2017"/>
                  </a:cubicBezTo>
                  <a:lnTo>
                    <a:pt x="2805" y="2017"/>
                  </a:lnTo>
                  <a:lnTo>
                    <a:pt x="2805" y="1009"/>
                  </a:lnTo>
                  <a:cubicBezTo>
                    <a:pt x="2805" y="788"/>
                    <a:pt x="2962" y="631"/>
                    <a:pt x="3151" y="631"/>
                  </a:cubicBezTo>
                  <a:close/>
                  <a:moveTo>
                    <a:pt x="4538" y="1355"/>
                  </a:moveTo>
                  <a:cubicBezTo>
                    <a:pt x="4727" y="1355"/>
                    <a:pt x="4884" y="1513"/>
                    <a:pt x="4884" y="1702"/>
                  </a:cubicBezTo>
                  <a:lnTo>
                    <a:pt x="4884" y="3088"/>
                  </a:lnTo>
                  <a:cubicBezTo>
                    <a:pt x="4884" y="3277"/>
                    <a:pt x="4727" y="3435"/>
                    <a:pt x="4538" y="3435"/>
                  </a:cubicBezTo>
                  <a:cubicBezTo>
                    <a:pt x="4349" y="3435"/>
                    <a:pt x="4191" y="3277"/>
                    <a:pt x="4191" y="3088"/>
                  </a:cubicBezTo>
                  <a:lnTo>
                    <a:pt x="4191" y="1702"/>
                  </a:lnTo>
                  <a:cubicBezTo>
                    <a:pt x="4191" y="1513"/>
                    <a:pt x="4349" y="1355"/>
                    <a:pt x="4538" y="1355"/>
                  </a:cubicBezTo>
                  <a:close/>
                  <a:moveTo>
                    <a:pt x="5924" y="2017"/>
                  </a:moveTo>
                  <a:cubicBezTo>
                    <a:pt x="6113" y="2017"/>
                    <a:pt x="6270" y="2174"/>
                    <a:pt x="6270" y="2363"/>
                  </a:cubicBezTo>
                  <a:lnTo>
                    <a:pt x="6270" y="3088"/>
                  </a:lnTo>
                  <a:cubicBezTo>
                    <a:pt x="6270" y="3277"/>
                    <a:pt x="6113" y="3435"/>
                    <a:pt x="5924" y="3435"/>
                  </a:cubicBezTo>
                  <a:cubicBezTo>
                    <a:pt x="5703" y="3435"/>
                    <a:pt x="5546" y="3277"/>
                    <a:pt x="5546" y="3088"/>
                  </a:cubicBezTo>
                  <a:lnTo>
                    <a:pt x="5546" y="2363"/>
                  </a:lnTo>
                  <a:cubicBezTo>
                    <a:pt x="5546" y="2174"/>
                    <a:pt x="5703" y="2017"/>
                    <a:pt x="5924" y="2017"/>
                  </a:cubicBezTo>
                  <a:close/>
                  <a:moveTo>
                    <a:pt x="3120" y="2741"/>
                  </a:moveTo>
                  <a:cubicBezTo>
                    <a:pt x="3309" y="2741"/>
                    <a:pt x="3467" y="2899"/>
                    <a:pt x="3467" y="3088"/>
                  </a:cubicBezTo>
                  <a:cubicBezTo>
                    <a:pt x="3467" y="3277"/>
                    <a:pt x="3309" y="3435"/>
                    <a:pt x="3120" y="3435"/>
                  </a:cubicBezTo>
                  <a:lnTo>
                    <a:pt x="1734" y="3435"/>
                  </a:lnTo>
                  <a:cubicBezTo>
                    <a:pt x="1545" y="3435"/>
                    <a:pt x="1387" y="3592"/>
                    <a:pt x="1387" y="3781"/>
                  </a:cubicBezTo>
                  <a:cubicBezTo>
                    <a:pt x="1387" y="4002"/>
                    <a:pt x="1545" y="4159"/>
                    <a:pt x="1734" y="4159"/>
                  </a:cubicBezTo>
                  <a:cubicBezTo>
                    <a:pt x="2679" y="4159"/>
                    <a:pt x="3467" y="4947"/>
                    <a:pt x="3467" y="5892"/>
                  </a:cubicBezTo>
                  <a:cubicBezTo>
                    <a:pt x="3467" y="6081"/>
                    <a:pt x="3624" y="6238"/>
                    <a:pt x="3845" y="6238"/>
                  </a:cubicBezTo>
                  <a:cubicBezTo>
                    <a:pt x="4034" y="6238"/>
                    <a:pt x="4191" y="6081"/>
                    <a:pt x="4191" y="5892"/>
                  </a:cubicBezTo>
                  <a:cubicBezTo>
                    <a:pt x="4191" y="5167"/>
                    <a:pt x="3876" y="4537"/>
                    <a:pt x="3435" y="4096"/>
                  </a:cubicBezTo>
                  <a:cubicBezTo>
                    <a:pt x="3593" y="4065"/>
                    <a:pt x="3750" y="4002"/>
                    <a:pt x="3876" y="3876"/>
                  </a:cubicBezTo>
                  <a:cubicBezTo>
                    <a:pt x="4065" y="4033"/>
                    <a:pt x="4317" y="4159"/>
                    <a:pt x="4569" y="4159"/>
                  </a:cubicBezTo>
                  <a:cubicBezTo>
                    <a:pt x="4853" y="4159"/>
                    <a:pt x="5073" y="4033"/>
                    <a:pt x="5294" y="3876"/>
                  </a:cubicBezTo>
                  <a:cubicBezTo>
                    <a:pt x="5483" y="4033"/>
                    <a:pt x="5703" y="4159"/>
                    <a:pt x="5987" y="4159"/>
                  </a:cubicBezTo>
                  <a:cubicBezTo>
                    <a:pt x="6113" y="4159"/>
                    <a:pt x="6239" y="4096"/>
                    <a:pt x="6333" y="4065"/>
                  </a:cubicBezTo>
                  <a:lnTo>
                    <a:pt x="6333" y="5167"/>
                  </a:lnTo>
                  <a:cubicBezTo>
                    <a:pt x="6333" y="5923"/>
                    <a:pt x="5861" y="6554"/>
                    <a:pt x="5199" y="6774"/>
                  </a:cubicBezTo>
                  <a:cubicBezTo>
                    <a:pt x="5042" y="6837"/>
                    <a:pt x="4979" y="6995"/>
                    <a:pt x="4979" y="7089"/>
                  </a:cubicBezTo>
                  <a:lnTo>
                    <a:pt x="4979" y="7562"/>
                  </a:lnTo>
                  <a:lnTo>
                    <a:pt x="2206" y="7562"/>
                  </a:lnTo>
                  <a:lnTo>
                    <a:pt x="2206" y="7089"/>
                  </a:lnTo>
                  <a:cubicBezTo>
                    <a:pt x="2206" y="6932"/>
                    <a:pt x="2143" y="6837"/>
                    <a:pt x="1986" y="6774"/>
                  </a:cubicBezTo>
                  <a:cubicBezTo>
                    <a:pt x="1261" y="6554"/>
                    <a:pt x="820" y="5892"/>
                    <a:pt x="820" y="5167"/>
                  </a:cubicBezTo>
                  <a:lnTo>
                    <a:pt x="820" y="3750"/>
                  </a:lnTo>
                  <a:lnTo>
                    <a:pt x="726" y="3750"/>
                  </a:lnTo>
                  <a:cubicBezTo>
                    <a:pt x="726" y="3151"/>
                    <a:pt x="1198" y="2741"/>
                    <a:pt x="1734" y="2741"/>
                  </a:cubicBezTo>
                  <a:close/>
                  <a:moveTo>
                    <a:pt x="5199" y="8286"/>
                  </a:moveTo>
                  <a:cubicBezTo>
                    <a:pt x="5388" y="8286"/>
                    <a:pt x="5546" y="8444"/>
                    <a:pt x="5546" y="8633"/>
                  </a:cubicBezTo>
                  <a:lnTo>
                    <a:pt x="5546" y="8979"/>
                  </a:lnTo>
                  <a:lnTo>
                    <a:pt x="1387" y="8979"/>
                  </a:lnTo>
                  <a:lnTo>
                    <a:pt x="1387" y="8633"/>
                  </a:lnTo>
                  <a:cubicBezTo>
                    <a:pt x="1387" y="8444"/>
                    <a:pt x="1545" y="8286"/>
                    <a:pt x="1734" y="8286"/>
                  </a:cubicBezTo>
                  <a:close/>
                  <a:moveTo>
                    <a:pt x="3120" y="1"/>
                  </a:moveTo>
                  <a:cubicBezTo>
                    <a:pt x="2647" y="1"/>
                    <a:pt x="2269" y="316"/>
                    <a:pt x="2143" y="757"/>
                  </a:cubicBezTo>
                  <a:cubicBezTo>
                    <a:pt x="2017" y="725"/>
                    <a:pt x="1891" y="694"/>
                    <a:pt x="1734" y="694"/>
                  </a:cubicBezTo>
                  <a:cubicBezTo>
                    <a:pt x="1167" y="694"/>
                    <a:pt x="726" y="1166"/>
                    <a:pt x="726" y="1702"/>
                  </a:cubicBezTo>
                  <a:lnTo>
                    <a:pt x="726" y="2426"/>
                  </a:lnTo>
                  <a:cubicBezTo>
                    <a:pt x="285" y="2678"/>
                    <a:pt x="1" y="3214"/>
                    <a:pt x="1" y="3750"/>
                  </a:cubicBezTo>
                  <a:lnTo>
                    <a:pt x="1" y="5136"/>
                  </a:lnTo>
                  <a:cubicBezTo>
                    <a:pt x="1" y="6081"/>
                    <a:pt x="568" y="6932"/>
                    <a:pt x="1387" y="7341"/>
                  </a:cubicBezTo>
                  <a:lnTo>
                    <a:pt x="1387" y="7656"/>
                  </a:lnTo>
                  <a:cubicBezTo>
                    <a:pt x="1009" y="7814"/>
                    <a:pt x="694" y="8160"/>
                    <a:pt x="694" y="8633"/>
                  </a:cubicBezTo>
                  <a:lnTo>
                    <a:pt x="694" y="9357"/>
                  </a:lnTo>
                  <a:cubicBezTo>
                    <a:pt x="694" y="9546"/>
                    <a:pt x="852" y="9704"/>
                    <a:pt x="1041" y="9704"/>
                  </a:cubicBezTo>
                  <a:lnTo>
                    <a:pt x="5892" y="9704"/>
                  </a:lnTo>
                  <a:cubicBezTo>
                    <a:pt x="6081" y="9704"/>
                    <a:pt x="6239" y="9546"/>
                    <a:pt x="6239" y="9357"/>
                  </a:cubicBezTo>
                  <a:lnTo>
                    <a:pt x="6239" y="8633"/>
                  </a:lnTo>
                  <a:cubicBezTo>
                    <a:pt x="6239" y="8192"/>
                    <a:pt x="5955" y="7814"/>
                    <a:pt x="5514" y="7656"/>
                  </a:cubicBezTo>
                  <a:lnTo>
                    <a:pt x="5514" y="7341"/>
                  </a:lnTo>
                  <a:cubicBezTo>
                    <a:pt x="6365" y="6932"/>
                    <a:pt x="6901" y="6081"/>
                    <a:pt x="6901" y="5136"/>
                  </a:cubicBezTo>
                  <a:lnTo>
                    <a:pt x="6901" y="2363"/>
                  </a:lnTo>
                  <a:cubicBezTo>
                    <a:pt x="6901" y="1796"/>
                    <a:pt x="6428" y="1355"/>
                    <a:pt x="5892" y="1355"/>
                  </a:cubicBezTo>
                  <a:cubicBezTo>
                    <a:pt x="5766" y="1355"/>
                    <a:pt x="5609" y="1387"/>
                    <a:pt x="5483" y="1418"/>
                  </a:cubicBezTo>
                  <a:cubicBezTo>
                    <a:pt x="5357" y="1009"/>
                    <a:pt x="4979" y="694"/>
                    <a:pt x="4506" y="694"/>
                  </a:cubicBezTo>
                  <a:cubicBezTo>
                    <a:pt x="4380" y="694"/>
                    <a:pt x="4223" y="725"/>
                    <a:pt x="4097" y="757"/>
                  </a:cubicBezTo>
                  <a:cubicBezTo>
                    <a:pt x="4002" y="316"/>
                    <a:pt x="3593" y="1"/>
                    <a:pt x="3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58"/>
            <p:cNvSpPr/>
            <p:nvPr/>
          </p:nvSpPr>
          <p:spPr>
            <a:xfrm>
              <a:off x="5559300" y="1945825"/>
              <a:ext cx="18150" cy="44125"/>
            </a:xfrm>
            <a:custGeom>
              <a:avLst/>
              <a:gdLst/>
              <a:ahLst/>
              <a:cxnLst/>
              <a:rect l="l" t="t" r="r" b="b"/>
              <a:pathLst>
                <a:path w="726" h="1765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418"/>
                  </a:lnTo>
                  <a:cubicBezTo>
                    <a:pt x="1" y="1607"/>
                    <a:pt x="158" y="1764"/>
                    <a:pt x="379" y="1764"/>
                  </a:cubicBezTo>
                  <a:cubicBezTo>
                    <a:pt x="568" y="1764"/>
                    <a:pt x="725" y="1607"/>
                    <a:pt x="725" y="1418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58"/>
            <p:cNvSpPr/>
            <p:nvPr/>
          </p:nvSpPr>
          <p:spPr>
            <a:xfrm>
              <a:off x="5611275" y="1963925"/>
              <a:ext cx="35475" cy="34500"/>
            </a:xfrm>
            <a:custGeom>
              <a:avLst/>
              <a:gdLst/>
              <a:ahLst/>
              <a:cxnLst/>
              <a:rect l="l" t="t" r="r" b="b"/>
              <a:pathLst>
                <a:path w="1419" h="1380" extrusionOk="0">
                  <a:moveTo>
                    <a:pt x="1076" y="1"/>
                  </a:moveTo>
                  <a:cubicBezTo>
                    <a:pt x="985" y="1"/>
                    <a:pt x="899" y="32"/>
                    <a:pt x="851" y="95"/>
                  </a:cubicBezTo>
                  <a:lnTo>
                    <a:pt x="127" y="788"/>
                  </a:lnTo>
                  <a:cubicBezTo>
                    <a:pt x="1" y="914"/>
                    <a:pt x="1" y="1166"/>
                    <a:pt x="127" y="1261"/>
                  </a:cubicBezTo>
                  <a:cubicBezTo>
                    <a:pt x="190" y="1340"/>
                    <a:pt x="284" y="1379"/>
                    <a:pt x="375" y="1379"/>
                  </a:cubicBezTo>
                  <a:cubicBezTo>
                    <a:pt x="466" y="1379"/>
                    <a:pt x="552" y="1340"/>
                    <a:pt x="599" y="1261"/>
                  </a:cubicBezTo>
                  <a:lnTo>
                    <a:pt x="1324" y="568"/>
                  </a:lnTo>
                  <a:cubicBezTo>
                    <a:pt x="1419" y="442"/>
                    <a:pt x="1419" y="221"/>
                    <a:pt x="1324" y="95"/>
                  </a:cubicBezTo>
                  <a:cubicBezTo>
                    <a:pt x="1261" y="32"/>
                    <a:pt x="1167" y="1"/>
                    <a:pt x="1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58"/>
            <p:cNvSpPr/>
            <p:nvPr/>
          </p:nvSpPr>
          <p:spPr>
            <a:xfrm>
              <a:off x="5664050" y="2067900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40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18" y="158"/>
                    <a:pt x="1261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58"/>
            <p:cNvSpPr/>
            <p:nvPr/>
          </p:nvSpPr>
          <p:spPr>
            <a:xfrm>
              <a:off x="5421475" y="2067900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78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58"/>
            <p:cNvSpPr/>
            <p:nvPr/>
          </p:nvSpPr>
          <p:spPr>
            <a:xfrm>
              <a:off x="5490000" y="1963925"/>
              <a:ext cx="35450" cy="33900"/>
            </a:xfrm>
            <a:custGeom>
              <a:avLst/>
              <a:gdLst/>
              <a:ahLst/>
              <a:cxnLst/>
              <a:rect l="l" t="t" r="r" b="b"/>
              <a:pathLst>
                <a:path w="1418" h="1356" extrusionOk="0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221"/>
                    <a:pt x="0" y="442"/>
                    <a:pt x="95" y="568"/>
                  </a:cubicBezTo>
                  <a:lnTo>
                    <a:pt x="819" y="1261"/>
                  </a:lnTo>
                  <a:cubicBezTo>
                    <a:pt x="866" y="1324"/>
                    <a:pt x="953" y="1356"/>
                    <a:pt x="1044" y="1356"/>
                  </a:cubicBezTo>
                  <a:cubicBezTo>
                    <a:pt x="1134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67" y="95"/>
                  </a:lnTo>
                  <a:cubicBezTo>
                    <a:pt x="520" y="32"/>
                    <a:pt x="433" y="1"/>
                    <a:pt x="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58"/>
            <p:cNvSpPr/>
            <p:nvPr/>
          </p:nvSpPr>
          <p:spPr>
            <a:xfrm>
              <a:off x="5437225" y="1997650"/>
              <a:ext cx="37825" cy="26325"/>
            </a:xfrm>
            <a:custGeom>
              <a:avLst/>
              <a:gdLst/>
              <a:ahLst/>
              <a:cxnLst/>
              <a:rect l="l" t="t" r="r" b="b"/>
              <a:pathLst>
                <a:path w="1513" h="1053" extrusionOk="0">
                  <a:moveTo>
                    <a:pt x="422" y="0"/>
                  </a:moveTo>
                  <a:cubicBezTo>
                    <a:pt x="285" y="0"/>
                    <a:pt x="140" y="81"/>
                    <a:pt x="95" y="196"/>
                  </a:cubicBezTo>
                  <a:cubicBezTo>
                    <a:pt x="0" y="353"/>
                    <a:pt x="95" y="574"/>
                    <a:pt x="252" y="668"/>
                  </a:cubicBezTo>
                  <a:lnTo>
                    <a:pt x="945" y="1015"/>
                  </a:lnTo>
                  <a:cubicBezTo>
                    <a:pt x="989" y="1041"/>
                    <a:pt x="1039" y="1052"/>
                    <a:pt x="1091" y="1052"/>
                  </a:cubicBezTo>
                  <a:cubicBezTo>
                    <a:pt x="1227" y="1052"/>
                    <a:pt x="1372" y="971"/>
                    <a:pt x="1418" y="857"/>
                  </a:cubicBezTo>
                  <a:cubicBezTo>
                    <a:pt x="1512" y="700"/>
                    <a:pt x="1418" y="479"/>
                    <a:pt x="1260" y="385"/>
                  </a:cubicBezTo>
                  <a:lnTo>
                    <a:pt x="567" y="38"/>
                  </a:lnTo>
                  <a:cubicBezTo>
                    <a:pt x="524" y="12"/>
                    <a:pt x="473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58"/>
            <p:cNvSpPr/>
            <p:nvPr/>
          </p:nvSpPr>
          <p:spPr>
            <a:xfrm>
              <a:off x="5645150" y="1998300"/>
              <a:ext cx="37825" cy="26900"/>
            </a:xfrm>
            <a:custGeom>
              <a:avLst/>
              <a:gdLst/>
              <a:ahLst/>
              <a:cxnLst/>
              <a:rect l="l" t="t" r="r" b="b"/>
              <a:pathLst>
                <a:path w="1513" h="1076" extrusionOk="0">
                  <a:moveTo>
                    <a:pt x="1098" y="0"/>
                  </a:moveTo>
                  <a:cubicBezTo>
                    <a:pt x="1046" y="0"/>
                    <a:pt x="994" y="14"/>
                    <a:pt x="946" y="44"/>
                  </a:cubicBezTo>
                  <a:lnTo>
                    <a:pt x="253" y="422"/>
                  </a:lnTo>
                  <a:cubicBezTo>
                    <a:pt x="95" y="485"/>
                    <a:pt x="1" y="674"/>
                    <a:pt x="95" y="894"/>
                  </a:cubicBezTo>
                  <a:cubicBezTo>
                    <a:pt x="142" y="1011"/>
                    <a:pt x="258" y="1076"/>
                    <a:pt x="405" y="1076"/>
                  </a:cubicBezTo>
                  <a:cubicBezTo>
                    <a:pt x="456" y="1076"/>
                    <a:pt x="511" y="1068"/>
                    <a:pt x="568" y="1052"/>
                  </a:cubicBezTo>
                  <a:lnTo>
                    <a:pt x="1261" y="674"/>
                  </a:lnTo>
                  <a:cubicBezTo>
                    <a:pt x="1418" y="611"/>
                    <a:pt x="1513" y="422"/>
                    <a:pt x="1418" y="201"/>
                  </a:cubicBezTo>
                  <a:cubicBezTo>
                    <a:pt x="1331" y="71"/>
                    <a:pt x="1214" y="0"/>
                    <a:pt x="10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03" name="Google Shape;4403;p58"/>
          <p:cNvGrpSpPr/>
          <p:nvPr/>
        </p:nvGrpSpPr>
        <p:grpSpPr>
          <a:xfrm>
            <a:off x="1498594" y="2438703"/>
            <a:ext cx="350401" cy="264888"/>
            <a:chOff x="3962775" y="1990700"/>
            <a:chExt cx="296975" cy="224500"/>
          </a:xfrm>
        </p:grpSpPr>
        <p:sp>
          <p:nvSpPr>
            <p:cNvPr id="4404" name="Google Shape;4404;p58"/>
            <p:cNvSpPr/>
            <p:nvPr/>
          </p:nvSpPr>
          <p:spPr>
            <a:xfrm>
              <a:off x="4216400" y="2093100"/>
              <a:ext cx="43350" cy="18150"/>
            </a:xfrm>
            <a:custGeom>
              <a:avLst/>
              <a:gdLst/>
              <a:ahLst/>
              <a:cxnLst/>
              <a:rect l="l" t="t" r="r" b="b"/>
              <a:pathLst>
                <a:path w="1734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387" y="725"/>
                  </a:lnTo>
                  <a:cubicBezTo>
                    <a:pt x="1576" y="725"/>
                    <a:pt x="1733" y="568"/>
                    <a:pt x="1733" y="347"/>
                  </a:cubicBezTo>
                  <a:cubicBezTo>
                    <a:pt x="1702" y="158"/>
                    <a:pt x="1544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58"/>
            <p:cNvSpPr/>
            <p:nvPr/>
          </p:nvSpPr>
          <p:spPr>
            <a:xfrm>
              <a:off x="4206950" y="2129325"/>
              <a:ext cx="35475" cy="33900"/>
            </a:xfrm>
            <a:custGeom>
              <a:avLst/>
              <a:gdLst/>
              <a:ahLst/>
              <a:cxnLst/>
              <a:rect l="l" t="t" r="r" b="b"/>
              <a:pathLst>
                <a:path w="1419" h="1356" extrusionOk="0">
                  <a:moveTo>
                    <a:pt x="351" y="1"/>
                  </a:moveTo>
                  <a:cubicBezTo>
                    <a:pt x="260" y="1"/>
                    <a:pt x="174" y="32"/>
                    <a:pt x="127" y="95"/>
                  </a:cubicBezTo>
                  <a:cubicBezTo>
                    <a:pt x="1" y="221"/>
                    <a:pt x="1" y="410"/>
                    <a:pt x="127" y="568"/>
                  </a:cubicBezTo>
                  <a:lnTo>
                    <a:pt x="820" y="1261"/>
                  </a:lnTo>
                  <a:cubicBezTo>
                    <a:pt x="883" y="1324"/>
                    <a:pt x="969" y="1356"/>
                    <a:pt x="1056" y="1356"/>
                  </a:cubicBezTo>
                  <a:cubicBezTo>
                    <a:pt x="1143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99" y="95"/>
                  </a:lnTo>
                  <a:cubicBezTo>
                    <a:pt x="536" y="32"/>
                    <a:pt x="442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58"/>
            <p:cNvSpPr/>
            <p:nvPr/>
          </p:nvSpPr>
          <p:spPr>
            <a:xfrm>
              <a:off x="4207750" y="2041900"/>
              <a:ext cx="35450" cy="34500"/>
            </a:xfrm>
            <a:custGeom>
              <a:avLst/>
              <a:gdLst/>
              <a:ahLst/>
              <a:cxnLst/>
              <a:rect l="l" t="t" r="r" b="b"/>
              <a:pathLst>
                <a:path w="1418" h="1380" extrusionOk="0">
                  <a:moveTo>
                    <a:pt x="1067" y="1"/>
                  </a:moveTo>
                  <a:cubicBezTo>
                    <a:pt x="977" y="1"/>
                    <a:pt x="882" y="32"/>
                    <a:pt x="819" y="95"/>
                  </a:cubicBezTo>
                  <a:lnTo>
                    <a:pt x="126" y="788"/>
                  </a:lnTo>
                  <a:cubicBezTo>
                    <a:pt x="0" y="914"/>
                    <a:pt x="0" y="1135"/>
                    <a:pt x="126" y="1261"/>
                  </a:cubicBezTo>
                  <a:cubicBezTo>
                    <a:pt x="189" y="1340"/>
                    <a:pt x="268" y="1379"/>
                    <a:pt x="351" y="1379"/>
                  </a:cubicBezTo>
                  <a:cubicBezTo>
                    <a:pt x="433" y="1379"/>
                    <a:pt x="520" y="1340"/>
                    <a:pt x="599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5"/>
                  </a:cubicBezTo>
                  <a:cubicBezTo>
                    <a:pt x="1244" y="32"/>
                    <a:pt x="1158" y="1"/>
                    <a:pt x="1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58"/>
            <p:cNvSpPr/>
            <p:nvPr/>
          </p:nvSpPr>
          <p:spPr>
            <a:xfrm>
              <a:off x="3962775" y="1990700"/>
              <a:ext cx="226075" cy="224500"/>
            </a:xfrm>
            <a:custGeom>
              <a:avLst/>
              <a:gdLst/>
              <a:ahLst/>
              <a:cxnLst/>
              <a:rect l="l" t="t" r="r" b="b"/>
              <a:pathLst>
                <a:path w="9043" h="8980" extrusionOk="0">
                  <a:moveTo>
                    <a:pt x="1419" y="3403"/>
                  </a:moveTo>
                  <a:lnTo>
                    <a:pt x="1419" y="4790"/>
                  </a:lnTo>
                  <a:cubicBezTo>
                    <a:pt x="1009" y="4790"/>
                    <a:pt x="694" y="4506"/>
                    <a:pt x="694" y="4097"/>
                  </a:cubicBezTo>
                  <a:cubicBezTo>
                    <a:pt x="694" y="3719"/>
                    <a:pt x="1009" y="3403"/>
                    <a:pt x="1419" y="3403"/>
                  </a:cubicBezTo>
                  <a:close/>
                  <a:moveTo>
                    <a:pt x="4191" y="2710"/>
                  </a:moveTo>
                  <a:lnTo>
                    <a:pt x="4191" y="5483"/>
                  </a:lnTo>
                  <a:lnTo>
                    <a:pt x="2490" y="5483"/>
                  </a:lnTo>
                  <a:cubicBezTo>
                    <a:pt x="2269" y="5483"/>
                    <a:pt x="2112" y="5325"/>
                    <a:pt x="2112" y="5105"/>
                  </a:cubicBezTo>
                  <a:lnTo>
                    <a:pt x="2112" y="3088"/>
                  </a:lnTo>
                  <a:cubicBezTo>
                    <a:pt x="2112" y="2868"/>
                    <a:pt x="2269" y="2710"/>
                    <a:pt x="2490" y="2710"/>
                  </a:cubicBezTo>
                  <a:close/>
                  <a:moveTo>
                    <a:pt x="6995" y="1828"/>
                  </a:moveTo>
                  <a:lnTo>
                    <a:pt x="6995" y="6428"/>
                  </a:lnTo>
                  <a:cubicBezTo>
                    <a:pt x="6428" y="5924"/>
                    <a:pt x="5672" y="5609"/>
                    <a:pt x="4884" y="5514"/>
                  </a:cubicBezTo>
                  <a:lnTo>
                    <a:pt x="4884" y="2710"/>
                  </a:lnTo>
                  <a:cubicBezTo>
                    <a:pt x="5672" y="2647"/>
                    <a:pt x="6428" y="2332"/>
                    <a:pt x="6995" y="1828"/>
                  </a:cubicBezTo>
                  <a:close/>
                  <a:moveTo>
                    <a:pt x="8066" y="631"/>
                  </a:moveTo>
                  <a:cubicBezTo>
                    <a:pt x="8255" y="631"/>
                    <a:pt x="8413" y="789"/>
                    <a:pt x="8413" y="978"/>
                  </a:cubicBezTo>
                  <a:lnTo>
                    <a:pt x="8413" y="7216"/>
                  </a:lnTo>
                  <a:cubicBezTo>
                    <a:pt x="8413" y="7405"/>
                    <a:pt x="8255" y="7562"/>
                    <a:pt x="8066" y="7562"/>
                  </a:cubicBezTo>
                  <a:cubicBezTo>
                    <a:pt x="7877" y="7562"/>
                    <a:pt x="7720" y="7405"/>
                    <a:pt x="7720" y="7216"/>
                  </a:cubicBezTo>
                  <a:lnTo>
                    <a:pt x="7720" y="978"/>
                  </a:lnTo>
                  <a:cubicBezTo>
                    <a:pt x="7720" y="789"/>
                    <a:pt x="7877" y="631"/>
                    <a:pt x="8066" y="631"/>
                  </a:cubicBezTo>
                  <a:close/>
                  <a:moveTo>
                    <a:pt x="3498" y="6176"/>
                  </a:moveTo>
                  <a:lnTo>
                    <a:pt x="3498" y="7909"/>
                  </a:lnTo>
                  <a:cubicBezTo>
                    <a:pt x="3498" y="8129"/>
                    <a:pt x="3340" y="8287"/>
                    <a:pt x="3151" y="8287"/>
                  </a:cubicBezTo>
                  <a:cubicBezTo>
                    <a:pt x="2962" y="8287"/>
                    <a:pt x="2805" y="8129"/>
                    <a:pt x="2805" y="7909"/>
                  </a:cubicBezTo>
                  <a:lnTo>
                    <a:pt x="2805" y="6176"/>
                  </a:lnTo>
                  <a:close/>
                  <a:moveTo>
                    <a:pt x="8035" y="1"/>
                  </a:moveTo>
                  <a:cubicBezTo>
                    <a:pt x="7531" y="1"/>
                    <a:pt x="7090" y="411"/>
                    <a:pt x="6995" y="883"/>
                  </a:cubicBezTo>
                  <a:lnTo>
                    <a:pt x="6680" y="1198"/>
                  </a:lnTo>
                  <a:cubicBezTo>
                    <a:pt x="6144" y="1734"/>
                    <a:pt x="5325" y="2049"/>
                    <a:pt x="4538" y="2049"/>
                  </a:cubicBezTo>
                  <a:lnTo>
                    <a:pt x="2427" y="2049"/>
                  </a:lnTo>
                  <a:cubicBezTo>
                    <a:pt x="2017" y="2049"/>
                    <a:pt x="1608" y="2332"/>
                    <a:pt x="1450" y="2773"/>
                  </a:cubicBezTo>
                  <a:lnTo>
                    <a:pt x="1387" y="2773"/>
                  </a:lnTo>
                  <a:cubicBezTo>
                    <a:pt x="631" y="2773"/>
                    <a:pt x="1" y="3403"/>
                    <a:pt x="1" y="4128"/>
                  </a:cubicBezTo>
                  <a:cubicBezTo>
                    <a:pt x="1" y="4884"/>
                    <a:pt x="631" y="5514"/>
                    <a:pt x="1387" y="5514"/>
                  </a:cubicBezTo>
                  <a:lnTo>
                    <a:pt x="1450" y="5514"/>
                  </a:lnTo>
                  <a:cubicBezTo>
                    <a:pt x="1576" y="5798"/>
                    <a:pt x="1797" y="6018"/>
                    <a:pt x="2080" y="6144"/>
                  </a:cubicBezTo>
                  <a:lnTo>
                    <a:pt x="2080" y="7940"/>
                  </a:lnTo>
                  <a:cubicBezTo>
                    <a:pt x="2112" y="8507"/>
                    <a:pt x="2584" y="8980"/>
                    <a:pt x="3151" y="8980"/>
                  </a:cubicBezTo>
                  <a:cubicBezTo>
                    <a:pt x="3750" y="8980"/>
                    <a:pt x="4160" y="8507"/>
                    <a:pt x="4160" y="7972"/>
                  </a:cubicBezTo>
                  <a:lnTo>
                    <a:pt x="4160" y="6239"/>
                  </a:lnTo>
                  <a:lnTo>
                    <a:pt x="4538" y="6239"/>
                  </a:lnTo>
                  <a:cubicBezTo>
                    <a:pt x="5325" y="6239"/>
                    <a:pt x="6144" y="6554"/>
                    <a:pt x="6680" y="7090"/>
                  </a:cubicBezTo>
                  <a:lnTo>
                    <a:pt x="6995" y="7405"/>
                  </a:lnTo>
                  <a:cubicBezTo>
                    <a:pt x="7090" y="7909"/>
                    <a:pt x="7531" y="8287"/>
                    <a:pt x="8035" y="8287"/>
                  </a:cubicBezTo>
                  <a:cubicBezTo>
                    <a:pt x="8633" y="8287"/>
                    <a:pt x="9043" y="7814"/>
                    <a:pt x="9043" y="7247"/>
                  </a:cubicBezTo>
                  <a:lnTo>
                    <a:pt x="9043" y="1041"/>
                  </a:lnTo>
                  <a:cubicBezTo>
                    <a:pt x="9043" y="442"/>
                    <a:pt x="8570" y="1"/>
                    <a:pt x="8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p42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Kosten und Kapital schlugen Propaganda</a:t>
            </a:r>
            <a:endParaRPr/>
          </a:p>
        </p:txBody>
      </p:sp>
      <p:sp>
        <p:nvSpPr>
          <p:cNvPr id="2379" name="Google Shape;2379;p42"/>
          <p:cNvSpPr txBox="1">
            <a:spLocks noGrp="1"/>
          </p:cNvSpPr>
          <p:nvPr>
            <p:ph type="subTitle" idx="1"/>
          </p:nvPr>
        </p:nvSpPr>
        <p:spPr>
          <a:xfrm>
            <a:off x="937625" y="3117025"/>
            <a:ext cx="2175300" cy="9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Wechselstromnetze waren billiger; neue Versorger und ab 1892 auch GE setzten darauf [2]</a:t>
            </a:r>
            <a:endParaRPr/>
          </a:p>
        </p:txBody>
      </p:sp>
      <p:sp>
        <p:nvSpPr>
          <p:cNvPr id="2380" name="Google Shape;2380;p42"/>
          <p:cNvSpPr txBox="1">
            <a:spLocks noGrp="1"/>
          </p:cNvSpPr>
          <p:nvPr>
            <p:ph type="subTitle" idx="2"/>
          </p:nvPr>
        </p:nvSpPr>
        <p:spPr>
          <a:xfrm>
            <a:off x="3484347" y="3117025"/>
            <a:ext cx="2175300" cy="9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Wechselstrom liess sich öffentlich nicht mit dem Tod verbinden [10]</a:t>
            </a:r>
            <a:endParaRPr/>
          </a:p>
        </p:txBody>
      </p:sp>
      <p:sp>
        <p:nvSpPr>
          <p:cNvPr id="2381" name="Google Shape;2381;p42"/>
          <p:cNvSpPr txBox="1">
            <a:spLocks noGrp="1"/>
          </p:cNvSpPr>
          <p:nvPr>
            <p:ph type="subTitle" idx="3"/>
          </p:nvPr>
        </p:nvSpPr>
        <p:spPr>
          <a:xfrm>
            <a:off x="6031075" y="3117025"/>
            <a:ext cx="2175300" cy="9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1891: Drehstrom über 175 km (MFO Oerlikon, AEG); Brown gründet BBC in Baden [11]</a:t>
            </a:r>
            <a:endParaRPr/>
          </a:p>
        </p:txBody>
      </p:sp>
      <p:sp>
        <p:nvSpPr>
          <p:cNvPr id="2382" name="Google Shape;2382;p42"/>
          <p:cNvSpPr txBox="1">
            <a:spLocks noGrp="1"/>
          </p:cNvSpPr>
          <p:nvPr>
            <p:ph type="subTitle" idx="4"/>
          </p:nvPr>
        </p:nvSpPr>
        <p:spPr>
          <a:xfrm>
            <a:off x="937625" y="2669922"/>
            <a:ext cx="21753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Kosten</a:t>
            </a:r>
            <a:endParaRPr/>
          </a:p>
        </p:txBody>
      </p:sp>
      <p:sp>
        <p:nvSpPr>
          <p:cNvPr id="2383" name="Google Shape;2383;p42"/>
          <p:cNvSpPr txBox="1">
            <a:spLocks noGrp="1"/>
          </p:cNvSpPr>
          <p:nvPr>
            <p:ph type="subTitle" idx="5"/>
          </p:nvPr>
        </p:nvSpPr>
        <p:spPr>
          <a:xfrm>
            <a:off x="3484350" y="2669922"/>
            <a:ext cx="21753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Propaganda scheitert</a:t>
            </a:r>
            <a:endParaRPr/>
          </a:p>
        </p:txBody>
      </p:sp>
      <p:sp>
        <p:nvSpPr>
          <p:cNvPr id="2384" name="Google Shape;2384;p42"/>
          <p:cNvSpPr txBox="1">
            <a:spLocks noGrp="1"/>
          </p:cNvSpPr>
          <p:nvPr>
            <p:ph type="subTitle" idx="6"/>
          </p:nvPr>
        </p:nvSpPr>
        <p:spPr>
          <a:xfrm>
            <a:off x="6031075" y="2669922"/>
            <a:ext cx="21753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Schweizer Bezug</a:t>
            </a:r>
            <a:endParaRPr/>
          </a:p>
        </p:txBody>
      </p:sp>
      <p:grpSp>
        <p:nvGrpSpPr>
          <p:cNvPr id="2385" name="Google Shape;2385;p42"/>
          <p:cNvGrpSpPr/>
          <p:nvPr/>
        </p:nvGrpSpPr>
        <p:grpSpPr>
          <a:xfrm>
            <a:off x="1652989" y="1824750"/>
            <a:ext cx="744564" cy="624959"/>
            <a:chOff x="2361225" y="3521900"/>
            <a:chExt cx="4421400" cy="589250"/>
          </a:xfrm>
        </p:grpSpPr>
        <p:cxnSp>
          <p:nvCxnSpPr>
            <p:cNvPr id="2386" name="Google Shape;2386;p42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87" name="Google Shape;2387;p42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88" name="Google Shape;2388;p42"/>
          <p:cNvGrpSpPr/>
          <p:nvPr/>
        </p:nvGrpSpPr>
        <p:grpSpPr>
          <a:xfrm>
            <a:off x="4199714" y="1824750"/>
            <a:ext cx="744564" cy="624959"/>
            <a:chOff x="2361225" y="3521900"/>
            <a:chExt cx="4421400" cy="589250"/>
          </a:xfrm>
        </p:grpSpPr>
        <p:cxnSp>
          <p:nvCxnSpPr>
            <p:cNvPr id="2389" name="Google Shape;2389;p42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0" name="Google Shape;2390;p42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91" name="Google Shape;2391;p42"/>
          <p:cNvGrpSpPr/>
          <p:nvPr/>
        </p:nvGrpSpPr>
        <p:grpSpPr>
          <a:xfrm>
            <a:off x="6746439" y="1824750"/>
            <a:ext cx="744564" cy="624959"/>
            <a:chOff x="2361225" y="3521900"/>
            <a:chExt cx="4421400" cy="589250"/>
          </a:xfrm>
        </p:grpSpPr>
        <p:cxnSp>
          <p:nvCxnSpPr>
            <p:cNvPr id="2392" name="Google Shape;2392;p42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3" name="Google Shape;2393;p42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94" name="Google Shape;2394;p42"/>
          <p:cNvGrpSpPr/>
          <p:nvPr/>
        </p:nvGrpSpPr>
        <p:grpSpPr>
          <a:xfrm>
            <a:off x="1852843" y="1984131"/>
            <a:ext cx="340186" cy="318904"/>
            <a:chOff x="3865000" y="847675"/>
            <a:chExt cx="483150" cy="452925"/>
          </a:xfrm>
        </p:grpSpPr>
        <p:sp>
          <p:nvSpPr>
            <p:cNvPr id="2395" name="Google Shape;2395;p42"/>
            <p:cNvSpPr/>
            <p:nvPr/>
          </p:nvSpPr>
          <p:spPr>
            <a:xfrm>
              <a:off x="3865000" y="847675"/>
              <a:ext cx="483150" cy="452925"/>
            </a:xfrm>
            <a:custGeom>
              <a:avLst/>
              <a:gdLst/>
              <a:ahLst/>
              <a:cxnLst/>
              <a:rect l="l" t="t" r="r" b="b"/>
              <a:pathLst>
                <a:path w="19326" h="18117" extrusionOk="0">
                  <a:moveTo>
                    <a:pt x="9627" y="1132"/>
                  </a:moveTo>
                  <a:cubicBezTo>
                    <a:pt x="14349" y="1132"/>
                    <a:pt x="18193" y="4436"/>
                    <a:pt x="18193" y="8494"/>
                  </a:cubicBezTo>
                  <a:cubicBezTo>
                    <a:pt x="18193" y="12552"/>
                    <a:pt x="14349" y="15852"/>
                    <a:pt x="9627" y="15852"/>
                  </a:cubicBezTo>
                  <a:cubicBezTo>
                    <a:pt x="9619" y="15852"/>
                    <a:pt x="9611" y="15852"/>
                    <a:pt x="9603" y="15852"/>
                  </a:cubicBezTo>
                  <a:cubicBezTo>
                    <a:pt x="8397" y="15852"/>
                    <a:pt x="7207" y="15626"/>
                    <a:pt x="6088" y="15185"/>
                  </a:cubicBezTo>
                  <a:cubicBezTo>
                    <a:pt x="6019" y="15158"/>
                    <a:pt x="5947" y="15144"/>
                    <a:pt x="5876" y="15144"/>
                  </a:cubicBezTo>
                  <a:cubicBezTo>
                    <a:pt x="5720" y="15144"/>
                    <a:pt x="5568" y="15208"/>
                    <a:pt x="5460" y="15327"/>
                  </a:cubicBezTo>
                  <a:cubicBezTo>
                    <a:pt x="4780" y="16070"/>
                    <a:pt x="3896" y="16595"/>
                    <a:pt x="2917" y="16837"/>
                  </a:cubicBezTo>
                  <a:cubicBezTo>
                    <a:pt x="3461" y="15801"/>
                    <a:pt x="3582" y="14593"/>
                    <a:pt x="3262" y="13467"/>
                  </a:cubicBezTo>
                  <a:cubicBezTo>
                    <a:pt x="3238" y="13379"/>
                    <a:pt x="3189" y="13295"/>
                    <a:pt x="3126" y="13228"/>
                  </a:cubicBezTo>
                  <a:cubicBezTo>
                    <a:pt x="1843" y="11906"/>
                    <a:pt x="1133" y="10224"/>
                    <a:pt x="1133" y="8494"/>
                  </a:cubicBezTo>
                  <a:cubicBezTo>
                    <a:pt x="1133" y="4436"/>
                    <a:pt x="4944" y="1132"/>
                    <a:pt x="9627" y="1132"/>
                  </a:cubicBezTo>
                  <a:close/>
                  <a:moveTo>
                    <a:pt x="9627" y="0"/>
                  </a:moveTo>
                  <a:cubicBezTo>
                    <a:pt x="7066" y="0"/>
                    <a:pt x="4663" y="876"/>
                    <a:pt x="2848" y="2461"/>
                  </a:cubicBezTo>
                  <a:cubicBezTo>
                    <a:pt x="1012" y="4067"/>
                    <a:pt x="1" y="6211"/>
                    <a:pt x="1" y="8494"/>
                  </a:cubicBezTo>
                  <a:cubicBezTo>
                    <a:pt x="1" y="10472"/>
                    <a:pt x="783" y="12389"/>
                    <a:pt x="2208" y="13908"/>
                  </a:cubicBezTo>
                  <a:cubicBezTo>
                    <a:pt x="2492" y="15073"/>
                    <a:pt x="2148" y="16302"/>
                    <a:pt x="1299" y="17151"/>
                  </a:cubicBezTo>
                  <a:cubicBezTo>
                    <a:pt x="943" y="17507"/>
                    <a:pt x="1193" y="18117"/>
                    <a:pt x="1701" y="18117"/>
                  </a:cubicBezTo>
                  <a:cubicBezTo>
                    <a:pt x="3313" y="18114"/>
                    <a:pt x="4862" y="17489"/>
                    <a:pt x="6024" y="16372"/>
                  </a:cubicBezTo>
                  <a:cubicBezTo>
                    <a:pt x="7173" y="16776"/>
                    <a:pt x="8380" y="16985"/>
                    <a:pt x="9600" y="16985"/>
                  </a:cubicBezTo>
                  <a:cubicBezTo>
                    <a:pt x="9609" y="16985"/>
                    <a:pt x="9618" y="16985"/>
                    <a:pt x="9627" y="16985"/>
                  </a:cubicBezTo>
                  <a:cubicBezTo>
                    <a:pt x="12184" y="16985"/>
                    <a:pt x="14606" y="16112"/>
                    <a:pt x="16439" y="14524"/>
                  </a:cubicBezTo>
                  <a:cubicBezTo>
                    <a:pt x="18302" y="12914"/>
                    <a:pt x="19325" y="10773"/>
                    <a:pt x="19325" y="8494"/>
                  </a:cubicBezTo>
                  <a:cubicBezTo>
                    <a:pt x="19325" y="6211"/>
                    <a:pt x="18302" y="4070"/>
                    <a:pt x="16439" y="2461"/>
                  </a:cubicBezTo>
                  <a:cubicBezTo>
                    <a:pt x="14606" y="873"/>
                    <a:pt x="12184" y="0"/>
                    <a:pt x="9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96" name="Google Shape;2396;p42"/>
            <p:cNvSpPr/>
            <p:nvPr/>
          </p:nvSpPr>
          <p:spPr>
            <a:xfrm>
              <a:off x="4173600" y="1029775"/>
              <a:ext cx="78450" cy="75550"/>
            </a:xfrm>
            <a:custGeom>
              <a:avLst/>
              <a:gdLst/>
              <a:ahLst/>
              <a:cxnLst/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8" y="1855"/>
                    <a:pt x="1604" y="1889"/>
                    <a:pt x="1511" y="1889"/>
                  </a:cubicBezTo>
                  <a:cubicBezTo>
                    <a:pt x="1318" y="1889"/>
                    <a:pt x="1132" y="1738"/>
                    <a:pt x="1132" y="1512"/>
                  </a:cubicBezTo>
                  <a:cubicBezTo>
                    <a:pt x="1132" y="1300"/>
                    <a:pt x="1299" y="1134"/>
                    <a:pt x="1510" y="1134"/>
                  </a:cubicBezTo>
                  <a:close/>
                  <a:moveTo>
                    <a:pt x="1509" y="1"/>
                  </a:moveTo>
                  <a:cubicBezTo>
                    <a:pt x="1314" y="1"/>
                    <a:pt x="1118" y="39"/>
                    <a:pt x="930" y="117"/>
                  </a:cubicBezTo>
                  <a:cubicBezTo>
                    <a:pt x="366" y="349"/>
                    <a:pt x="0" y="899"/>
                    <a:pt x="0" y="1512"/>
                  </a:cubicBezTo>
                  <a:cubicBezTo>
                    <a:pt x="0" y="2345"/>
                    <a:pt x="674" y="3021"/>
                    <a:pt x="1510" y="3021"/>
                  </a:cubicBezTo>
                  <a:cubicBezTo>
                    <a:pt x="2120" y="3021"/>
                    <a:pt x="2669" y="2653"/>
                    <a:pt x="2902" y="2088"/>
                  </a:cubicBezTo>
                  <a:cubicBezTo>
                    <a:pt x="3137" y="1524"/>
                    <a:pt x="3008" y="875"/>
                    <a:pt x="2576" y="443"/>
                  </a:cubicBezTo>
                  <a:cubicBezTo>
                    <a:pt x="2287" y="154"/>
                    <a:pt x="1902" y="1"/>
                    <a:pt x="15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97" name="Google Shape;2397;p42"/>
            <p:cNvSpPr/>
            <p:nvPr/>
          </p:nvSpPr>
          <p:spPr>
            <a:xfrm>
              <a:off x="4068825" y="1029775"/>
              <a:ext cx="78450" cy="75550"/>
            </a:xfrm>
            <a:custGeom>
              <a:avLst/>
              <a:gdLst/>
              <a:ahLst/>
              <a:cxnLst/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9" y="1855"/>
                    <a:pt x="1605" y="1889"/>
                    <a:pt x="1513" y="1889"/>
                  </a:cubicBezTo>
                  <a:cubicBezTo>
                    <a:pt x="1319" y="1889"/>
                    <a:pt x="1132" y="1738"/>
                    <a:pt x="1132" y="1512"/>
                  </a:cubicBezTo>
                  <a:cubicBezTo>
                    <a:pt x="1132" y="1300"/>
                    <a:pt x="1302" y="1134"/>
                    <a:pt x="1510" y="1134"/>
                  </a:cubicBezTo>
                  <a:close/>
                  <a:moveTo>
                    <a:pt x="1511" y="1"/>
                  </a:moveTo>
                  <a:cubicBezTo>
                    <a:pt x="1316" y="1"/>
                    <a:pt x="1120" y="39"/>
                    <a:pt x="933" y="117"/>
                  </a:cubicBezTo>
                  <a:cubicBezTo>
                    <a:pt x="369" y="349"/>
                    <a:pt x="0" y="899"/>
                    <a:pt x="0" y="1512"/>
                  </a:cubicBezTo>
                  <a:cubicBezTo>
                    <a:pt x="0" y="2345"/>
                    <a:pt x="677" y="3021"/>
                    <a:pt x="1510" y="3021"/>
                  </a:cubicBezTo>
                  <a:cubicBezTo>
                    <a:pt x="2120" y="3021"/>
                    <a:pt x="2672" y="2653"/>
                    <a:pt x="2905" y="2088"/>
                  </a:cubicBezTo>
                  <a:cubicBezTo>
                    <a:pt x="3137" y="1524"/>
                    <a:pt x="3011" y="875"/>
                    <a:pt x="2579" y="443"/>
                  </a:cubicBezTo>
                  <a:cubicBezTo>
                    <a:pt x="2290" y="154"/>
                    <a:pt x="1903" y="1"/>
                    <a:pt x="1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98" name="Google Shape;2398;p42"/>
            <p:cNvSpPr/>
            <p:nvPr/>
          </p:nvSpPr>
          <p:spPr>
            <a:xfrm>
              <a:off x="3964125" y="1029775"/>
              <a:ext cx="78450" cy="75550"/>
            </a:xfrm>
            <a:custGeom>
              <a:avLst/>
              <a:gdLst/>
              <a:ahLst/>
              <a:cxnLst/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8" y="1855"/>
                    <a:pt x="1604" y="1889"/>
                    <a:pt x="1511" y="1889"/>
                  </a:cubicBezTo>
                  <a:cubicBezTo>
                    <a:pt x="1318" y="1889"/>
                    <a:pt x="1133" y="1738"/>
                    <a:pt x="1133" y="1512"/>
                  </a:cubicBezTo>
                  <a:cubicBezTo>
                    <a:pt x="1133" y="1300"/>
                    <a:pt x="1299" y="1134"/>
                    <a:pt x="1510" y="1134"/>
                  </a:cubicBezTo>
                  <a:close/>
                  <a:moveTo>
                    <a:pt x="1509" y="1"/>
                  </a:moveTo>
                  <a:cubicBezTo>
                    <a:pt x="1314" y="1"/>
                    <a:pt x="1118" y="39"/>
                    <a:pt x="930" y="117"/>
                  </a:cubicBezTo>
                  <a:cubicBezTo>
                    <a:pt x="366" y="349"/>
                    <a:pt x="0" y="899"/>
                    <a:pt x="0" y="1512"/>
                  </a:cubicBezTo>
                  <a:cubicBezTo>
                    <a:pt x="0" y="2345"/>
                    <a:pt x="674" y="3021"/>
                    <a:pt x="1510" y="3021"/>
                  </a:cubicBezTo>
                  <a:cubicBezTo>
                    <a:pt x="2120" y="3021"/>
                    <a:pt x="2669" y="2653"/>
                    <a:pt x="2902" y="2088"/>
                  </a:cubicBezTo>
                  <a:cubicBezTo>
                    <a:pt x="3137" y="1524"/>
                    <a:pt x="3008" y="875"/>
                    <a:pt x="2576" y="443"/>
                  </a:cubicBezTo>
                  <a:cubicBezTo>
                    <a:pt x="2287" y="154"/>
                    <a:pt x="1902" y="1"/>
                    <a:pt x="15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399" name="Google Shape;2399;p42"/>
          <p:cNvSpPr/>
          <p:nvPr/>
        </p:nvSpPr>
        <p:spPr>
          <a:xfrm>
            <a:off x="4401877" y="1973492"/>
            <a:ext cx="340239" cy="340168"/>
          </a:xfrm>
          <a:custGeom>
            <a:avLst/>
            <a:gdLst/>
            <a:ahLst/>
            <a:cxnLst/>
            <a:rect l="l" t="t" r="r" b="b"/>
            <a:pathLst>
              <a:path w="19329" h="19325" extrusionOk="0">
                <a:moveTo>
                  <a:pt x="9062" y="1229"/>
                </a:moveTo>
                <a:lnTo>
                  <a:pt x="9062" y="4539"/>
                </a:lnTo>
                <a:cubicBezTo>
                  <a:pt x="8470" y="4557"/>
                  <a:pt x="7885" y="4602"/>
                  <a:pt x="7311" y="4674"/>
                </a:cubicBezTo>
                <a:cubicBezTo>
                  <a:pt x="7223" y="4339"/>
                  <a:pt x="7036" y="4037"/>
                  <a:pt x="6773" y="3811"/>
                </a:cubicBezTo>
                <a:cubicBezTo>
                  <a:pt x="7392" y="2428"/>
                  <a:pt x="8211" y="1513"/>
                  <a:pt x="9062" y="1229"/>
                </a:cubicBezTo>
                <a:close/>
                <a:moveTo>
                  <a:pt x="10194" y="1226"/>
                </a:moveTo>
                <a:cubicBezTo>
                  <a:pt x="11278" y="1586"/>
                  <a:pt x="12272" y="2944"/>
                  <a:pt x="12912" y="4835"/>
                </a:cubicBezTo>
                <a:cubicBezTo>
                  <a:pt x="12015" y="4662"/>
                  <a:pt x="11106" y="4566"/>
                  <a:pt x="10194" y="4539"/>
                </a:cubicBezTo>
                <a:lnTo>
                  <a:pt x="10194" y="1226"/>
                </a:lnTo>
                <a:close/>
                <a:moveTo>
                  <a:pt x="5665" y="4530"/>
                </a:moveTo>
                <a:cubicBezTo>
                  <a:pt x="6170" y="4530"/>
                  <a:pt x="6423" y="5139"/>
                  <a:pt x="6067" y="5496"/>
                </a:cubicBezTo>
                <a:cubicBezTo>
                  <a:pt x="5950" y="5611"/>
                  <a:pt x="5808" y="5663"/>
                  <a:pt x="5669" y="5663"/>
                </a:cubicBezTo>
                <a:cubicBezTo>
                  <a:pt x="5378" y="5663"/>
                  <a:pt x="5101" y="5438"/>
                  <a:pt x="5101" y="5097"/>
                </a:cubicBezTo>
                <a:cubicBezTo>
                  <a:pt x="5101" y="4783"/>
                  <a:pt x="5351" y="4530"/>
                  <a:pt x="5665" y="4530"/>
                </a:cubicBezTo>
                <a:close/>
                <a:moveTo>
                  <a:pt x="6743" y="1643"/>
                </a:moveTo>
                <a:cubicBezTo>
                  <a:pt x="6363" y="2129"/>
                  <a:pt x="6019" y="2718"/>
                  <a:pt x="5717" y="3397"/>
                </a:cubicBezTo>
                <a:lnTo>
                  <a:pt x="5665" y="3397"/>
                </a:lnTo>
                <a:cubicBezTo>
                  <a:pt x="4578" y="3397"/>
                  <a:pt x="3769" y="4406"/>
                  <a:pt x="4008" y="5469"/>
                </a:cubicBezTo>
                <a:cubicBezTo>
                  <a:pt x="3075" y="5822"/>
                  <a:pt x="2277" y="6266"/>
                  <a:pt x="1646" y="6773"/>
                </a:cubicBezTo>
                <a:cubicBezTo>
                  <a:pt x="2507" y="4394"/>
                  <a:pt x="4373" y="2516"/>
                  <a:pt x="6743" y="1643"/>
                </a:cubicBezTo>
                <a:close/>
                <a:moveTo>
                  <a:pt x="12510" y="1631"/>
                </a:moveTo>
                <a:lnTo>
                  <a:pt x="12510" y="1631"/>
                </a:lnTo>
                <a:cubicBezTo>
                  <a:pt x="14926" y="2500"/>
                  <a:pt x="16828" y="4403"/>
                  <a:pt x="17698" y="6818"/>
                </a:cubicBezTo>
                <a:cubicBezTo>
                  <a:pt x="17269" y="6483"/>
                  <a:pt x="16810" y="6196"/>
                  <a:pt x="16327" y="5955"/>
                </a:cubicBezTo>
                <a:cubicBezTo>
                  <a:pt x="15645" y="5614"/>
                  <a:pt x="14932" y="5342"/>
                  <a:pt x="14195" y="5136"/>
                </a:cubicBezTo>
                <a:cubicBezTo>
                  <a:pt x="13933" y="4203"/>
                  <a:pt x="13585" y="3349"/>
                  <a:pt x="13169" y="2612"/>
                </a:cubicBezTo>
                <a:cubicBezTo>
                  <a:pt x="12975" y="2268"/>
                  <a:pt x="12755" y="1942"/>
                  <a:pt x="12510" y="1631"/>
                </a:cubicBezTo>
                <a:close/>
                <a:moveTo>
                  <a:pt x="4636" y="6444"/>
                </a:moveTo>
                <a:cubicBezTo>
                  <a:pt x="4684" y="6483"/>
                  <a:pt x="4738" y="6519"/>
                  <a:pt x="4793" y="6553"/>
                </a:cubicBezTo>
                <a:cubicBezTo>
                  <a:pt x="4651" y="7407"/>
                  <a:pt x="4566" y="8268"/>
                  <a:pt x="4542" y="9134"/>
                </a:cubicBezTo>
                <a:lnTo>
                  <a:pt x="1230" y="9134"/>
                </a:lnTo>
                <a:cubicBezTo>
                  <a:pt x="1568" y="8083"/>
                  <a:pt x="2821" y="7081"/>
                  <a:pt x="4636" y="6444"/>
                </a:cubicBezTo>
                <a:close/>
                <a:moveTo>
                  <a:pt x="9062" y="5674"/>
                </a:moveTo>
                <a:lnTo>
                  <a:pt x="9062" y="9134"/>
                </a:lnTo>
                <a:lnTo>
                  <a:pt x="5674" y="9134"/>
                </a:lnTo>
                <a:cubicBezTo>
                  <a:pt x="5698" y="8343"/>
                  <a:pt x="5774" y="7558"/>
                  <a:pt x="5904" y="6776"/>
                </a:cubicBezTo>
                <a:lnTo>
                  <a:pt x="5904" y="6779"/>
                </a:lnTo>
                <a:cubicBezTo>
                  <a:pt x="6462" y="6698"/>
                  <a:pt x="6949" y="6344"/>
                  <a:pt x="7196" y="5834"/>
                </a:cubicBezTo>
                <a:cubicBezTo>
                  <a:pt x="7815" y="5746"/>
                  <a:pt x="8437" y="5692"/>
                  <a:pt x="9062" y="5674"/>
                </a:cubicBezTo>
                <a:close/>
                <a:moveTo>
                  <a:pt x="10194" y="5671"/>
                </a:moveTo>
                <a:cubicBezTo>
                  <a:pt x="11227" y="5701"/>
                  <a:pt x="12257" y="5834"/>
                  <a:pt x="13265" y="6063"/>
                </a:cubicBezTo>
                <a:cubicBezTo>
                  <a:pt x="13422" y="6743"/>
                  <a:pt x="13534" y="7431"/>
                  <a:pt x="13597" y="8126"/>
                </a:cubicBezTo>
                <a:cubicBezTo>
                  <a:pt x="13144" y="8310"/>
                  <a:pt x="12794" y="8675"/>
                  <a:pt x="12631" y="9134"/>
                </a:cubicBezTo>
                <a:lnTo>
                  <a:pt x="10194" y="9134"/>
                </a:lnTo>
                <a:lnTo>
                  <a:pt x="10194" y="5671"/>
                </a:lnTo>
                <a:close/>
                <a:moveTo>
                  <a:pt x="14497" y="6417"/>
                </a:moveTo>
                <a:cubicBezTo>
                  <a:pt x="14950" y="6571"/>
                  <a:pt x="15391" y="6752"/>
                  <a:pt x="15817" y="6966"/>
                </a:cubicBezTo>
                <a:cubicBezTo>
                  <a:pt x="17037" y="7585"/>
                  <a:pt x="17837" y="8352"/>
                  <a:pt x="18099" y="9137"/>
                </a:cubicBezTo>
                <a:lnTo>
                  <a:pt x="15835" y="9134"/>
                </a:lnTo>
                <a:cubicBezTo>
                  <a:pt x="15654" y="8627"/>
                  <a:pt x="15243" y="8234"/>
                  <a:pt x="14730" y="8077"/>
                </a:cubicBezTo>
                <a:cubicBezTo>
                  <a:pt x="14678" y="7519"/>
                  <a:pt x="14603" y="6966"/>
                  <a:pt x="14497" y="6417"/>
                </a:cubicBezTo>
                <a:close/>
                <a:moveTo>
                  <a:pt x="14241" y="9137"/>
                </a:moveTo>
                <a:cubicBezTo>
                  <a:pt x="14555" y="9137"/>
                  <a:pt x="14808" y="9391"/>
                  <a:pt x="14808" y="9702"/>
                </a:cubicBezTo>
                <a:cubicBezTo>
                  <a:pt x="14808" y="10016"/>
                  <a:pt x="14555" y="10270"/>
                  <a:pt x="14241" y="10270"/>
                </a:cubicBezTo>
                <a:lnTo>
                  <a:pt x="14241" y="10267"/>
                </a:lnTo>
                <a:lnTo>
                  <a:pt x="14204" y="10267"/>
                </a:lnTo>
                <a:cubicBezTo>
                  <a:pt x="13902" y="10251"/>
                  <a:pt x="13667" y="10004"/>
                  <a:pt x="13667" y="9702"/>
                </a:cubicBezTo>
                <a:cubicBezTo>
                  <a:pt x="13667" y="9403"/>
                  <a:pt x="13899" y="9155"/>
                  <a:pt x="14195" y="9137"/>
                </a:cubicBezTo>
                <a:close/>
                <a:moveTo>
                  <a:pt x="18099" y="10270"/>
                </a:moveTo>
                <a:cubicBezTo>
                  <a:pt x="17861" y="10967"/>
                  <a:pt x="17194" y="11643"/>
                  <a:pt x="16161" y="12217"/>
                </a:cubicBezTo>
                <a:cubicBezTo>
                  <a:pt x="15632" y="12504"/>
                  <a:pt x="15080" y="12742"/>
                  <a:pt x="14506" y="12930"/>
                </a:cubicBezTo>
                <a:cubicBezTo>
                  <a:pt x="14606" y="12407"/>
                  <a:pt x="14678" y="11873"/>
                  <a:pt x="14730" y="11323"/>
                </a:cubicBezTo>
                <a:lnTo>
                  <a:pt x="14730" y="11326"/>
                </a:lnTo>
                <a:cubicBezTo>
                  <a:pt x="15243" y="11166"/>
                  <a:pt x="15654" y="10774"/>
                  <a:pt x="15835" y="10270"/>
                </a:cubicBezTo>
                <a:close/>
                <a:moveTo>
                  <a:pt x="4542" y="10267"/>
                </a:moveTo>
                <a:cubicBezTo>
                  <a:pt x="4566" y="11163"/>
                  <a:pt x="4660" y="12060"/>
                  <a:pt x="4820" y="12945"/>
                </a:cubicBezTo>
                <a:cubicBezTo>
                  <a:pt x="2927" y="12320"/>
                  <a:pt x="1583" y="11351"/>
                  <a:pt x="1230" y="10267"/>
                </a:cubicBezTo>
                <a:close/>
                <a:moveTo>
                  <a:pt x="9062" y="10267"/>
                </a:moveTo>
                <a:lnTo>
                  <a:pt x="9062" y="12628"/>
                </a:lnTo>
                <a:cubicBezTo>
                  <a:pt x="8603" y="12791"/>
                  <a:pt x="8238" y="13141"/>
                  <a:pt x="8054" y="13594"/>
                </a:cubicBezTo>
                <a:cubicBezTo>
                  <a:pt x="7377" y="13534"/>
                  <a:pt x="6707" y="13428"/>
                  <a:pt x="6046" y="13280"/>
                </a:cubicBezTo>
                <a:cubicBezTo>
                  <a:pt x="5828" y="12290"/>
                  <a:pt x="5702" y="11281"/>
                  <a:pt x="5674" y="10267"/>
                </a:cubicBezTo>
                <a:close/>
                <a:moveTo>
                  <a:pt x="12631" y="10267"/>
                </a:moveTo>
                <a:cubicBezTo>
                  <a:pt x="12794" y="10725"/>
                  <a:pt x="13144" y="11091"/>
                  <a:pt x="13597" y="11275"/>
                </a:cubicBezTo>
                <a:cubicBezTo>
                  <a:pt x="13534" y="11945"/>
                  <a:pt x="13431" y="12613"/>
                  <a:pt x="13280" y="13268"/>
                </a:cubicBezTo>
                <a:cubicBezTo>
                  <a:pt x="12595" y="13422"/>
                  <a:pt x="11900" y="13531"/>
                  <a:pt x="11203" y="13594"/>
                </a:cubicBezTo>
                <a:cubicBezTo>
                  <a:pt x="11019" y="13141"/>
                  <a:pt x="10653" y="12791"/>
                  <a:pt x="10194" y="12628"/>
                </a:cubicBezTo>
                <a:lnTo>
                  <a:pt x="10194" y="10267"/>
                </a:lnTo>
                <a:close/>
                <a:moveTo>
                  <a:pt x="9627" y="13678"/>
                </a:moveTo>
                <a:cubicBezTo>
                  <a:pt x="9923" y="13678"/>
                  <a:pt x="10170" y="13905"/>
                  <a:pt x="10191" y="14201"/>
                </a:cubicBezTo>
                <a:lnTo>
                  <a:pt x="10191" y="14231"/>
                </a:lnTo>
                <a:cubicBezTo>
                  <a:pt x="10191" y="14231"/>
                  <a:pt x="10191" y="14234"/>
                  <a:pt x="10191" y="14237"/>
                </a:cubicBezTo>
                <a:cubicBezTo>
                  <a:pt x="10188" y="14545"/>
                  <a:pt x="9938" y="14793"/>
                  <a:pt x="9630" y="14796"/>
                </a:cubicBezTo>
                <a:cubicBezTo>
                  <a:pt x="9319" y="14796"/>
                  <a:pt x="9065" y="14545"/>
                  <a:pt x="9062" y="14237"/>
                </a:cubicBezTo>
                <a:lnTo>
                  <a:pt x="9062" y="14231"/>
                </a:lnTo>
                <a:lnTo>
                  <a:pt x="9062" y="14201"/>
                </a:lnTo>
                <a:cubicBezTo>
                  <a:pt x="9083" y="13905"/>
                  <a:pt x="9331" y="13678"/>
                  <a:pt x="9627" y="13678"/>
                </a:cubicBezTo>
                <a:close/>
                <a:moveTo>
                  <a:pt x="1640" y="12579"/>
                </a:moveTo>
                <a:lnTo>
                  <a:pt x="1640" y="12579"/>
                </a:lnTo>
                <a:cubicBezTo>
                  <a:pt x="1936" y="12812"/>
                  <a:pt x="2250" y="13020"/>
                  <a:pt x="2579" y="13204"/>
                </a:cubicBezTo>
                <a:cubicBezTo>
                  <a:pt x="3313" y="13615"/>
                  <a:pt x="4168" y="13953"/>
                  <a:pt x="5110" y="14213"/>
                </a:cubicBezTo>
                <a:cubicBezTo>
                  <a:pt x="5496" y="15620"/>
                  <a:pt x="6061" y="16813"/>
                  <a:pt x="6752" y="17691"/>
                </a:cubicBezTo>
                <a:cubicBezTo>
                  <a:pt x="4373" y="16828"/>
                  <a:pt x="2501" y="14956"/>
                  <a:pt x="1640" y="12579"/>
                </a:cubicBezTo>
                <a:close/>
                <a:moveTo>
                  <a:pt x="17698" y="12555"/>
                </a:moveTo>
                <a:cubicBezTo>
                  <a:pt x="16837" y="14938"/>
                  <a:pt x="14932" y="16831"/>
                  <a:pt x="12535" y="17691"/>
                </a:cubicBezTo>
                <a:cubicBezTo>
                  <a:pt x="12770" y="17395"/>
                  <a:pt x="12981" y="17081"/>
                  <a:pt x="13169" y="16752"/>
                </a:cubicBezTo>
                <a:cubicBezTo>
                  <a:pt x="13594" y="16013"/>
                  <a:pt x="13945" y="15149"/>
                  <a:pt x="14213" y="14201"/>
                </a:cubicBezTo>
                <a:cubicBezTo>
                  <a:pt x="15140" y="13944"/>
                  <a:pt x="15986" y="13609"/>
                  <a:pt x="16713" y="13204"/>
                </a:cubicBezTo>
                <a:cubicBezTo>
                  <a:pt x="17058" y="13014"/>
                  <a:pt x="17387" y="12797"/>
                  <a:pt x="17698" y="12555"/>
                </a:cubicBezTo>
                <a:close/>
                <a:moveTo>
                  <a:pt x="6381" y="14503"/>
                </a:moveTo>
                <a:cubicBezTo>
                  <a:pt x="6906" y="14602"/>
                  <a:pt x="7450" y="14678"/>
                  <a:pt x="8005" y="14726"/>
                </a:cubicBezTo>
                <a:cubicBezTo>
                  <a:pt x="8162" y="15240"/>
                  <a:pt x="8555" y="15650"/>
                  <a:pt x="9062" y="15831"/>
                </a:cubicBezTo>
                <a:lnTo>
                  <a:pt x="9062" y="18096"/>
                </a:lnTo>
                <a:cubicBezTo>
                  <a:pt x="8286" y="17833"/>
                  <a:pt x="7531" y="17048"/>
                  <a:pt x="6933" y="15853"/>
                </a:cubicBezTo>
                <a:cubicBezTo>
                  <a:pt x="6716" y="15415"/>
                  <a:pt x="6532" y="14965"/>
                  <a:pt x="6381" y="14503"/>
                </a:cubicBezTo>
                <a:close/>
                <a:moveTo>
                  <a:pt x="12933" y="14497"/>
                </a:moveTo>
                <a:cubicBezTo>
                  <a:pt x="12740" y="15083"/>
                  <a:pt x="12486" y="15650"/>
                  <a:pt x="12184" y="16188"/>
                </a:cubicBezTo>
                <a:cubicBezTo>
                  <a:pt x="11595" y="17211"/>
                  <a:pt x="10904" y="17869"/>
                  <a:pt x="10194" y="18099"/>
                </a:cubicBezTo>
                <a:lnTo>
                  <a:pt x="10194" y="15831"/>
                </a:lnTo>
                <a:cubicBezTo>
                  <a:pt x="10702" y="15650"/>
                  <a:pt x="11094" y="15240"/>
                  <a:pt x="11251" y="14726"/>
                </a:cubicBezTo>
                <a:cubicBezTo>
                  <a:pt x="11828" y="14675"/>
                  <a:pt x="12390" y="14596"/>
                  <a:pt x="12933" y="14497"/>
                </a:cubicBezTo>
                <a:close/>
                <a:moveTo>
                  <a:pt x="9630" y="0"/>
                </a:moveTo>
                <a:cubicBezTo>
                  <a:pt x="7063" y="0"/>
                  <a:pt x="4645" y="1015"/>
                  <a:pt x="2821" y="2860"/>
                </a:cubicBezTo>
                <a:cubicBezTo>
                  <a:pt x="1012" y="4678"/>
                  <a:pt x="1" y="7138"/>
                  <a:pt x="4" y="9702"/>
                </a:cubicBezTo>
                <a:cubicBezTo>
                  <a:pt x="4" y="15016"/>
                  <a:pt x="4313" y="19325"/>
                  <a:pt x="9630" y="19325"/>
                </a:cubicBezTo>
                <a:cubicBezTo>
                  <a:pt x="9634" y="19325"/>
                  <a:pt x="9637" y="19325"/>
                  <a:pt x="9641" y="19325"/>
                </a:cubicBezTo>
                <a:cubicBezTo>
                  <a:pt x="12198" y="19325"/>
                  <a:pt x="14654" y="18314"/>
                  <a:pt x="16469" y="16508"/>
                </a:cubicBezTo>
                <a:cubicBezTo>
                  <a:pt x="18314" y="14687"/>
                  <a:pt x="19328" y="12268"/>
                  <a:pt x="19328" y="9702"/>
                </a:cubicBezTo>
                <a:cubicBezTo>
                  <a:pt x="19328" y="8407"/>
                  <a:pt x="19069" y="7129"/>
                  <a:pt x="18558" y="5940"/>
                </a:cubicBezTo>
                <a:cubicBezTo>
                  <a:pt x="18066" y="4789"/>
                  <a:pt x="17360" y="3741"/>
                  <a:pt x="16472" y="2857"/>
                </a:cubicBezTo>
                <a:cubicBezTo>
                  <a:pt x="15587" y="1969"/>
                  <a:pt x="14539" y="1263"/>
                  <a:pt x="13389" y="770"/>
                </a:cubicBezTo>
                <a:cubicBezTo>
                  <a:pt x="12199" y="260"/>
                  <a:pt x="10922" y="0"/>
                  <a:pt x="963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2400" name="Google Shape;2400;p42"/>
          <p:cNvGrpSpPr/>
          <p:nvPr/>
        </p:nvGrpSpPr>
        <p:grpSpPr>
          <a:xfrm>
            <a:off x="6950973" y="2050591"/>
            <a:ext cx="335504" cy="185953"/>
            <a:chOff x="896050" y="2725450"/>
            <a:chExt cx="476500" cy="264100"/>
          </a:xfrm>
        </p:grpSpPr>
        <p:sp>
          <p:nvSpPr>
            <p:cNvPr id="2401" name="Google Shape;2401;p42"/>
            <p:cNvSpPr/>
            <p:nvPr/>
          </p:nvSpPr>
          <p:spPr>
            <a:xfrm>
              <a:off x="896050" y="2725450"/>
              <a:ext cx="476500" cy="264100"/>
            </a:xfrm>
            <a:custGeom>
              <a:avLst/>
              <a:gdLst/>
              <a:ahLst/>
              <a:cxnLst/>
              <a:rect l="l" t="t" r="r" b="b"/>
              <a:pathLst>
                <a:path w="19060" h="10564" extrusionOk="0">
                  <a:moveTo>
                    <a:pt x="17927" y="1133"/>
                  </a:moveTo>
                  <a:lnTo>
                    <a:pt x="17927" y="9431"/>
                  </a:lnTo>
                  <a:lnTo>
                    <a:pt x="1133" y="9431"/>
                  </a:lnTo>
                  <a:lnTo>
                    <a:pt x="1133" y="1133"/>
                  </a:lnTo>
                  <a:close/>
                  <a:moveTo>
                    <a:pt x="565" y="1"/>
                  </a:moveTo>
                  <a:cubicBezTo>
                    <a:pt x="254" y="1"/>
                    <a:pt x="1" y="255"/>
                    <a:pt x="1" y="569"/>
                  </a:cubicBezTo>
                  <a:lnTo>
                    <a:pt x="1" y="9995"/>
                  </a:lnTo>
                  <a:cubicBezTo>
                    <a:pt x="1" y="10309"/>
                    <a:pt x="254" y="10563"/>
                    <a:pt x="565" y="10563"/>
                  </a:cubicBezTo>
                  <a:lnTo>
                    <a:pt x="18495" y="10563"/>
                  </a:lnTo>
                  <a:cubicBezTo>
                    <a:pt x="18806" y="10563"/>
                    <a:pt x="19060" y="10309"/>
                    <a:pt x="19060" y="9995"/>
                  </a:cubicBezTo>
                  <a:lnTo>
                    <a:pt x="19060" y="569"/>
                  </a:lnTo>
                  <a:cubicBezTo>
                    <a:pt x="19060" y="255"/>
                    <a:pt x="18806" y="1"/>
                    <a:pt x="184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02" name="Google Shape;2402;p42"/>
            <p:cNvSpPr/>
            <p:nvPr/>
          </p:nvSpPr>
          <p:spPr>
            <a:xfrm>
              <a:off x="951625" y="2774675"/>
              <a:ext cx="365450" cy="165650"/>
            </a:xfrm>
            <a:custGeom>
              <a:avLst/>
              <a:gdLst/>
              <a:ahLst/>
              <a:cxnLst/>
              <a:rect l="l" t="t" r="r" b="b"/>
              <a:pathLst>
                <a:path w="14618" h="6626" extrusionOk="0">
                  <a:moveTo>
                    <a:pt x="12063" y="1133"/>
                  </a:moveTo>
                  <a:cubicBezTo>
                    <a:pt x="12259" y="1818"/>
                    <a:pt x="12797" y="2356"/>
                    <a:pt x="13485" y="2552"/>
                  </a:cubicBezTo>
                  <a:lnTo>
                    <a:pt x="13485" y="4074"/>
                  </a:lnTo>
                  <a:cubicBezTo>
                    <a:pt x="12797" y="4273"/>
                    <a:pt x="12259" y="4808"/>
                    <a:pt x="12063" y="5496"/>
                  </a:cubicBezTo>
                  <a:lnTo>
                    <a:pt x="2552" y="5496"/>
                  </a:lnTo>
                  <a:cubicBezTo>
                    <a:pt x="2355" y="4808"/>
                    <a:pt x="1818" y="4270"/>
                    <a:pt x="1129" y="4074"/>
                  </a:cubicBezTo>
                  <a:lnTo>
                    <a:pt x="1129" y="2552"/>
                  </a:lnTo>
                  <a:cubicBezTo>
                    <a:pt x="1818" y="2356"/>
                    <a:pt x="2355" y="1818"/>
                    <a:pt x="2552" y="1133"/>
                  </a:cubicBezTo>
                  <a:close/>
                  <a:moveTo>
                    <a:pt x="2065" y="1"/>
                  </a:moveTo>
                  <a:cubicBezTo>
                    <a:pt x="1751" y="1"/>
                    <a:pt x="1498" y="254"/>
                    <a:pt x="1498" y="568"/>
                  </a:cubicBezTo>
                  <a:cubicBezTo>
                    <a:pt x="1498" y="1082"/>
                    <a:pt x="1081" y="1501"/>
                    <a:pt x="565" y="1501"/>
                  </a:cubicBezTo>
                  <a:cubicBezTo>
                    <a:pt x="251" y="1501"/>
                    <a:pt x="0" y="1755"/>
                    <a:pt x="0" y="2069"/>
                  </a:cubicBezTo>
                  <a:lnTo>
                    <a:pt x="0" y="4560"/>
                  </a:lnTo>
                  <a:cubicBezTo>
                    <a:pt x="0" y="4871"/>
                    <a:pt x="251" y="5125"/>
                    <a:pt x="565" y="5125"/>
                  </a:cubicBezTo>
                  <a:cubicBezTo>
                    <a:pt x="1081" y="5125"/>
                    <a:pt x="1498" y="5544"/>
                    <a:pt x="1498" y="6061"/>
                  </a:cubicBezTo>
                  <a:cubicBezTo>
                    <a:pt x="1498" y="6372"/>
                    <a:pt x="1751" y="6625"/>
                    <a:pt x="2065" y="6625"/>
                  </a:cubicBezTo>
                  <a:lnTo>
                    <a:pt x="12549" y="6625"/>
                  </a:lnTo>
                  <a:cubicBezTo>
                    <a:pt x="12863" y="6625"/>
                    <a:pt x="13117" y="6372"/>
                    <a:pt x="13117" y="6061"/>
                  </a:cubicBezTo>
                  <a:cubicBezTo>
                    <a:pt x="13117" y="5544"/>
                    <a:pt x="13533" y="5125"/>
                    <a:pt x="14050" y="5125"/>
                  </a:cubicBezTo>
                  <a:cubicBezTo>
                    <a:pt x="14364" y="5125"/>
                    <a:pt x="14617" y="4871"/>
                    <a:pt x="14617" y="4560"/>
                  </a:cubicBezTo>
                  <a:lnTo>
                    <a:pt x="14617" y="2069"/>
                  </a:lnTo>
                  <a:cubicBezTo>
                    <a:pt x="14617" y="1755"/>
                    <a:pt x="14364" y="1501"/>
                    <a:pt x="14050" y="1501"/>
                  </a:cubicBezTo>
                  <a:cubicBezTo>
                    <a:pt x="13533" y="1501"/>
                    <a:pt x="13117" y="1082"/>
                    <a:pt x="13117" y="568"/>
                  </a:cubicBezTo>
                  <a:cubicBezTo>
                    <a:pt x="13117" y="254"/>
                    <a:pt x="12863" y="1"/>
                    <a:pt x="125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03" name="Google Shape;2403;p42"/>
            <p:cNvSpPr/>
            <p:nvPr/>
          </p:nvSpPr>
          <p:spPr>
            <a:xfrm>
              <a:off x="1088625" y="2815075"/>
              <a:ext cx="88200" cy="84850"/>
            </a:xfrm>
            <a:custGeom>
              <a:avLst/>
              <a:gdLst/>
              <a:ahLst/>
              <a:cxnLst/>
              <a:rect l="l" t="t" r="r" b="b"/>
              <a:pathLst>
                <a:path w="3528" h="3394" extrusionOk="0">
                  <a:moveTo>
                    <a:pt x="1826" y="1132"/>
                  </a:moveTo>
                  <a:cubicBezTo>
                    <a:pt x="2115" y="1132"/>
                    <a:pt x="2393" y="1358"/>
                    <a:pt x="2395" y="1697"/>
                  </a:cubicBezTo>
                  <a:cubicBezTo>
                    <a:pt x="2395" y="2011"/>
                    <a:pt x="2141" y="2265"/>
                    <a:pt x="1827" y="2265"/>
                  </a:cubicBezTo>
                  <a:lnTo>
                    <a:pt x="1827" y="2262"/>
                  </a:lnTo>
                  <a:cubicBezTo>
                    <a:pt x="1326" y="2259"/>
                    <a:pt x="1075" y="1652"/>
                    <a:pt x="1432" y="1298"/>
                  </a:cubicBezTo>
                  <a:cubicBezTo>
                    <a:pt x="1547" y="1183"/>
                    <a:pt x="1688" y="1132"/>
                    <a:pt x="1826" y="1132"/>
                  </a:cubicBezTo>
                  <a:close/>
                  <a:moveTo>
                    <a:pt x="1827" y="0"/>
                  </a:moveTo>
                  <a:cubicBezTo>
                    <a:pt x="1142" y="0"/>
                    <a:pt x="523" y="414"/>
                    <a:pt x="260" y="1048"/>
                  </a:cubicBezTo>
                  <a:cubicBezTo>
                    <a:pt x="0" y="1682"/>
                    <a:pt x="145" y="2413"/>
                    <a:pt x="632" y="2899"/>
                  </a:cubicBezTo>
                  <a:cubicBezTo>
                    <a:pt x="954" y="3222"/>
                    <a:pt x="1388" y="3393"/>
                    <a:pt x="1829" y="3393"/>
                  </a:cubicBezTo>
                  <a:cubicBezTo>
                    <a:pt x="2048" y="3393"/>
                    <a:pt x="2269" y="3351"/>
                    <a:pt x="2479" y="3264"/>
                  </a:cubicBezTo>
                  <a:cubicBezTo>
                    <a:pt x="3114" y="3001"/>
                    <a:pt x="3524" y="2382"/>
                    <a:pt x="3527" y="1697"/>
                  </a:cubicBezTo>
                  <a:cubicBezTo>
                    <a:pt x="3524" y="761"/>
                    <a:pt x="2763" y="0"/>
                    <a:pt x="18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grpId="0" nodeType="after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23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2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3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2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2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"/>
                            </p:stCondLst>
                            <p:childTnLst>
                              <p:par>
                                <p:cTn id="15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3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2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2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23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2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2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900"/>
                            </p:stCondLst>
                            <p:childTnLst>
                              <p:par>
                                <p:cTn id="26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2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2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2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23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2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2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2" grpId="0" animBg="1"/>
      <p:bldP spid="2379" grpId="0" animBg="1"/>
      <p:bldP spid="2383" grpId="0" animBg="1"/>
      <p:bldP spid="2380" grpId="0" animBg="1"/>
      <p:bldP spid="2384" grpId="0" animBg="1"/>
      <p:bldP spid="238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6" name="Google Shape;4456;p62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Die USA überholen Grossbritannien</a:t>
            </a:r>
            <a:endParaRPr/>
          </a:p>
        </p:txBody>
      </p:sp>
      <p:sp>
        <p:nvSpPr>
          <p:cNvPr id="4457" name="Google Shape;4457;p62"/>
          <p:cNvSpPr txBox="1"/>
          <p:nvPr/>
        </p:nvSpPr>
        <p:spPr>
          <a:xfrm>
            <a:off x="981900" y="4270575"/>
            <a:ext cx="7180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Anteil an der Weltindustrieproduktion in %, Stichjahre (Zeitachse nicht massstäblich). Daten: Bairoch [18]</a:t>
            </a:r>
            <a:endParaRPr sz="1000" b="1" u="sng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458" name="Google Shape;4458;p62"/>
          <p:cNvSpPr txBox="1">
            <a:spLocks noGrp="1"/>
          </p:cNvSpPr>
          <p:nvPr>
            <p:ph type="title" idx="4294967295"/>
          </p:nvPr>
        </p:nvSpPr>
        <p:spPr>
          <a:xfrm>
            <a:off x="6206075" y="1569000"/>
            <a:ext cx="1673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USA</a:t>
            </a:r>
            <a:endParaRPr sz="1700"/>
          </a:p>
        </p:txBody>
      </p:sp>
      <p:sp>
        <p:nvSpPr>
          <p:cNvPr id="4459" name="Google Shape;4459;p62"/>
          <p:cNvSpPr txBox="1">
            <a:spLocks noGrp="1"/>
          </p:cNvSpPr>
          <p:nvPr>
            <p:ph type="subTitle" idx="4294967295"/>
          </p:nvPr>
        </p:nvSpPr>
        <p:spPr>
          <a:xfrm>
            <a:off x="6206075" y="2096700"/>
            <a:ext cx="1673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1913: 32 % der Weltindustrie</a:t>
            </a:r>
            <a:endParaRPr/>
          </a:p>
        </p:txBody>
      </p:sp>
      <p:sp>
        <p:nvSpPr>
          <p:cNvPr id="4460" name="Google Shape;4460;p62"/>
          <p:cNvSpPr txBox="1">
            <a:spLocks noGrp="1"/>
          </p:cNvSpPr>
          <p:nvPr>
            <p:ph type="title" idx="4294967295"/>
          </p:nvPr>
        </p:nvSpPr>
        <p:spPr>
          <a:xfrm>
            <a:off x="6206075" y="2876099"/>
            <a:ext cx="1673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Grossbritannien</a:t>
            </a:r>
            <a:endParaRPr sz="1700"/>
          </a:p>
        </p:txBody>
      </p:sp>
      <p:sp>
        <p:nvSpPr>
          <p:cNvPr id="4461" name="Google Shape;4461;p62"/>
          <p:cNvSpPr txBox="1">
            <a:spLocks noGrp="1"/>
          </p:cNvSpPr>
          <p:nvPr>
            <p:ph type="subTitle" idx="4294967295"/>
          </p:nvPr>
        </p:nvSpPr>
        <p:spPr>
          <a:xfrm>
            <a:off x="6206075" y="3403788"/>
            <a:ext cx="1673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1880: 22,9 %, 1913: 13,6 %</a:t>
            </a:r>
            <a:endParaRPr/>
          </a:p>
        </p:txBody>
      </p:sp>
      <p:sp>
        <p:nvSpPr>
          <p:cNvPr id="4462" name="Google Shape;4462;p62"/>
          <p:cNvSpPr/>
          <p:nvPr/>
        </p:nvSpPr>
        <p:spPr>
          <a:xfrm>
            <a:off x="8007683" y="1776427"/>
            <a:ext cx="185700" cy="185700"/>
          </a:xfrm>
          <a:prstGeom prst="rect">
            <a:avLst/>
          </a:prstGeom>
          <a:solidFill>
            <a:srgbClr val="0A1C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3" name="Google Shape;4463;p62"/>
          <p:cNvSpPr/>
          <p:nvPr/>
        </p:nvSpPr>
        <p:spPr>
          <a:xfrm>
            <a:off x="8007683" y="3081993"/>
            <a:ext cx="185700" cy="185700"/>
          </a:xfrm>
          <a:prstGeom prst="rect">
            <a:avLst/>
          </a:prstGeom>
          <a:solidFill>
            <a:srgbClr val="4E5B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64" name="Google Shape;4464;p62" title="Gráfic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0600" y="1322524"/>
            <a:ext cx="5115452" cy="2795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2000"/>
                                        <p:tgtEl>
                                          <p:spTgt spid="4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8" grpId="0" animBg="1"/>
      <p:bldP spid="4459" grpId="0" animBg="1"/>
      <p:bldP spid="4462" grpId="0" animBg="1"/>
      <p:bldP spid="4460" grpId="0" animBg="1"/>
      <p:bldP spid="4461" grpId="0" animBg="1"/>
      <p:bldP spid="446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" name="Google Shape;3952;p52"/>
          <p:cNvSpPr txBox="1">
            <a:spLocks noGrp="1"/>
          </p:cNvSpPr>
          <p:nvPr>
            <p:ph type="subTitle" idx="1"/>
          </p:nvPr>
        </p:nvSpPr>
        <p:spPr>
          <a:xfrm>
            <a:off x="2223600" y="1327276"/>
            <a:ext cx="4696800" cy="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Elektromotoren an der Antriebsleistung der US-Industrie, 1899 → 1929 [19]</a:t>
            </a:r>
            <a:endParaRPr/>
          </a:p>
        </p:txBody>
      </p:sp>
      <p:sp>
        <p:nvSpPr>
          <p:cNvPr id="3953" name="Google Shape;3953;p52"/>
          <p:cNvSpPr txBox="1">
            <a:spLocks noGrp="1"/>
          </p:cNvSpPr>
          <p:nvPr>
            <p:ph type="title"/>
          </p:nvPr>
        </p:nvSpPr>
        <p:spPr>
          <a:xfrm>
            <a:off x="2223600" y="638357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5 % → 78 %</a:t>
            </a:r>
            <a:endParaRPr/>
          </a:p>
        </p:txBody>
      </p:sp>
      <p:sp>
        <p:nvSpPr>
          <p:cNvPr id="3954" name="Google Shape;3954;p52"/>
          <p:cNvSpPr txBox="1">
            <a:spLocks noGrp="1"/>
          </p:cNvSpPr>
          <p:nvPr>
            <p:ph type="title" idx="2"/>
          </p:nvPr>
        </p:nvSpPr>
        <p:spPr>
          <a:xfrm>
            <a:off x="2223600" y="1990612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1,3 % → 3,1 %</a:t>
            </a:r>
            <a:endParaRPr/>
          </a:p>
        </p:txBody>
      </p:sp>
      <p:sp>
        <p:nvSpPr>
          <p:cNvPr id="3955" name="Google Shape;3955;p52"/>
          <p:cNvSpPr txBox="1">
            <a:spLocks noGrp="1"/>
          </p:cNvSpPr>
          <p:nvPr>
            <p:ph type="subTitle" idx="3"/>
          </p:nvPr>
        </p:nvSpPr>
        <p:spPr>
          <a:xfrm>
            <a:off x="2223600" y="2679528"/>
            <a:ext cx="4696800" cy="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Produktivitätswachstum pro Jahr, vor → nach 1919 [20]</a:t>
            </a:r>
            <a:endParaRPr/>
          </a:p>
        </p:txBody>
      </p:sp>
      <p:sp>
        <p:nvSpPr>
          <p:cNvPr id="3956" name="Google Shape;3956;p52"/>
          <p:cNvSpPr txBox="1">
            <a:spLocks noGrp="1"/>
          </p:cNvSpPr>
          <p:nvPr>
            <p:ph type="title" idx="4"/>
          </p:nvPr>
        </p:nvSpPr>
        <p:spPr>
          <a:xfrm>
            <a:off x="2223600" y="3342868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1896</a:t>
            </a:r>
            <a:endParaRPr/>
          </a:p>
        </p:txBody>
      </p:sp>
      <p:sp>
        <p:nvSpPr>
          <p:cNvPr id="3957" name="Google Shape;3957;p52"/>
          <p:cNvSpPr txBox="1">
            <a:spLocks noGrp="1"/>
          </p:cNvSpPr>
          <p:nvPr>
            <p:ph type="subTitle" idx="5"/>
          </p:nvPr>
        </p:nvSpPr>
        <p:spPr>
          <a:xfrm>
            <a:off x="2223600" y="4031797"/>
            <a:ext cx="4696800" cy="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 unter den zwölf ersten Werten des Dow Jones</a:t>
            </a:r>
            <a:endParaRPr/>
          </a:p>
        </p:txBody>
      </p:sp>
      <p:grpSp>
        <p:nvGrpSpPr>
          <p:cNvPr id="3958" name="Google Shape;3958;p52"/>
          <p:cNvGrpSpPr/>
          <p:nvPr/>
        </p:nvGrpSpPr>
        <p:grpSpPr>
          <a:xfrm>
            <a:off x="565056" y="519563"/>
            <a:ext cx="8012737" cy="4104778"/>
            <a:chOff x="565056" y="519563"/>
            <a:chExt cx="8012737" cy="4104778"/>
          </a:xfrm>
        </p:grpSpPr>
        <p:sp>
          <p:nvSpPr>
            <p:cNvPr id="3959" name="Google Shape;3959;p52"/>
            <p:cNvSpPr/>
            <p:nvPr/>
          </p:nvSpPr>
          <p:spPr>
            <a:xfrm>
              <a:off x="881261" y="519563"/>
              <a:ext cx="686096" cy="236873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52"/>
            <p:cNvSpPr/>
            <p:nvPr/>
          </p:nvSpPr>
          <p:spPr>
            <a:xfrm>
              <a:off x="887080" y="727617"/>
              <a:ext cx="225234" cy="151349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52"/>
            <p:cNvSpPr/>
            <p:nvPr/>
          </p:nvSpPr>
          <p:spPr>
            <a:xfrm>
              <a:off x="954772" y="700790"/>
              <a:ext cx="91033" cy="96106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52"/>
            <p:cNvSpPr/>
            <p:nvPr/>
          </p:nvSpPr>
          <p:spPr>
            <a:xfrm>
              <a:off x="1012317" y="789084"/>
              <a:ext cx="31" cy="40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52"/>
            <p:cNvSpPr/>
            <p:nvPr/>
          </p:nvSpPr>
          <p:spPr>
            <a:xfrm>
              <a:off x="772736" y="567399"/>
              <a:ext cx="257508" cy="129532"/>
            </a:xfrm>
            <a:custGeom>
              <a:avLst/>
              <a:gdLst/>
              <a:ahLst/>
              <a:cxnLst/>
              <a:rect l="l" t="t" r="r" b="b"/>
              <a:pathLst>
                <a:path w="8274" h="4162" extrusionOk="0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52"/>
            <p:cNvSpPr/>
            <p:nvPr/>
          </p:nvSpPr>
          <p:spPr>
            <a:xfrm>
              <a:off x="1096722" y="573623"/>
              <a:ext cx="110485" cy="99592"/>
            </a:xfrm>
            <a:custGeom>
              <a:avLst/>
              <a:gdLst/>
              <a:ahLst/>
              <a:cxnLst/>
              <a:rect l="l" t="t" r="r" b="b"/>
              <a:pathLst>
                <a:path w="3550" h="3200" extrusionOk="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52"/>
            <p:cNvSpPr/>
            <p:nvPr/>
          </p:nvSpPr>
          <p:spPr>
            <a:xfrm>
              <a:off x="1234781" y="606271"/>
              <a:ext cx="41642" cy="54495"/>
            </a:xfrm>
            <a:custGeom>
              <a:avLst/>
              <a:gdLst/>
              <a:ahLst/>
              <a:cxnLst/>
              <a:rect l="l" t="t" r="r" b="b"/>
              <a:pathLst>
                <a:path w="1338" h="1751" extrusionOk="0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52"/>
            <p:cNvSpPr/>
            <p:nvPr/>
          </p:nvSpPr>
          <p:spPr>
            <a:xfrm>
              <a:off x="748616" y="631169"/>
              <a:ext cx="39712" cy="39712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52"/>
            <p:cNvSpPr/>
            <p:nvPr/>
          </p:nvSpPr>
          <p:spPr>
            <a:xfrm>
              <a:off x="843540" y="609788"/>
              <a:ext cx="96853" cy="140829"/>
            </a:xfrm>
            <a:custGeom>
              <a:avLst/>
              <a:gdLst/>
              <a:ahLst/>
              <a:cxnLst/>
              <a:rect l="l" t="t" r="r" b="b"/>
              <a:pathLst>
                <a:path w="3112" h="4525" extrusionOk="0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52"/>
            <p:cNvSpPr/>
            <p:nvPr/>
          </p:nvSpPr>
          <p:spPr>
            <a:xfrm>
              <a:off x="822906" y="735803"/>
              <a:ext cx="38156" cy="40490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52"/>
            <p:cNvSpPr/>
            <p:nvPr/>
          </p:nvSpPr>
          <p:spPr>
            <a:xfrm>
              <a:off x="883595" y="757184"/>
              <a:ext cx="7034" cy="12107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52"/>
            <p:cNvSpPr/>
            <p:nvPr/>
          </p:nvSpPr>
          <p:spPr>
            <a:xfrm>
              <a:off x="1048108" y="720241"/>
              <a:ext cx="12076" cy="8590"/>
            </a:xfrm>
            <a:custGeom>
              <a:avLst/>
              <a:gdLst/>
              <a:ahLst/>
              <a:cxnLst/>
              <a:rect l="l" t="t" r="r" b="b"/>
              <a:pathLst>
                <a:path w="388" h="276" extrusionOk="0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52"/>
            <p:cNvSpPr/>
            <p:nvPr/>
          </p:nvSpPr>
          <p:spPr>
            <a:xfrm>
              <a:off x="871924" y="558840"/>
              <a:ext cx="195263" cy="34266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52"/>
            <p:cNvSpPr/>
            <p:nvPr/>
          </p:nvSpPr>
          <p:spPr>
            <a:xfrm>
              <a:off x="845470" y="558435"/>
              <a:ext cx="41268" cy="38561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52"/>
            <p:cNvSpPr/>
            <p:nvPr/>
          </p:nvSpPr>
          <p:spPr>
            <a:xfrm>
              <a:off x="790227" y="630017"/>
              <a:ext cx="91064" cy="28041"/>
            </a:xfrm>
            <a:custGeom>
              <a:avLst/>
              <a:gdLst/>
              <a:ahLst/>
              <a:cxnLst/>
              <a:rect l="l" t="t" r="r" b="b"/>
              <a:pathLst>
                <a:path w="2926" h="901" extrusionOk="0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52"/>
            <p:cNvSpPr/>
            <p:nvPr/>
          </p:nvSpPr>
          <p:spPr>
            <a:xfrm>
              <a:off x="791410" y="637020"/>
              <a:ext cx="87921" cy="29193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52"/>
            <p:cNvSpPr/>
            <p:nvPr/>
          </p:nvSpPr>
          <p:spPr>
            <a:xfrm>
              <a:off x="980821" y="577514"/>
              <a:ext cx="22595" cy="70804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52"/>
            <p:cNvSpPr/>
            <p:nvPr/>
          </p:nvSpPr>
          <p:spPr>
            <a:xfrm>
              <a:off x="974597" y="579848"/>
              <a:ext cx="20261" cy="67691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52"/>
            <p:cNvSpPr/>
            <p:nvPr/>
          </p:nvSpPr>
          <p:spPr>
            <a:xfrm>
              <a:off x="1313739" y="653733"/>
              <a:ext cx="103482" cy="33488"/>
            </a:xfrm>
            <a:custGeom>
              <a:avLst/>
              <a:gdLst/>
              <a:ahLst/>
              <a:cxnLst/>
              <a:rect l="l" t="t" r="r" b="b"/>
              <a:pathLst>
                <a:path w="3325" h="1076" extrusionOk="0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52"/>
            <p:cNvSpPr/>
            <p:nvPr/>
          </p:nvSpPr>
          <p:spPr>
            <a:xfrm>
              <a:off x="1314143" y="659552"/>
              <a:ext cx="125237" cy="38561"/>
            </a:xfrm>
            <a:custGeom>
              <a:avLst/>
              <a:gdLst/>
              <a:ahLst/>
              <a:cxnLst/>
              <a:rect l="l" t="t" r="r" b="b"/>
              <a:pathLst>
                <a:path w="4024" h="1239" extrusionOk="0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52"/>
            <p:cNvSpPr/>
            <p:nvPr/>
          </p:nvSpPr>
          <p:spPr>
            <a:xfrm>
              <a:off x="565056" y="841183"/>
              <a:ext cx="248949" cy="686127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52"/>
            <p:cNvSpPr/>
            <p:nvPr/>
          </p:nvSpPr>
          <p:spPr>
            <a:xfrm>
              <a:off x="785963" y="847408"/>
              <a:ext cx="151318" cy="225234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52"/>
            <p:cNvSpPr/>
            <p:nvPr/>
          </p:nvSpPr>
          <p:spPr>
            <a:xfrm>
              <a:off x="759136" y="915099"/>
              <a:ext cx="96075" cy="91033"/>
            </a:xfrm>
            <a:custGeom>
              <a:avLst/>
              <a:gdLst/>
              <a:ahLst/>
              <a:cxnLst/>
              <a:rect l="l" t="t" r="r" b="b"/>
              <a:pathLst>
                <a:path w="3087" h="2925" extrusionOk="0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52"/>
            <p:cNvSpPr/>
            <p:nvPr/>
          </p:nvSpPr>
          <p:spPr>
            <a:xfrm>
              <a:off x="847399" y="972645"/>
              <a:ext cx="31" cy="436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52"/>
            <p:cNvSpPr/>
            <p:nvPr/>
          </p:nvSpPr>
          <p:spPr>
            <a:xfrm>
              <a:off x="625340" y="733064"/>
              <a:ext cx="129532" cy="257134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52"/>
            <p:cNvSpPr/>
            <p:nvPr/>
          </p:nvSpPr>
          <p:spPr>
            <a:xfrm>
              <a:off x="631565" y="1057049"/>
              <a:ext cx="101522" cy="110111"/>
            </a:xfrm>
            <a:custGeom>
              <a:avLst/>
              <a:gdLst/>
              <a:ahLst/>
              <a:cxnLst/>
              <a:rect l="l" t="t" r="r" b="b"/>
              <a:pathLst>
                <a:path w="3262" h="3538" extrusionOk="0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52"/>
            <p:cNvSpPr/>
            <p:nvPr/>
          </p:nvSpPr>
          <p:spPr>
            <a:xfrm>
              <a:off x="664243" y="1195513"/>
              <a:ext cx="54869" cy="41268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52"/>
            <p:cNvSpPr/>
            <p:nvPr/>
          </p:nvSpPr>
          <p:spPr>
            <a:xfrm>
              <a:off x="689110" y="708975"/>
              <a:ext cx="40086" cy="39681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52"/>
            <p:cNvSpPr/>
            <p:nvPr/>
          </p:nvSpPr>
          <p:spPr>
            <a:xfrm>
              <a:off x="668103" y="803463"/>
              <a:ext cx="140829" cy="9648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52"/>
            <p:cNvSpPr/>
            <p:nvPr/>
          </p:nvSpPr>
          <p:spPr>
            <a:xfrm>
              <a:off x="794118" y="782860"/>
              <a:ext cx="40490" cy="3853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52"/>
            <p:cNvSpPr/>
            <p:nvPr/>
          </p:nvSpPr>
          <p:spPr>
            <a:xfrm>
              <a:off x="815125" y="843518"/>
              <a:ext cx="12480" cy="7438"/>
            </a:xfrm>
            <a:custGeom>
              <a:avLst/>
              <a:gdLst/>
              <a:ahLst/>
              <a:cxnLst/>
              <a:rect l="l" t="t" r="r" b="b"/>
              <a:pathLst>
                <a:path w="401" h="239" extrusionOk="0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52"/>
            <p:cNvSpPr/>
            <p:nvPr/>
          </p:nvSpPr>
          <p:spPr>
            <a:xfrm>
              <a:off x="778183" y="1008062"/>
              <a:ext cx="8963" cy="12449"/>
            </a:xfrm>
            <a:custGeom>
              <a:avLst/>
              <a:gdLst/>
              <a:ahLst/>
              <a:cxnLst/>
              <a:rect l="l" t="t" r="r" b="b"/>
              <a:pathLst>
                <a:path w="288" h="400" extrusionOk="0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52"/>
            <p:cNvSpPr/>
            <p:nvPr/>
          </p:nvSpPr>
          <p:spPr>
            <a:xfrm>
              <a:off x="616782" y="832251"/>
              <a:ext cx="34639" cy="195263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52"/>
            <p:cNvSpPr/>
            <p:nvPr/>
          </p:nvSpPr>
          <p:spPr>
            <a:xfrm>
              <a:off x="616782" y="805797"/>
              <a:ext cx="38530" cy="41268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52"/>
            <p:cNvSpPr/>
            <p:nvPr/>
          </p:nvSpPr>
          <p:spPr>
            <a:xfrm>
              <a:off x="688332" y="750586"/>
              <a:ext cx="28041" cy="90629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52"/>
            <p:cNvSpPr/>
            <p:nvPr/>
          </p:nvSpPr>
          <p:spPr>
            <a:xfrm>
              <a:off x="695335" y="751737"/>
              <a:ext cx="29597" cy="87921"/>
            </a:xfrm>
            <a:custGeom>
              <a:avLst/>
              <a:gdLst/>
              <a:ahLst/>
              <a:cxnLst/>
              <a:rect l="l" t="t" r="r" b="b"/>
              <a:pathLst>
                <a:path w="951" h="2825" extrusionOk="0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52"/>
            <p:cNvSpPr/>
            <p:nvPr/>
          </p:nvSpPr>
          <p:spPr>
            <a:xfrm>
              <a:off x="635455" y="941149"/>
              <a:ext cx="70804" cy="22595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52"/>
            <p:cNvSpPr/>
            <p:nvPr/>
          </p:nvSpPr>
          <p:spPr>
            <a:xfrm>
              <a:off x="635828" y="928700"/>
              <a:ext cx="69652" cy="26081"/>
            </a:xfrm>
            <a:custGeom>
              <a:avLst/>
              <a:gdLst/>
              <a:ahLst/>
              <a:cxnLst/>
              <a:rect l="l" t="t" r="r" b="b"/>
              <a:pathLst>
                <a:path w="2238" h="838" extrusionOk="0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52"/>
            <p:cNvSpPr/>
            <p:nvPr/>
          </p:nvSpPr>
          <p:spPr>
            <a:xfrm>
              <a:off x="712079" y="1274066"/>
              <a:ext cx="33457" cy="103109"/>
            </a:xfrm>
            <a:custGeom>
              <a:avLst/>
              <a:gdLst/>
              <a:ahLst/>
              <a:cxnLst/>
              <a:rect l="l" t="t" r="r" b="b"/>
              <a:pathLst>
                <a:path w="1075" h="3313" extrusionOk="0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52"/>
            <p:cNvSpPr/>
            <p:nvPr/>
          </p:nvSpPr>
          <p:spPr>
            <a:xfrm>
              <a:off x="717899" y="1274066"/>
              <a:ext cx="38530" cy="125673"/>
            </a:xfrm>
            <a:custGeom>
              <a:avLst/>
              <a:gdLst/>
              <a:ahLst/>
              <a:cxnLst/>
              <a:rect l="l" t="t" r="r" b="b"/>
              <a:pathLst>
                <a:path w="1238" h="4038" extrusionOk="0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52"/>
            <p:cNvSpPr/>
            <p:nvPr/>
          </p:nvSpPr>
          <p:spPr>
            <a:xfrm>
              <a:off x="940362" y="885159"/>
              <a:ext cx="10551" cy="1011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52"/>
            <p:cNvSpPr/>
            <p:nvPr/>
          </p:nvSpPr>
          <p:spPr>
            <a:xfrm>
              <a:off x="948547" y="885159"/>
              <a:ext cx="73138" cy="18674"/>
            </a:xfrm>
            <a:custGeom>
              <a:avLst/>
              <a:gdLst/>
              <a:ahLst/>
              <a:cxnLst/>
              <a:rect l="l" t="t" r="r" b="b"/>
              <a:pathLst>
                <a:path w="2350" h="600" extrusionOk="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52"/>
            <p:cNvSpPr/>
            <p:nvPr/>
          </p:nvSpPr>
          <p:spPr>
            <a:xfrm>
              <a:off x="990158" y="891384"/>
              <a:ext cx="31527" cy="21412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52"/>
            <p:cNvSpPr/>
            <p:nvPr/>
          </p:nvSpPr>
          <p:spPr>
            <a:xfrm>
              <a:off x="939989" y="891384"/>
              <a:ext cx="33083" cy="68843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52"/>
            <p:cNvSpPr/>
            <p:nvPr/>
          </p:nvSpPr>
          <p:spPr>
            <a:xfrm>
              <a:off x="952811" y="918585"/>
              <a:ext cx="21412" cy="43198"/>
            </a:xfrm>
            <a:custGeom>
              <a:avLst/>
              <a:gdLst/>
              <a:ahLst/>
              <a:cxnLst/>
              <a:rect l="l" t="t" r="r" b="b"/>
              <a:pathLst>
                <a:path w="688" h="1388" extrusionOk="0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52"/>
            <p:cNvSpPr/>
            <p:nvPr/>
          </p:nvSpPr>
          <p:spPr>
            <a:xfrm>
              <a:off x="966412" y="916655"/>
              <a:ext cx="28446" cy="14036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52"/>
            <p:cNvSpPr/>
            <p:nvPr/>
          </p:nvSpPr>
          <p:spPr>
            <a:xfrm>
              <a:off x="975748" y="906136"/>
              <a:ext cx="20261" cy="24556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52"/>
            <p:cNvSpPr/>
            <p:nvPr/>
          </p:nvSpPr>
          <p:spPr>
            <a:xfrm>
              <a:off x="978083" y="906541"/>
              <a:ext cx="21443" cy="8590"/>
            </a:xfrm>
            <a:custGeom>
              <a:avLst/>
              <a:gdLst/>
              <a:ahLst/>
              <a:cxnLst/>
              <a:rect l="l" t="t" r="r" b="b"/>
              <a:pathLst>
                <a:path w="689" h="276" extrusionOk="0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52"/>
            <p:cNvSpPr/>
            <p:nvPr/>
          </p:nvSpPr>
          <p:spPr>
            <a:xfrm>
              <a:off x="988976" y="925992"/>
              <a:ext cx="35822" cy="29193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52"/>
            <p:cNvSpPr/>
            <p:nvPr/>
          </p:nvSpPr>
          <p:spPr>
            <a:xfrm>
              <a:off x="7566560" y="519563"/>
              <a:ext cx="686096" cy="236873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52"/>
            <p:cNvSpPr/>
            <p:nvPr/>
          </p:nvSpPr>
          <p:spPr>
            <a:xfrm>
              <a:off x="8021602" y="727617"/>
              <a:ext cx="225234" cy="151349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52"/>
            <p:cNvSpPr/>
            <p:nvPr/>
          </p:nvSpPr>
          <p:spPr>
            <a:xfrm>
              <a:off x="8087707" y="700790"/>
              <a:ext cx="91438" cy="96106"/>
            </a:xfrm>
            <a:custGeom>
              <a:avLst/>
              <a:gdLst/>
              <a:ahLst/>
              <a:cxnLst/>
              <a:rect l="l" t="t" r="r" b="b"/>
              <a:pathLst>
                <a:path w="2938" h="3088" extrusionOk="0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52"/>
            <p:cNvSpPr/>
            <p:nvPr/>
          </p:nvSpPr>
          <p:spPr>
            <a:xfrm>
              <a:off x="8121568" y="789084"/>
              <a:ext cx="31" cy="40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52"/>
            <p:cNvSpPr/>
            <p:nvPr/>
          </p:nvSpPr>
          <p:spPr>
            <a:xfrm>
              <a:off x="8104046" y="567399"/>
              <a:ext cx="257134" cy="129532"/>
            </a:xfrm>
            <a:custGeom>
              <a:avLst/>
              <a:gdLst/>
              <a:ahLst/>
              <a:cxnLst/>
              <a:rect l="l" t="t" r="r" b="b"/>
              <a:pathLst>
                <a:path w="8262" h="4162" extrusionOk="0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52"/>
            <p:cNvSpPr/>
            <p:nvPr/>
          </p:nvSpPr>
          <p:spPr>
            <a:xfrm>
              <a:off x="7927083" y="573623"/>
              <a:ext cx="110111" cy="99592"/>
            </a:xfrm>
            <a:custGeom>
              <a:avLst/>
              <a:gdLst/>
              <a:ahLst/>
              <a:cxnLst/>
              <a:rect l="l" t="t" r="r" b="b"/>
              <a:pathLst>
                <a:path w="3538" h="3200" extrusionOk="0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52"/>
            <p:cNvSpPr/>
            <p:nvPr/>
          </p:nvSpPr>
          <p:spPr>
            <a:xfrm>
              <a:off x="7857867" y="606271"/>
              <a:ext cx="41237" cy="54495"/>
            </a:xfrm>
            <a:custGeom>
              <a:avLst/>
              <a:gdLst/>
              <a:ahLst/>
              <a:cxnLst/>
              <a:rect l="l" t="t" r="r" b="b"/>
              <a:pathLst>
                <a:path w="1325" h="1751" extrusionOk="0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52"/>
            <p:cNvSpPr/>
            <p:nvPr/>
          </p:nvSpPr>
          <p:spPr>
            <a:xfrm>
              <a:off x="8345588" y="631169"/>
              <a:ext cx="39681" cy="39712"/>
            </a:xfrm>
            <a:custGeom>
              <a:avLst/>
              <a:gdLst/>
              <a:ahLst/>
              <a:cxnLst/>
              <a:rect l="l" t="t" r="r" b="b"/>
              <a:pathLst>
                <a:path w="1275" h="1276" extrusionOk="0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52"/>
            <p:cNvSpPr/>
            <p:nvPr/>
          </p:nvSpPr>
          <p:spPr>
            <a:xfrm>
              <a:off x="8193897" y="609788"/>
              <a:ext cx="96884" cy="140829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52"/>
            <p:cNvSpPr/>
            <p:nvPr/>
          </p:nvSpPr>
          <p:spPr>
            <a:xfrm>
              <a:off x="8272854" y="735803"/>
              <a:ext cx="38156" cy="40490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52"/>
            <p:cNvSpPr/>
            <p:nvPr/>
          </p:nvSpPr>
          <p:spPr>
            <a:xfrm>
              <a:off x="8243288" y="757184"/>
              <a:ext cx="7034" cy="12107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52"/>
            <p:cNvSpPr/>
            <p:nvPr/>
          </p:nvSpPr>
          <p:spPr>
            <a:xfrm>
              <a:off x="8073733" y="720241"/>
              <a:ext cx="12449" cy="8590"/>
            </a:xfrm>
            <a:custGeom>
              <a:avLst/>
              <a:gdLst/>
              <a:ahLst/>
              <a:cxnLst/>
              <a:rect l="l" t="t" r="r" b="b"/>
              <a:pathLst>
                <a:path w="400" h="276" extrusionOk="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52"/>
            <p:cNvSpPr/>
            <p:nvPr/>
          </p:nvSpPr>
          <p:spPr>
            <a:xfrm>
              <a:off x="8066730" y="558840"/>
              <a:ext cx="195263" cy="34266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52"/>
            <p:cNvSpPr/>
            <p:nvPr/>
          </p:nvSpPr>
          <p:spPr>
            <a:xfrm>
              <a:off x="8247178" y="558435"/>
              <a:ext cx="41268" cy="38561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52"/>
            <p:cNvSpPr/>
            <p:nvPr/>
          </p:nvSpPr>
          <p:spPr>
            <a:xfrm>
              <a:off x="8253029" y="630017"/>
              <a:ext cx="90629" cy="28041"/>
            </a:xfrm>
            <a:custGeom>
              <a:avLst/>
              <a:gdLst/>
              <a:ahLst/>
              <a:cxnLst/>
              <a:rect l="l" t="t" r="r" b="b"/>
              <a:pathLst>
                <a:path w="2912" h="901" extrusionOk="0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52"/>
            <p:cNvSpPr/>
            <p:nvPr/>
          </p:nvSpPr>
          <p:spPr>
            <a:xfrm>
              <a:off x="8254959" y="637020"/>
              <a:ext cx="87548" cy="29193"/>
            </a:xfrm>
            <a:custGeom>
              <a:avLst/>
              <a:gdLst/>
              <a:ahLst/>
              <a:cxnLst/>
              <a:rect l="l" t="t" r="r" b="b"/>
              <a:pathLst>
                <a:path w="2813" h="938" extrusionOk="0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52"/>
            <p:cNvSpPr/>
            <p:nvPr/>
          </p:nvSpPr>
          <p:spPr>
            <a:xfrm>
              <a:off x="8130500" y="577514"/>
              <a:ext cx="22595" cy="70804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52"/>
            <p:cNvSpPr/>
            <p:nvPr/>
          </p:nvSpPr>
          <p:spPr>
            <a:xfrm>
              <a:off x="8139432" y="579848"/>
              <a:ext cx="19887" cy="67691"/>
            </a:xfrm>
            <a:custGeom>
              <a:avLst/>
              <a:gdLst/>
              <a:ahLst/>
              <a:cxnLst/>
              <a:rect l="l" t="t" r="r" b="b"/>
              <a:pathLst>
                <a:path w="639" h="2175" extrusionOk="0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52"/>
            <p:cNvSpPr/>
            <p:nvPr/>
          </p:nvSpPr>
          <p:spPr>
            <a:xfrm>
              <a:off x="7716695" y="653733"/>
              <a:ext cx="103078" cy="33488"/>
            </a:xfrm>
            <a:custGeom>
              <a:avLst/>
              <a:gdLst/>
              <a:ahLst/>
              <a:cxnLst/>
              <a:rect l="l" t="t" r="r" b="b"/>
              <a:pathLst>
                <a:path w="3312" h="1076" extrusionOk="0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52"/>
            <p:cNvSpPr/>
            <p:nvPr/>
          </p:nvSpPr>
          <p:spPr>
            <a:xfrm>
              <a:off x="7694505" y="659552"/>
              <a:ext cx="125268" cy="38561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52"/>
            <p:cNvSpPr/>
            <p:nvPr/>
          </p:nvSpPr>
          <p:spPr>
            <a:xfrm>
              <a:off x="8319912" y="841183"/>
              <a:ext cx="248949" cy="686127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52"/>
            <p:cNvSpPr/>
            <p:nvPr/>
          </p:nvSpPr>
          <p:spPr>
            <a:xfrm>
              <a:off x="8196635" y="847408"/>
              <a:ext cx="151318" cy="225234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52"/>
            <p:cNvSpPr/>
            <p:nvPr/>
          </p:nvSpPr>
          <p:spPr>
            <a:xfrm>
              <a:off x="8278674" y="915099"/>
              <a:ext cx="96106" cy="91033"/>
            </a:xfrm>
            <a:custGeom>
              <a:avLst/>
              <a:gdLst/>
              <a:ahLst/>
              <a:cxnLst/>
              <a:rect l="l" t="t" r="r" b="b"/>
              <a:pathLst>
                <a:path w="3088" h="2925" extrusionOk="0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52"/>
            <p:cNvSpPr/>
            <p:nvPr/>
          </p:nvSpPr>
          <p:spPr>
            <a:xfrm>
              <a:off x="8286455" y="972645"/>
              <a:ext cx="31" cy="436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52"/>
            <p:cNvSpPr/>
            <p:nvPr/>
          </p:nvSpPr>
          <p:spPr>
            <a:xfrm>
              <a:off x="8379013" y="733064"/>
              <a:ext cx="129563" cy="257134"/>
            </a:xfrm>
            <a:custGeom>
              <a:avLst/>
              <a:gdLst/>
              <a:ahLst/>
              <a:cxnLst/>
              <a:rect l="l" t="t" r="r" b="b"/>
              <a:pathLst>
                <a:path w="4163" h="8262" extrusionOk="0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52"/>
            <p:cNvSpPr/>
            <p:nvPr/>
          </p:nvSpPr>
          <p:spPr>
            <a:xfrm>
              <a:off x="8400799" y="1057049"/>
              <a:ext cx="101553" cy="110111"/>
            </a:xfrm>
            <a:custGeom>
              <a:avLst/>
              <a:gdLst/>
              <a:ahLst/>
              <a:cxnLst/>
              <a:rect l="l" t="t" r="r" b="b"/>
              <a:pathLst>
                <a:path w="3263" h="3538" extrusionOk="0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52"/>
            <p:cNvSpPr/>
            <p:nvPr/>
          </p:nvSpPr>
          <p:spPr>
            <a:xfrm>
              <a:off x="8414804" y="1195513"/>
              <a:ext cx="54869" cy="41268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52"/>
            <p:cNvSpPr/>
            <p:nvPr/>
          </p:nvSpPr>
          <p:spPr>
            <a:xfrm>
              <a:off x="8404689" y="708975"/>
              <a:ext cx="40086" cy="39681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52"/>
            <p:cNvSpPr/>
            <p:nvPr/>
          </p:nvSpPr>
          <p:spPr>
            <a:xfrm>
              <a:off x="8325358" y="803463"/>
              <a:ext cx="140829" cy="9648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52"/>
            <p:cNvSpPr/>
            <p:nvPr/>
          </p:nvSpPr>
          <p:spPr>
            <a:xfrm>
              <a:off x="8299308" y="782860"/>
              <a:ext cx="40459" cy="3853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52"/>
            <p:cNvSpPr/>
            <p:nvPr/>
          </p:nvSpPr>
          <p:spPr>
            <a:xfrm>
              <a:off x="8306311" y="843518"/>
              <a:ext cx="12449" cy="7438"/>
            </a:xfrm>
            <a:custGeom>
              <a:avLst/>
              <a:gdLst/>
              <a:ahLst/>
              <a:cxnLst/>
              <a:rect l="l" t="t" r="r" b="b"/>
              <a:pathLst>
                <a:path w="400" h="239" extrusionOk="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52"/>
            <p:cNvSpPr/>
            <p:nvPr/>
          </p:nvSpPr>
          <p:spPr>
            <a:xfrm>
              <a:off x="8346739" y="1008062"/>
              <a:ext cx="8994" cy="12449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52"/>
            <p:cNvSpPr/>
            <p:nvPr/>
          </p:nvSpPr>
          <p:spPr>
            <a:xfrm>
              <a:off x="8482495" y="832251"/>
              <a:ext cx="34639" cy="195263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52"/>
            <p:cNvSpPr/>
            <p:nvPr/>
          </p:nvSpPr>
          <p:spPr>
            <a:xfrm>
              <a:off x="8478605" y="805797"/>
              <a:ext cx="38530" cy="41268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52"/>
            <p:cNvSpPr/>
            <p:nvPr/>
          </p:nvSpPr>
          <p:spPr>
            <a:xfrm>
              <a:off x="8417543" y="750586"/>
              <a:ext cx="28010" cy="90629"/>
            </a:xfrm>
            <a:custGeom>
              <a:avLst/>
              <a:gdLst/>
              <a:ahLst/>
              <a:cxnLst/>
              <a:rect l="l" t="t" r="r" b="b"/>
              <a:pathLst>
                <a:path w="900" h="2912" extrusionOk="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52"/>
            <p:cNvSpPr/>
            <p:nvPr/>
          </p:nvSpPr>
          <p:spPr>
            <a:xfrm>
              <a:off x="8408984" y="751737"/>
              <a:ext cx="29193" cy="87921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52"/>
            <p:cNvSpPr/>
            <p:nvPr/>
          </p:nvSpPr>
          <p:spPr>
            <a:xfrm>
              <a:off x="8427658" y="941149"/>
              <a:ext cx="70804" cy="22595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52"/>
            <p:cNvSpPr/>
            <p:nvPr/>
          </p:nvSpPr>
          <p:spPr>
            <a:xfrm>
              <a:off x="8428031" y="928326"/>
              <a:ext cx="70026" cy="26454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52"/>
            <p:cNvSpPr/>
            <p:nvPr/>
          </p:nvSpPr>
          <p:spPr>
            <a:xfrm>
              <a:off x="8388350" y="1274066"/>
              <a:ext cx="33488" cy="103109"/>
            </a:xfrm>
            <a:custGeom>
              <a:avLst/>
              <a:gdLst/>
              <a:ahLst/>
              <a:cxnLst/>
              <a:rect l="l" t="t" r="r" b="b"/>
              <a:pathLst>
                <a:path w="1076" h="3313" extrusionOk="0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52"/>
            <p:cNvSpPr/>
            <p:nvPr/>
          </p:nvSpPr>
          <p:spPr>
            <a:xfrm>
              <a:off x="8377457" y="1274066"/>
              <a:ext cx="38561" cy="125673"/>
            </a:xfrm>
            <a:custGeom>
              <a:avLst/>
              <a:gdLst/>
              <a:ahLst/>
              <a:cxnLst/>
              <a:rect l="l" t="t" r="r" b="b"/>
              <a:pathLst>
                <a:path w="1239" h="4038" extrusionOk="0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52"/>
            <p:cNvSpPr/>
            <p:nvPr/>
          </p:nvSpPr>
          <p:spPr>
            <a:xfrm>
              <a:off x="8183004" y="885159"/>
              <a:ext cx="10551" cy="1011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52"/>
            <p:cNvSpPr/>
            <p:nvPr/>
          </p:nvSpPr>
          <p:spPr>
            <a:xfrm>
              <a:off x="8112231" y="885159"/>
              <a:ext cx="73542" cy="18674"/>
            </a:xfrm>
            <a:custGeom>
              <a:avLst/>
              <a:gdLst/>
              <a:ahLst/>
              <a:cxnLst/>
              <a:rect l="l" t="t" r="r" b="b"/>
              <a:pathLst>
                <a:path w="2363" h="600" extrusionOk="0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52"/>
            <p:cNvSpPr/>
            <p:nvPr/>
          </p:nvSpPr>
          <p:spPr>
            <a:xfrm>
              <a:off x="8112231" y="891384"/>
              <a:ext cx="31527" cy="21412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52"/>
            <p:cNvSpPr/>
            <p:nvPr/>
          </p:nvSpPr>
          <p:spPr>
            <a:xfrm>
              <a:off x="8160844" y="891384"/>
              <a:ext cx="33083" cy="68843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52"/>
            <p:cNvSpPr/>
            <p:nvPr/>
          </p:nvSpPr>
          <p:spPr>
            <a:xfrm>
              <a:off x="8159662" y="918585"/>
              <a:ext cx="21443" cy="43198"/>
            </a:xfrm>
            <a:custGeom>
              <a:avLst/>
              <a:gdLst/>
              <a:ahLst/>
              <a:cxnLst/>
              <a:rect l="l" t="t" r="r" b="b"/>
              <a:pathLst>
                <a:path w="689" h="1388" extrusionOk="0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52"/>
            <p:cNvSpPr/>
            <p:nvPr/>
          </p:nvSpPr>
          <p:spPr>
            <a:xfrm>
              <a:off x="8139432" y="916655"/>
              <a:ext cx="28041" cy="14036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52"/>
            <p:cNvSpPr/>
            <p:nvPr/>
          </p:nvSpPr>
          <p:spPr>
            <a:xfrm>
              <a:off x="8138281" y="906136"/>
              <a:ext cx="19483" cy="23778"/>
            </a:xfrm>
            <a:custGeom>
              <a:avLst/>
              <a:gdLst/>
              <a:ahLst/>
              <a:cxnLst/>
              <a:rect l="l" t="t" r="r" b="b"/>
              <a:pathLst>
                <a:path w="626" h="764" extrusionOk="0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52"/>
            <p:cNvSpPr/>
            <p:nvPr/>
          </p:nvSpPr>
          <p:spPr>
            <a:xfrm>
              <a:off x="8134390" y="906541"/>
              <a:ext cx="21817" cy="859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52"/>
            <p:cNvSpPr/>
            <p:nvPr/>
          </p:nvSpPr>
          <p:spPr>
            <a:xfrm>
              <a:off x="8109492" y="925992"/>
              <a:ext cx="35822" cy="29193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52"/>
            <p:cNvSpPr/>
            <p:nvPr/>
          </p:nvSpPr>
          <p:spPr>
            <a:xfrm>
              <a:off x="7575897" y="4387063"/>
              <a:ext cx="686096" cy="237278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52"/>
            <p:cNvSpPr/>
            <p:nvPr/>
          </p:nvSpPr>
          <p:spPr>
            <a:xfrm>
              <a:off x="8030534" y="4264565"/>
              <a:ext cx="225234" cy="150913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52"/>
            <p:cNvSpPr/>
            <p:nvPr/>
          </p:nvSpPr>
          <p:spPr>
            <a:xfrm>
              <a:off x="8097448" y="4346604"/>
              <a:ext cx="90660" cy="96106"/>
            </a:xfrm>
            <a:custGeom>
              <a:avLst/>
              <a:gdLst/>
              <a:ahLst/>
              <a:cxnLst/>
              <a:rect l="l" t="t" r="r" b="b"/>
              <a:pathLst>
                <a:path w="2913" h="3088" extrusionOk="0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52"/>
            <p:cNvSpPr/>
            <p:nvPr/>
          </p:nvSpPr>
          <p:spPr>
            <a:xfrm>
              <a:off x="8130500" y="4354011"/>
              <a:ext cx="31" cy="40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52"/>
            <p:cNvSpPr/>
            <p:nvPr/>
          </p:nvSpPr>
          <p:spPr>
            <a:xfrm>
              <a:off x="8113383" y="4446943"/>
              <a:ext cx="257134" cy="129158"/>
            </a:xfrm>
            <a:custGeom>
              <a:avLst/>
              <a:gdLst/>
              <a:ahLst/>
              <a:cxnLst/>
              <a:rect l="l" t="t" r="r" b="b"/>
              <a:pathLst>
                <a:path w="8262" h="4150" extrusionOk="0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52"/>
            <p:cNvSpPr/>
            <p:nvPr/>
          </p:nvSpPr>
          <p:spPr>
            <a:xfrm>
              <a:off x="7936047" y="4470285"/>
              <a:ext cx="110080" cy="99592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52"/>
            <p:cNvSpPr/>
            <p:nvPr/>
          </p:nvSpPr>
          <p:spPr>
            <a:xfrm>
              <a:off x="7866799" y="4483138"/>
              <a:ext cx="41268" cy="54091"/>
            </a:xfrm>
            <a:custGeom>
              <a:avLst/>
              <a:gdLst/>
              <a:ahLst/>
              <a:cxnLst/>
              <a:rect l="l" t="t" r="r" b="b"/>
              <a:pathLst>
                <a:path w="1326" h="1738" extrusionOk="0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52"/>
            <p:cNvSpPr/>
            <p:nvPr/>
          </p:nvSpPr>
          <p:spPr>
            <a:xfrm>
              <a:off x="8354520" y="4472619"/>
              <a:ext cx="39712" cy="39712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52"/>
            <p:cNvSpPr/>
            <p:nvPr/>
          </p:nvSpPr>
          <p:spPr>
            <a:xfrm>
              <a:off x="8202829" y="4392883"/>
              <a:ext cx="96884" cy="140829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52"/>
            <p:cNvSpPr/>
            <p:nvPr/>
          </p:nvSpPr>
          <p:spPr>
            <a:xfrm>
              <a:off x="8281786" y="4367238"/>
              <a:ext cx="38156" cy="40459"/>
            </a:xfrm>
            <a:custGeom>
              <a:avLst/>
              <a:gdLst/>
              <a:ahLst/>
              <a:cxnLst/>
              <a:rect l="l" t="t" r="r" b="b"/>
              <a:pathLst>
                <a:path w="1226" h="1300" extrusionOk="0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52"/>
            <p:cNvSpPr/>
            <p:nvPr/>
          </p:nvSpPr>
          <p:spPr>
            <a:xfrm>
              <a:off x="8252625" y="4374241"/>
              <a:ext cx="7034" cy="11671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52"/>
            <p:cNvSpPr/>
            <p:nvPr/>
          </p:nvSpPr>
          <p:spPr>
            <a:xfrm>
              <a:off x="8082665" y="4414669"/>
              <a:ext cx="12480" cy="859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52"/>
            <p:cNvSpPr/>
            <p:nvPr/>
          </p:nvSpPr>
          <p:spPr>
            <a:xfrm>
              <a:off x="8075662" y="4550425"/>
              <a:ext cx="195263" cy="34639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52"/>
            <p:cNvSpPr/>
            <p:nvPr/>
          </p:nvSpPr>
          <p:spPr>
            <a:xfrm>
              <a:off x="8256515" y="4546535"/>
              <a:ext cx="40864" cy="38903"/>
            </a:xfrm>
            <a:custGeom>
              <a:avLst/>
              <a:gdLst/>
              <a:ahLst/>
              <a:cxnLst/>
              <a:rect l="l" t="t" r="r" b="b"/>
              <a:pathLst>
                <a:path w="1313" h="1250" extrusionOk="0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52"/>
            <p:cNvSpPr/>
            <p:nvPr/>
          </p:nvSpPr>
          <p:spPr>
            <a:xfrm>
              <a:off x="8261961" y="4485473"/>
              <a:ext cx="90660" cy="2801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52"/>
            <p:cNvSpPr/>
            <p:nvPr/>
          </p:nvSpPr>
          <p:spPr>
            <a:xfrm>
              <a:off x="8263518" y="4477287"/>
              <a:ext cx="87921" cy="29193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52"/>
            <p:cNvSpPr/>
            <p:nvPr/>
          </p:nvSpPr>
          <p:spPr>
            <a:xfrm>
              <a:off x="8139432" y="4495961"/>
              <a:ext cx="22221" cy="69652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52"/>
            <p:cNvSpPr/>
            <p:nvPr/>
          </p:nvSpPr>
          <p:spPr>
            <a:xfrm>
              <a:off x="8148395" y="4495961"/>
              <a:ext cx="20261" cy="67691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52"/>
            <p:cNvSpPr/>
            <p:nvPr/>
          </p:nvSpPr>
          <p:spPr>
            <a:xfrm>
              <a:off x="7726001" y="4456280"/>
              <a:ext cx="103109" cy="33488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52"/>
            <p:cNvSpPr/>
            <p:nvPr/>
          </p:nvSpPr>
          <p:spPr>
            <a:xfrm>
              <a:off x="7703468" y="4445387"/>
              <a:ext cx="125268" cy="38561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52"/>
            <p:cNvSpPr/>
            <p:nvPr/>
          </p:nvSpPr>
          <p:spPr>
            <a:xfrm>
              <a:off x="8329248" y="3616190"/>
              <a:ext cx="248544" cy="686127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52"/>
            <p:cNvSpPr/>
            <p:nvPr/>
          </p:nvSpPr>
          <p:spPr>
            <a:xfrm>
              <a:off x="8205941" y="4070859"/>
              <a:ext cx="150944" cy="225234"/>
            </a:xfrm>
            <a:custGeom>
              <a:avLst/>
              <a:gdLst/>
              <a:ahLst/>
              <a:cxnLst/>
              <a:rect l="l" t="t" r="r" b="b"/>
              <a:pathLst>
                <a:path w="4850" h="7237" extrusionOk="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52"/>
            <p:cNvSpPr/>
            <p:nvPr/>
          </p:nvSpPr>
          <p:spPr>
            <a:xfrm>
              <a:off x="8288011" y="4136994"/>
              <a:ext cx="96106" cy="91407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52"/>
            <p:cNvSpPr/>
            <p:nvPr/>
          </p:nvSpPr>
          <p:spPr>
            <a:xfrm>
              <a:off x="8295418" y="4170419"/>
              <a:ext cx="405" cy="436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52"/>
            <p:cNvSpPr/>
            <p:nvPr/>
          </p:nvSpPr>
          <p:spPr>
            <a:xfrm>
              <a:off x="8387976" y="4153302"/>
              <a:ext cx="129532" cy="257134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52"/>
            <p:cNvSpPr/>
            <p:nvPr/>
          </p:nvSpPr>
          <p:spPr>
            <a:xfrm>
              <a:off x="8409762" y="3975966"/>
              <a:ext cx="101926" cy="110485"/>
            </a:xfrm>
            <a:custGeom>
              <a:avLst/>
              <a:gdLst/>
              <a:ahLst/>
              <a:cxnLst/>
              <a:rect l="l" t="t" r="r" b="b"/>
              <a:pathLst>
                <a:path w="3275" h="3550" extrusionOk="0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52"/>
            <p:cNvSpPr/>
            <p:nvPr/>
          </p:nvSpPr>
          <p:spPr>
            <a:xfrm>
              <a:off x="8424141" y="3906750"/>
              <a:ext cx="54495" cy="41642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52"/>
            <p:cNvSpPr/>
            <p:nvPr/>
          </p:nvSpPr>
          <p:spPr>
            <a:xfrm>
              <a:off x="8414026" y="4394844"/>
              <a:ext cx="39712" cy="39712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52"/>
            <p:cNvSpPr/>
            <p:nvPr/>
          </p:nvSpPr>
          <p:spPr>
            <a:xfrm>
              <a:off x="8334290" y="4243557"/>
              <a:ext cx="140456" cy="96480"/>
            </a:xfrm>
            <a:custGeom>
              <a:avLst/>
              <a:gdLst/>
              <a:ahLst/>
              <a:cxnLst/>
              <a:rect l="l" t="t" r="r" b="b"/>
              <a:pathLst>
                <a:path w="4513" h="3100" extrusionOk="0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52"/>
            <p:cNvSpPr/>
            <p:nvPr/>
          </p:nvSpPr>
          <p:spPr>
            <a:xfrm>
              <a:off x="8308645" y="4322111"/>
              <a:ext cx="40459" cy="3853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52"/>
            <p:cNvSpPr/>
            <p:nvPr/>
          </p:nvSpPr>
          <p:spPr>
            <a:xfrm>
              <a:off x="8315648" y="4292544"/>
              <a:ext cx="12076" cy="7438"/>
            </a:xfrm>
            <a:custGeom>
              <a:avLst/>
              <a:gdLst/>
              <a:ahLst/>
              <a:cxnLst/>
              <a:rect l="l" t="t" r="r" b="b"/>
              <a:pathLst>
                <a:path w="388" h="239" extrusionOk="0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52"/>
            <p:cNvSpPr/>
            <p:nvPr/>
          </p:nvSpPr>
          <p:spPr>
            <a:xfrm>
              <a:off x="8356076" y="4122989"/>
              <a:ext cx="8590" cy="12480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52"/>
            <p:cNvSpPr/>
            <p:nvPr/>
          </p:nvSpPr>
          <p:spPr>
            <a:xfrm>
              <a:off x="8491832" y="4115986"/>
              <a:ext cx="34235" cy="195263"/>
            </a:xfrm>
            <a:custGeom>
              <a:avLst/>
              <a:gdLst/>
              <a:ahLst/>
              <a:cxnLst/>
              <a:rect l="l" t="t" r="r" b="b"/>
              <a:pathLst>
                <a:path w="1100" h="6274" extrusionOk="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52"/>
            <p:cNvSpPr/>
            <p:nvPr/>
          </p:nvSpPr>
          <p:spPr>
            <a:xfrm>
              <a:off x="8487537" y="4296434"/>
              <a:ext cx="38934" cy="41268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52"/>
            <p:cNvSpPr/>
            <p:nvPr/>
          </p:nvSpPr>
          <p:spPr>
            <a:xfrm>
              <a:off x="8426475" y="4302285"/>
              <a:ext cx="28041" cy="90629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52"/>
            <p:cNvSpPr/>
            <p:nvPr/>
          </p:nvSpPr>
          <p:spPr>
            <a:xfrm>
              <a:off x="8418321" y="4304215"/>
              <a:ext cx="29193" cy="87921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52"/>
            <p:cNvSpPr/>
            <p:nvPr/>
          </p:nvSpPr>
          <p:spPr>
            <a:xfrm>
              <a:off x="8436963" y="4179756"/>
              <a:ext cx="70430" cy="22221"/>
            </a:xfrm>
            <a:custGeom>
              <a:avLst/>
              <a:gdLst/>
              <a:ahLst/>
              <a:cxnLst/>
              <a:rect l="l" t="t" r="r" b="b"/>
              <a:pathLst>
                <a:path w="2263" h="714" extrusionOk="0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52"/>
            <p:cNvSpPr/>
            <p:nvPr/>
          </p:nvSpPr>
          <p:spPr>
            <a:xfrm>
              <a:off x="8437368" y="4188719"/>
              <a:ext cx="70026" cy="26454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52"/>
            <p:cNvSpPr/>
            <p:nvPr/>
          </p:nvSpPr>
          <p:spPr>
            <a:xfrm>
              <a:off x="8397687" y="3766325"/>
              <a:ext cx="33114" cy="103109"/>
            </a:xfrm>
            <a:custGeom>
              <a:avLst/>
              <a:gdLst/>
              <a:ahLst/>
              <a:cxnLst/>
              <a:rect l="l" t="t" r="r" b="b"/>
              <a:pathLst>
                <a:path w="1064" h="3313" extrusionOk="0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52"/>
            <p:cNvSpPr/>
            <p:nvPr/>
          </p:nvSpPr>
          <p:spPr>
            <a:xfrm>
              <a:off x="8386794" y="3744166"/>
              <a:ext cx="38561" cy="125268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52"/>
            <p:cNvSpPr/>
            <p:nvPr/>
          </p:nvSpPr>
          <p:spPr>
            <a:xfrm>
              <a:off x="8191967" y="4248226"/>
              <a:ext cx="10519" cy="10146"/>
            </a:xfrm>
            <a:custGeom>
              <a:avLst/>
              <a:gdLst/>
              <a:ahLst/>
              <a:cxnLst/>
              <a:rect l="l" t="t" r="r" b="b"/>
              <a:pathLst>
                <a:path w="338" h="326" extrusionOk="0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52"/>
            <p:cNvSpPr/>
            <p:nvPr/>
          </p:nvSpPr>
          <p:spPr>
            <a:xfrm>
              <a:off x="8121568" y="4239667"/>
              <a:ext cx="73138" cy="18705"/>
            </a:xfrm>
            <a:custGeom>
              <a:avLst/>
              <a:gdLst/>
              <a:ahLst/>
              <a:cxnLst/>
              <a:rect l="l" t="t" r="r" b="b"/>
              <a:pathLst>
                <a:path w="2350" h="601" extrusionOk="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52"/>
            <p:cNvSpPr/>
            <p:nvPr/>
          </p:nvSpPr>
          <p:spPr>
            <a:xfrm>
              <a:off x="8121163" y="4230704"/>
              <a:ext cx="31527" cy="21039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52"/>
            <p:cNvSpPr/>
            <p:nvPr/>
          </p:nvSpPr>
          <p:spPr>
            <a:xfrm>
              <a:off x="8170181" y="4183273"/>
              <a:ext cx="33083" cy="68874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52"/>
            <p:cNvSpPr/>
            <p:nvPr/>
          </p:nvSpPr>
          <p:spPr>
            <a:xfrm>
              <a:off x="8168999" y="4181717"/>
              <a:ext cx="21039" cy="43198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52"/>
            <p:cNvSpPr/>
            <p:nvPr/>
          </p:nvSpPr>
          <p:spPr>
            <a:xfrm>
              <a:off x="8147991" y="4212808"/>
              <a:ext cx="28446" cy="14036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52"/>
            <p:cNvSpPr/>
            <p:nvPr/>
          </p:nvSpPr>
          <p:spPr>
            <a:xfrm>
              <a:off x="8146839" y="4212808"/>
              <a:ext cx="20261" cy="24556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52"/>
            <p:cNvSpPr/>
            <p:nvPr/>
          </p:nvSpPr>
          <p:spPr>
            <a:xfrm>
              <a:off x="8143322" y="4228370"/>
              <a:ext cx="21817" cy="859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52"/>
            <p:cNvSpPr/>
            <p:nvPr/>
          </p:nvSpPr>
          <p:spPr>
            <a:xfrm>
              <a:off x="8118456" y="4188315"/>
              <a:ext cx="35791" cy="29193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52"/>
            <p:cNvSpPr/>
            <p:nvPr/>
          </p:nvSpPr>
          <p:spPr>
            <a:xfrm>
              <a:off x="890193" y="4387063"/>
              <a:ext cx="686096" cy="237278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52"/>
            <p:cNvSpPr/>
            <p:nvPr/>
          </p:nvSpPr>
          <p:spPr>
            <a:xfrm>
              <a:off x="896417" y="4264565"/>
              <a:ext cx="225234" cy="150913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52"/>
            <p:cNvSpPr/>
            <p:nvPr/>
          </p:nvSpPr>
          <p:spPr>
            <a:xfrm>
              <a:off x="963704" y="4346604"/>
              <a:ext cx="91033" cy="96106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52"/>
            <p:cNvSpPr/>
            <p:nvPr/>
          </p:nvSpPr>
          <p:spPr>
            <a:xfrm>
              <a:off x="1021654" y="4354011"/>
              <a:ext cx="31" cy="40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52"/>
            <p:cNvSpPr/>
            <p:nvPr/>
          </p:nvSpPr>
          <p:spPr>
            <a:xfrm>
              <a:off x="781700" y="4446943"/>
              <a:ext cx="257476" cy="129158"/>
            </a:xfrm>
            <a:custGeom>
              <a:avLst/>
              <a:gdLst/>
              <a:ahLst/>
              <a:cxnLst/>
              <a:rect l="l" t="t" r="r" b="b"/>
              <a:pathLst>
                <a:path w="8273" h="4150" extrusionOk="0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52"/>
            <p:cNvSpPr/>
            <p:nvPr/>
          </p:nvSpPr>
          <p:spPr>
            <a:xfrm>
              <a:off x="1106058" y="4470285"/>
              <a:ext cx="110080" cy="99592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52"/>
            <p:cNvSpPr/>
            <p:nvPr/>
          </p:nvSpPr>
          <p:spPr>
            <a:xfrm>
              <a:off x="1243744" y="4483138"/>
              <a:ext cx="41642" cy="54091"/>
            </a:xfrm>
            <a:custGeom>
              <a:avLst/>
              <a:gdLst/>
              <a:ahLst/>
              <a:cxnLst/>
              <a:rect l="l" t="t" r="r" b="b"/>
              <a:pathLst>
                <a:path w="1338" h="1738" extrusionOk="0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52"/>
            <p:cNvSpPr/>
            <p:nvPr/>
          </p:nvSpPr>
          <p:spPr>
            <a:xfrm>
              <a:off x="757953" y="4472619"/>
              <a:ext cx="39712" cy="39712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52"/>
            <p:cNvSpPr/>
            <p:nvPr/>
          </p:nvSpPr>
          <p:spPr>
            <a:xfrm>
              <a:off x="852068" y="4392883"/>
              <a:ext cx="96884" cy="140829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52"/>
            <p:cNvSpPr/>
            <p:nvPr/>
          </p:nvSpPr>
          <p:spPr>
            <a:xfrm>
              <a:off x="831869" y="4367238"/>
              <a:ext cx="38530" cy="40459"/>
            </a:xfrm>
            <a:custGeom>
              <a:avLst/>
              <a:gdLst/>
              <a:ahLst/>
              <a:cxnLst/>
              <a:rect l="l" t="t" r="r" b="b"/>
              <a:pathLst>
                <a:path w="1238" h="1300" extrusionOk="0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52"/>
            <p:cNvSpPr/>
            <p:nvPr/>
          </p:nvSpPr>
          <p:spPr>
            <a:xfrm>
              <a:off x="892527" y="4374241"/>
              <a:ext cx="7034" cy="11671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52"/>
            <p:cNvSpPr/>
            <p:nvPr/>
          </p:nvSpPr>
          <p:spPr>
            <a:xfrm>
              <a:off x="1057040" y="4414669"/>
              <a:ext cx="12480" cy="859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52"/>
            <p:cNvSpPr/>
            <p:nvPr/>
          </p:nvSpPr>
          <p:spPr>
            <a:xfrm>
              <a:off x="881261" y="4550425"/>
              <a:ext cx="195263" cy="34639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52"/>
            <p:cNvSpPr/>
            <p:nvPr/>
          </p:nvSpPr>
          <p:spPr>
            <a:xfrm>
              <a:off x="854402" y="4546535"/>
              <a:ext cx="41268" cy="38903"/>
            </a:xfrm>
            <a:custGeom>
              <a:avLst/>
              <a:gdLst/>
              <a:ahLst/>
              <a:cxnLst/>
              <a:rect l="l" t="t" r="r" b="b"/>
              <a:pathLst>
                <a:path w="1326" h="1250" extrusionOk="0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52"/>
            <p:cNvSpPr/>
            <p:nvPr/>
          </p:nvSpPr>
          <p:spPr>
            <a:xfrm>
              <a:off x="799564" y="4485473"/>
              <a:ext cx="90660" cy="2801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52"/>
            <p:cNvSpPr/>
            <p:nvPr/>
          </p:nvSpPr>
          <p:spPr>
            <a:xfrm>
              <a:off x="800342" y="4477287"/>
              <a:ext cx="87952" cy="29193"/>
            </a:xfrm>
            <a:custGeom>
              <a:avLst/>
              <a:gdLst/>
              <a:ahLst/>
              <a:cxnLst/>
              <a:rect l="l" t="t" r="r" b="b"/>
              <a:pathLst>
                <a:path w="2826" h="938" extrusionOk="0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52"/>
            <p:cNvSpPr/>
            <p:nvPr/>
          </p:nvSpPr>
          <p:spPr>
            <a:xfrm>
              <a:off x="990532" y="4495961"/>
              <a:ext cx="22221" cy="69652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52"/>
            <p:cNvSpPr/>
            <p:nvPr/>
          </p:nvSpPr>
          <p:spPr>
            <a:xfrm>
              <a:off x="983934" y="4495961"/>
              <a:ext cx="19856" cy="67691"/>
            </a:xfrm>
            <a:custGeom>
              <a:avLst/>
              <a:gdLst/>
              <a:ahLst/>
              <a:cxnLst/>
              <a:rect l="l" t="t" r="r" b="b"/>
              <a:pathLst>
                <a:path w="638" h="2175" extrusionOk="0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52"/>
            <p:cNvSpPr/>
            <p:nvPr/>
          </p:nvSpPr>
          <p:spPr>
            <a:xfrm>
              <a:off x="1323076" y="4456280"/>
              <a:ext cx="103109" cy="33488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52"/>
            <p:cNvSpPr/>
            <p:nvPr/>
          </p:nvSpPr>
          <p:spPr>
            <a:xfrm>
              <a:off x="1323076" y="4445387"/>
              <a:ext cx="125268" cy="38561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52"/>
            <p:cNvSpPr/>
            <p:nvPr/>
          </p:nvSpPr>
          <p:spPr>
            <a:xfrm>
              <a:off x="574393" y="3616190"/>
              <a:ext cx="248544" cy="686127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52"/>
            <p:cNvSpPr/>
            <p:nvPr/>
          </p:nvSpPr>
          <p:spPr>
            <a:xfrm>
              <a:off x="794896" y="4070859"/>
              <a:ext cx="151349" cy="225234"/>
            </a:xfrm>
            <a:custGeom>
              <a:avLst/>
              <a:gdLst/>
              <a:ahLst/>
              <a:cxnLst/>
              <a:rect l="l" t="t" r="r" b="b"/>
              <a:pathLst>
                <a:path w="4863" h="7237" extrusionOk="0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52"/>
            <p:cNvSpPr/>
            <p:nvPr/>
          </p:nvSpPr>
          <p:spPr>
            <a:xfrm>
              <a:off x="768068" y="4136994"/>
              <a:ext cx="96106" cy="91407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52"/>
            <p:cNvSpPr/>
            <p:nvPr/>
          </p:nvSpPr>
          <p:spPr>
            <a:xfrm>
              <a:off x="856363" y="4170419"/>
              <a:ext cx="405" cy="436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52"/>
            <p:cNvSpPr/>
            <p:nvPr/>
          </p:nvSpPr>
          <p:spPr>
            <a:xfrm>
              <a:off x="634677" y="4153302"/>
              <a:ext cx="129158" cy="257134"/>
            </a:xfrm>
            <a:custGeom>
              <a:avLst/>
              <a:gdLst/>
              <a:ahLst/>
              <a:cxnLst/>
              <a:rect l="l" t="t" r="r" b="b"/>
              <a:pathLst>
                <a:path w="4150" h="8262" extrusionOk="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52"/>
            <p:cNvSpPr/>
            <p:nvPr/>
          </p:nvSpPr>
          <p:spPr>
            <a:xfrm>
              <a:off x="640901" y="3975966"/>
              <a:ext cx="101148" cy="110485"/>
            </a:xfrm>
            <a:custGeom>
              <a:avLst/>
              <a:gdLst/>
              <a:ahLst/>
              <a:cxnLst/>
              <a:rect l="l" t="t" r="r" b="b"/>
              <a:pathLst>
                <a:path w="3250" h="3550" extrusionOk="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52"/>
            <p:cNvSpPr/>
            <p:nvPr/>
          </p:nvSpPr>
          <p:spPr>
            <a:xfrm>
              <a:off x="673549" y="3906750"/>
              <a:ext cx="54495" cy="41642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52"/>
            <p:cNvSpPr/>
            <p:nvPr/>
          </p:nvSpPr>
          <p:spPr>
            <a:xfrm>
              <a:off x="698073" y="4394844"/>
              <a:ext cx="40086" cy="39712"/>
            </a:xfrm>
            <a:custGeom>
              <a:avLst/>
              <a:gdLst/>
              <a:ahLst/>
              <a:cxnLst/>
              <a:rect l="l" t="t" r="r" b="b"/>
              <a:pathLst>
                <a:path w="1288" h="1276" extrusionOk="0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52"/>
            <p:cNvSpPr/>
            <p:nvPr/>
          </p:nvSpPr>
          <p:spPr>
            <a:xfrm>
              <a:off x="677066" y="4243557"/>
              <a:ext cx="140829" cy="9648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52"/>
            <p:cNvSpPr/>
            <p:nvPr/>
          </p:nvSpPr>
          <p:spPr>
            <a:xfrm>
              <a:off x="803081" y="4322111"/>
              <a:ext cx="40490" cy="3853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52"/>
            <p:cNvSpPr/>
            <p:nvPr/>
          </p:nvSpPr>
          <p:spPr>
            <a:xfrm>
              <a:off x="824462" y="4292544"/>
              <a:ext cx="12107" cy="7438"/>
            </a:xfrm>
            <a:custGeom>
              <a:avLst/>
              <a:gdLst/>
              <a:ahLst/>
              <a:cxnLst/>
              <a:rect l="l" t="t" r="r" b="b"/>
              <a:pathLst>
                <a:path w="389" h="239" extrusionOk="0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52"/>
            <p:cNvSpPr/>
            <p:nvPr/>
          </p:nvSpPr>
          <p:spPr>
            <a:xfrm>
              <a:off x="787520" y="4122989"/>
              <a:ext cx="8590" cy="12480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52"/>
            <p:cNvSpPr/>
            <p:nvPr/>
          </p:nvSpPr>
          <p:spPr>
            <a:xfrm>
              <a:off x="625714" y="4115986"/>
              <a:ext cx="34670" cy="195263"/>
            </a:xfrm>
            <a:custGeom>
              <a:avLst/>
              <a:gdLst/>
              <a:ahLst/>
              <a:cxnLst/>
              <a:rect l="l" t="t" r="r" b="b"/>
              <a:pathLst>
                <a:path w="1114" h="6274" extrusionOk="0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52"/>
            <p:cNvSpPr/>
            <p:nvPr/>
          </p:nvSpPr>
          <p:spPr>
            <a:xfrm>
              <a:off x="625714" y="4296434"/>
              <a:ext cx="38934" cy="41268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52"/>
            <p:cNvSpPr/>
            <p:nvPr/>
          </p:nvSpPr>
          <p:spPr>
            <a:xfrm>
              <a:off x="697295" y="4302285"/>
              <a:ext cx="28041" cy="90629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52"/>
            <p:cNvSpPr/>
            <p:nvPr/>
          </p:nvSpPr>
          <p:spPr>
            <a:xfrm>
              <a:off x="704671" y="4304215"/>
              <a:ext cx="29193" cy="87921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52"/>
            <p:cNvSpPr/>
            <p:nvPr/>
          </p:nvSpPr>
          <p:spPr>
            <a:xfrm>
              <a:off x="644387" y="4179756"/>
              <a:ext cx="70835" cy="22595"/>
            </a:xfrm>
            <a:custGeom>
              <a:avLst/>
              <a:gdLst/>
              <a:ahLst/>
              <a:cxnLst/>
              <a:rect l="l" t="t" r="r" b="b"/>
              <a:pathLst>
                <a:path w="2276" h="726" extrusionOk="0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52"/>
            <p:cNvSpPr/>
            <p:nvPr/>
          </p:nvSpPr>
          <p:spPr>
            <a:xfrm>
              <a:off x="644792" y="4188719"/>
              <a:ext cx="70026" cy="26454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52"/>
            <p:cNvSpPr/>
            <p:nvPr/>
          </p:nvSpPr>
          <p:spPr>
            <a:xfrm>
              <a:off x="721011" y="3766325"/>
              <a:ext cx="33083" cy="103109"/>
            </a:xfrm>
            <a:custGeom>
              <a:avLst/>
              <a:gdLst/>
              <a:ahLst/>
              <a:cxnLst/>
              <a:rect l="l" t="t" r="r" b="b"/>
              <a:pathLst>
                <a:path w="1063" h="3313" extrusionOk="0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52"/>
            <p:cNvSpPr/>
            <p:nvPr/>
          </p:nvSpPr>
          <p:spPr>
            <a:xfrm>
              <a:off x="726831" y="3744166"/>
              <a:ext cx="38561" cy="125268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52"/>
            <p:cNvSpPr/>
            <p:nvPr/>
          </p:nvSpPr>
          <p:spPr>
            <a:xfrm>
              <a:off x="949699" y="4248226"/>
              <a:ext cx="10551" cy="10146"/>
            </a:xfrm>
            <a:custGeom>
              <a:avLst/>
              <a:gdLst/>
              <a:ahLst/>
              <a:cxnLst/>
              <a:rect l="l" t="t" r="r" b="b"/>
              <a:pathLst>
                <a:path w="339" h="326" extrusionOk="0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52"/>
            <p:cNvSpPr/>
            <p:nvPr/>
          </p:nvSpPr>
          <p:spPr>
            <a:xfrm>
              <a:off x="957106" y="4239667"/>
              <a:ext cx="73511" cy="18705"/>
            </a:xfrm>
            <a:custGeom>
              <a:avLst/>
              <a:gdLst/>
              <a:ahLst/>
              <a:cxnLst/>
              <a:rect l="l" t="t" r="r" b="b"/>
              <a:pathLst>
                <a:path w="2362" h="601" extrusionOk="0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52"/>
            <p:cNvSpPr/>
            <p:nvPr/>
          </p:nvSpPr>
          <p:spPr>
            <a:xfrm>
              <a:off x="999090" y="4230704"/>
              <a:ext cx="31527" cy="21039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52"/>
            <p:cNvSpPr/>
            <p:nvPr/>
          </p:nvSpPr>
          <p:spPr>
            <a:xfrm>
              <a:off x="948921" y="4183273"/>
              <a:ext cx="33083" cy="68874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52"/>
            <p:cNvSpPr/>
            <p:nvPr/>
          </p:nvSpPr>
          <p:spPr>
            <a:xfrm>
              <a:off x="962148" y="4181717"/>
              <a:ext cx="21039" cy="43198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52"/>
            <p:cNvSpPr/>
            <p:nvPr/>
          </p:nvSpPr>
          <p:spPr>
            <a:xfrm>
              <a:off x="975748" y="4212808"/>
              <a:ext cx="28041" cy="14036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52"/>
            <p:cNvSpPr/>
            <p:nvPr/>
          </p:nvSpPr>
          <p:spPr>
            <a:xfrm>
              <a:off x="985085" y="4212808"/>
              <a:ext cx="19887" cy="24556"/>
            </a:xfrm>
            <a:custGeom>
              <a:avLst/>
              <a:gdLst/>
              <a:ahLst/>
              <a:cxnLst/>
              <a:rect l="l" t="t" r="r" b="b"/>
              <a:pathLst>
                <a:path w="639" h="789" extrusionOk="0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52"/>
            <p:cNvSpPr/>
            <p:nvPr/>
          </p:nvSpPr>
          <p:spPr>
            <a:xfrm>
              <a:off x="987046" y="4228370"/>
              <a:ext cx="21817" cy="859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52"/>
            <p:cNvSpPr/>
            <p:nvPr/>
          </p:nvSpPr>
          <p:spPr>
            <a:xfrm>
              <a:off x="997939" y="4188315"/>
              <a:ext cx="35791" cy="29193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52"/>
            <p:cNvSpPr/>
            <p:nvPr/>
          </p:nvSpPr>
          <p:spPr>
            <a:xfrm>
              <a:off x="8293084" y="2433473"/>
              <a:ext cx="130310" cy="138869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52"/>
            <p:cNvSpPr/>
            <p:nvPr/>
          </p:nvSpPr>
          <p:spPr>
            <a:xfrm>
              <a:off x="8324580" y="2111822"/>
              <a:ext cx="182814" cy="327907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52"/>
            <p:cNvSpPr/>
            <p:nvPr/>
          </p:nvSpPr>
          <p:spPr>
            <a:xfrm>
              <a:off x="8352186" y="2070616"/>
              <a:ext cx="105816" cy="124863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52"/>
            <p:cNvSpPr/>
            <p:nvPr/>
          </p:nvSpPr>
          <p:spPr>
            <a:xfrm>
              <a:off x="8373193" y="1993214"/>
              <a:ext cx="16744" cy="68874"/>
            </a:xfrm>
            <a:custGeom>
              <a:avLst/>
              <a:gdLst/>
              <a:ahLst/>
              <a:cxnLst/>
              <a:rect l="l" t="t" r="r" b="b"/>
              <a:pathLst>
                <a:path w="538" h="2213" extrusionOk="0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52"/>
            <p:cNvSpPr/>
            <p:nvPr/>
          </p:nvSpPr>
          <p:spPr>
            <a:xfrm>
              <a:off x="8307463" y="2299304"/>
              <a:ext cx="120600" cy="102300"/>
            </a:xfrm>
            <a:custGeom>
              <a:avLst/>
              <a:gdLst/>
              <a:ahLst/>
              <a:cxnLst/>
              <a:rect l="l" t="t" r="r" b="b"/>
              <a:pathLst>
                <a:path w="3875" h="3287" extrusionOk="0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52"/>
            <p:cNvSpPr/>
            <p:nvPr/>
          </p:nvSpPr>
          <p:spPr>
            <a:xfrm>
              <a:off x="8254959" y="2389901"/>
              <a:ext cx="137717" cy="28446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52"/>
            <p:cNvSpPr/>
            <p:nvPr/>
          </p:nvSpPr>
          <p:spPr>
            <a:xfrm>
              <a:off x="8240580" y="2390306"/>
              <a:ext cx="15188" cy="14814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52"/>
            <p:cNvSpPr/>
            <p:nvPr/>
          </p:nvSpPr>
          <p:spPr>
            <a:xfrm>
              <a:off x="8237841" y="2387194"/>
              <a:ext cx="20261" cy="22968"/>
            </a:xfrm>
            <a:custGeom>
              <a:avLst/>
              <a:gdLst/>
              <a:ahLst/>
              <a:cxnLst/>
              <a:rect l="l" t="t" r="r" b="b"/>
              <a:pathLst>
                <a:path w="651" h="738" extrusionOk="0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52"/>
            <p:cNvSpPr/>
            <p:nvPr/>
          </p:nvSpPr>
          <p:spPr>
            <a:xfrm>
              <a:off x="8460710" y="2105224"/>
              <a:ext cx="4295" cy="3517"/>
            </a:xfrm>
            <a:custGeom>
              <a:avLst/>
              <a:gdLst/>
              <a:ahLst/>
              <a:cxnLst/>
              <a:rect l="l" t="t" r="r" b="b"/>
              <a:pathLst>
                <a:path w="138" h="113" extrusionOk="0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52"/>
            <p:cNvSpPr/>
            <p:nvPr/>
          </p:nvSpPr>
          <p:spPr>
            <a:xfrm>
              <a:off x="8388350" y="1944196"/>
              <a:ext cx="22221" cy="52535"/>
            </a:xfrm>
            <a:custGeom>
              <a:avLst/>
              <a:gdLst/>
              <a:ahLst/>
              <a:cxnLst/>
              <a:rect l="l" t="t" r="r" b="b"/>
              <a:pathLst>
                <a:path w="714" h="1688" extrusionOk="0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52"/>
            <p:cNvSpPr/>
            <p:nvPr/>
          </p:nvSpPr>
          <p:spPr>
            <a:xfrm>
              <a:off x="8382903" y="1943822"/>
              <a:ext cx="24556" cy="52535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52"/>
            <p:cNvSpPr/>
            <p:nvPr/>
          </p:nvSpPr>
          <p:spPr>
            <a:xfrm>
              <a:off x="8340515" y="2030156"/>
              <a:ext cx="37378" cy="41268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52"/>
            <p:cNvSpPr/>
            <p:nvPr/>
          </p:nvSpPr>
          <p:spPr>
            <a:xfrm>
              <a:off x="8340515" y="2029752"/>
              <a:ext cx="36600" cy="41673"/>
            </a:xfrm>
            <a:custGeom>
              <a:avLst/>
              <a:gdLst/>
              <a:ahLst/>
              <a:cxnLst/>
              <a:rect l="l" t="t" r="r" b="b"/>
              <a:pathLst>
                <a:path w="1176" h="1339" extrusionOk="0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52"/>
            <p:cNvSpPr/>
            <p:nvPr/>
          </p:nvSpPr>
          <p:spPr>
            <a:xfrm>
              <a:off x="8260405" y="2406645"/>
              <a:ext cx="107777" cy="48240"/>
            </a:xfrm>
            <a:custGeom>
              <a:avLst/>
              <a:gdLst/>
              <a:ahLst/>
              <a:cxnLst/>
              <a:rect l="l" t="t" r="r" b="b"/>
              <a:pathLst>
                <a:path w="3463" h="1550" extrusionOk="0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52"/>
            <p:cNvSpPr/>
            <p:nvPr/>
          </p:nvSpPr>
          <p:spPr>
            <a:xfrm>
              <a:off x="8242914" y="2445517"/>
              <a:ext cx="20230" cy="22221"/>
            </a:xfrm>
            <a:custGeom>
              <a:avLst/>
              <a:gdLst/>
              <a:ahLst/>
              <a:cxnLst/>
              <a:rect l="l" t="t" r="r" b="b"/>
              <a:pathLst>
                <a:path w="650" h="714" extrusionOk="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52"/>
            <p:cNvSpPr/>
            <p:nvPr/>
          </p:nvSpPr>
          <p:spPr>
            <a:xfrm>
              <a:off x="8280635" y="2360366"/>
              <a:ext cx="101926" cy="38125"/>
            </a:xfrm>
            <a:custGeom>
              <a:avLst/>
              <a:gdLst/>
              <a:ahLst/>
              <a:cxnLst/>
              <a:rect l="l" t="t" r="r" b="b"/>
              <a:pathLst>
                <a:path w="3275" h="1225" extrusionOk="0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52"/>
            <p:cNvSpPr/>
            <p:nvPr/>
          </p:nvSpPr>
          <p:spPr>
            <a:xfrm>
              <a:off x="8268559" y="2348695"/>
              <a:ext cx="18705" cy="15966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52"/>
            <p:cNvSpPr/>
            <p:nvPr/>
          </p:nvSpPr>
          <p:spPr>
            <a:xfrm>
              <a:off x="8411318" y="1849303"/>
              <a:ext cx="74694" cy="295602"/>
            </a:xfrm>
            <a:custGeom>
              <a:avLst/>
              <a:gdLst/>
              <a:ahLst/>
              <a:cxnLst/>
              <a:rect l="l" t="t" r="r" b="b"/>
              <a:pathLst>
                <a:path w="2400" h="9498" extrusionOk="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52"/>
            <p:cNvSpPr/>
            <p:nvPr/>
          </p:nvSpPr>
          <p:spPr>
            <a:xfrm>
              <a:off x="8356480" y="2452924"/>
              <a:ext cx="61467" cy="39681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52"/>
            <p:cNvSpPr/>
            <p:nvPr/>
          </p:nvSpPr>
          <p:spPr>
            <a:xfrm>
              <a:off x="8410136" y="2147613"/>
              <a:ext cx="39308" cy="77806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52"/>
            <p:cNvSpPr/>
            <p:nvPr/>
          </p:nvSpPr>
          <p:spPr>
            <a:xfrm>
              <a:off x="8442036" y="2188850"/>
              <a:ext cx="26859" cy="381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52"/>
            <p:cNvSpPr/>
            <p:nvPr/>
          </p:nvSpPr>
          <p:spPr>
            <a:xfrm>
              <a:off x="8270520" y="2424541"/>
              <a:ext cx="70430" cy="101148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52"/>
            <p:cNvSpPr/>
            <p:nvPr/>
          </p:nvSpPr>
          <p:spPr>
            <a:xfrm>
              <a:off x="8385642" y="2201672"/>
              <a:ext cx="18705" cy="38530"/>
            </a:xfrm>
            <a:custGeom>
              <a:avLst/>
              <a:gdLst/>
              <a:ahLst/>
              <a:cxnLst/>
              <a:rect l="l" t="t" r="r" b="b"/>
              <a:pathLst>
                <a:path w="601" h="1238" extrusionOk="0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52"/>
            <p:cNvSpPr/>
            <p:nvPr/>
          </p:nvSpPr>
          <p:spPr>
            <a:xfrm>
              <a:off x="8377862" y="2197782"/>
              <a:ext cx="27263" cy="42825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52"/>
            <p:cNvSpPr/>
            <p:nvPr/>
          </p:nvSpPr>
          <p:spPr>
            <a:xfrm>
              <a:off x="8381347" y="1781643"/>
              <a:ext cx="74725" cy="16454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52"/>
            <p:cNvSpPr/>
            <p:nvPr/>
          </p:nvSpPr>
          <p:spPr>
            <a:xfrm>
              <a:off x="8334695" y="1789797"/>
              <a:ext cx="80918" cy="7665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52"/>
            <p:cNvSpPr/>
            <p:nvPr/>
          </p:nvSpPr>
          <p:spPr>
            <a:xfrm>
              <a:off x="8347922" y="1833742"/>
              <a:ext cx="58355" cy="44754"/>
            </a:xfrm>
            <a:custGeom>
              <a:avLst/>
              <a:gdLst/>
              <a:ahLst/>
              <a:cxnLst/>
              <a:rect l="l" t="t" r="r" b="b"/>
              <a:pathLst>
                <a:path w="1875" h="1438" extrusionOk="0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52"/>
            <p:cNvSpPr/>
            <p:nvPr/>
          </p:nvSpPr>
          <p:spPr>
            <a:xfrm>
              <a:off x="8363078" y="1819737"/>
              <a:ext cx="38156" cy="21412"/>
            </a:xfrm>
            <a:custGeom>
              <a:avLst/>
              <a:gdLst/>
              <a:ahLst/>
              <a:cxnLst/>
              <a:rect l="l" t="t" r="r" b="b"/>
              <a:pathLst>
                <a:path w="1226" h="688" extrusionOk="0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52"/>
            <p:cNvSpPr/>
            <p:nvPr/>
          </p:nvSpPr>
          <p:spPr>
            <a:xfrm>
              <a:off x="8325358" y="2125827"/>
              <a:ext cx="89104" cy="68501"/>
            </a:xfrm>
            <a:custGeom>
              <a:avLst/>
              <a:gdLst/>
              <a:ahLst/>
              <a:cxnLst/>
              <a:rect l="l" t="t" r="r" b="b"/>
              <a:pathLst>
                <a:path w="2863" h="2201" extrusionOk="0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52"/>
            <p:cNvSpPr/>
            <p:nvPr/>
          </p:nvSpPr>
          <p:spPr>
            <a:xfrm>
              <a:off x="8293084" y="2552081"/>
              <a:ext cx="130310" cy="138900"/>
            </a:xfrm>
            <a:custGeom>
              <a:avLst/>
              <a:gdLst/>
              <a:ahLst/>
              <a:cxnLst/>
              <a:rect l="l" t="t" r="r" b="b"/>
              <a:pathLst>
                <a:path w="4187" h="4463" extrusionOk="0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52"/>
            <p:cNvSpPr/>
            <p:nvPr/>
          </p:nvSpPr>
          <p:spPr>
            <a:xfrm>
              <a:off x="8324580" y="2684320"/>
              <a:ext cx="182440" cy="328311"/>
            </a:xfrm>
            <a:custGeom>
              <a:avLst/>
              <a:gdLst/>
              <a:ahLst/>
              <a:cxnLst/>
              <a:rect l="l" t="t" r="r" b="b"/>
              <a:pathLst>
                <a:path w="5862" h="10549" extrusionOk="0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52"/>
            <p:cNvSpPr/>
            <p:nvPr/>
          </p:nvSpPr>
          <p:spPr>
            <a:xfrm>
              <a:off x="8352590" y="2928196"/>
              <a:ext cx="105038" cy="125642"/>
            </a:xfrm>
            <a:custGeom>
              <a:avLst/>
              <a:gdLst/>
              <a:ahLst/>
              <a:cxnLst/>
              <a:rect l="l" t="t" r="r" b="b"/>
              <a:pathLst>
                <a:path w="3375" h="4037" extrusionOk="0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52"/>
            <p:cNvSpPr/>
            <p:nvPr/>
          </p:nvSpPr>
          <p:spPr>
            <a:xfrm>
              <a:off x="8372820" y="3062365"/>
              <a:ext cx="17117" cy="68874"/>
            </a:xfrm>
            <a:custGeom>
              <a:avLst/>
              <a:gdLst/>
              <a:ahLst/>
              <a:cxnLst/>
              <a:rect l="l" t="t" r="r" b="b"/>
              <a:pathLst>
                <a:path w="550" h="2213" extrusionOk="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52"/>
            <p:cNvSpPr/>
            <p:nvPr/>
          </p:nvSpPr>
          <p:spPr>
            <a:xfrm>
              <a:off x="8307867" y="2723628"/>
              <a:ext cx="120195" cy="101522"/>
            </a:xfrm>
            <a:custGeom>
              <a:avLst/>
              <a:gdLst/>
              <a:ahLst/>
              <a:cxnLst/>
              <a:rect l="l" t="t" r="r" b="b"/>
              <a:pathLst>
                <a:path w="3862" h="3262" extrusionOk="0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52"/>
            <p:cNvSpPr/>
            <p:nvPr/>
          </p:nvSpPr>
          <p:spPr>
            <a:xfrm>
              <a:off x="8254585" y="2706106"/>
              <a:ext cx="137686" cy="28415"/>
            </a:xfrm>
            <a:custGeom>
              <a:avLst/>
              <a:gdLst/>
              <a:ahLst/>
              <a:cxnLst/>
              <a:rect l="l" t="t" r="r" b="b"/>
              <a:pathLst>
                <a:path w="4424" h="913" extrusionOk="0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52"/>
            <p:cNvSpPr/>
            <p:nvPr/>
          </p:nvSpPr>
          <p:spPr>
            <a:xfrm>
              <a:off x="8240580" y="2719333"/>
              <a:ext cx="15188" cy="14814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52"/>
            <p:cNvSpPr/>
            <p:nvPr/>
          </p:nvSpPr>
          <p:spPr>
            <a:xfrm>
              <a:off x="8237468" y="2714291"/>
              <a:ext cx="21412" cy="27637"/>
            </a:xfrm>
            <a:custGeom>
              <a:avLst/>
              <a:gdLst/>
              <a:ahLst/>
              <a:cxnLst/>
              <a:rect l="l" t="t" r="r" b="b"/>
              <a:pathLst>
                <a:path w="688" h="888" extrusionOk="0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52"/>
            <p:cNvSpPr/>
            <p:nvPr/>
          </p:nvSpPr>
          <p:spPr>
            <a:xfrm>
              <a:off x="8460710" y="3015308"/>
              <a:ext cx="4295" cy="3548"/>
            </a:xfrm>
            <a:custGeom>
              <a:avLst/>
              <a:gdLst/>
              <a:ahLst/>
              <a:cxnLst/>
              <a:rect l="l" t="t" r="r" b="b"/>
              <a:pathLst>
                <a:path w="138" h="114" extrusionOk="0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52"/>
            <p:cNvSpPr/>
            <p:nvPr/>
          </p:nvSpPr>
          <p:spPr>
            <a:xfrm>
              <a:off x="8388754" y="3127722"/>
              <a:ext cx="21817" cy="52535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52"/>
            <p:cNvSpPr/>
            <p:nvPr/>
          </p:nvSpPr>
          <p:spPr>
            <a:xfrm>
              <a:off x="8382903" y="3128096"/>
              <a:ext cx="24556" cy="52535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52"/>
            <p:cNvSpPr/>
            <p:nvPr/>
          </p:nvSpPr>
          <p:spPr>
            <a:xfrm>
              <a:off x="8340515" y="3053028"/>
              <a:ext cx="37378" cy="41268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52"/>
            <p:cNvSpPr/>
            <p:nvPr/>
          </p:nvSpPr>
          <p:spPr>
            <a:xfrm>
              <a:off x="8340919" y="3053433"/>
              <a:ext cx="36195" cy="41237"/>
            </a:xfrm>
            <a:custGeom>
              <a:avLst/>
              <a:gdLst/>
              <a:ahLst/>
              <a:cxnLst/>
              <a:rect l="l" t="t" r="r" b="b"/>
              <a:pathLst>
                <a:path w="1163" h="1325" extrusionOk="0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52"/>
            <p:cNvSpPr/>
            <p:nvPr/>
          </p:nvSpPr>
          <p:spPr>
            <a:xfrm>
              <a:off x="8260405" y="2669537"/>
              <a:ext cx="107777" cy="47898"/>
            </a:xfrm>
            <a:custGeom>
              <a:avLst/>
              <a:gdLst/>
              <a:ahLst/>
              <a:cxnLst/>
              <a:rect l="l" t="t" r="r" b="b"/>
              <a:pathLst>
                <a:path w="3463" h="1539" extrusionOk="0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52"/>
            <p:cNvSpPr/>
            <p:nvPr/>
          </p:nvSpPr>
          <p:spPr>
            <a:xfrm>
              <a:off x="8242510" y="2656714"/>
              <a:ext cx="20634" cy="22190"/>
            </a:xfrm>
            <a:custGeom>
              <a:avLst/>
              <a:gdLst/>
              <a:ahLst/>
              <a:cxnLst/>
              <a:rect l="l" t="t" r="r" b="b"/>
              <a:pathLst>
                <a:path w="663" h="713" extrusionOk="0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52"/>
            <p:cNvSpPr/>
            <p:nvPr/>
          </p:nvSpPr>
          <p:spPr>
            <a:xfrm>
              <a:off x="8280635" y="2725962"/>
              <a:ext cx="101926" cy="37752"/>
            </a:xfrm>
            <a:custGeom>
              <a:avLst/>
              <a:gdLst/>
              <a:ahLst/>
              <a:cxnLst/>
              <a:rect l="l" t="t" r="r" b="b"/>
              <a:pathLst>
                <a:path w="3275" h="1213" extrusionOk="0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52"/>
            <p:cNvSpPr/>
            <p:nvPr/>
          </p:nvSpPr>
          <p:spPr>
            <a:xfrm>
              <a:off x="8268559" y="2759388"/>
              <a:ext cx="18331" cy="16370"/>
            </a:xfrm>
            <a:custGeom>
              <a:avLst/>
              <a:gdLst/>
              <a:ahLst/>
              <a:cxnLst/>
              <a:rect l="l" t="t" r="r" b="b"/>
              <a:pathLst>
                <a:path w="589" h="526" extrusionOk="0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52"/>
            <p:cNvSpPr/>
            <p:nvPr/>
          </p:nvSpPr>
          <p:spPr>
            <a:xfrm>
              <a:off x="8411318" y="2979517"/>
              <a:ext cx="75099" cy="295633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52"/>
            <p:cNvSpPr/>
            <p:nvPr/>
          </p:nvSpPr>
          <p:spPr>
            <a:xfrm>
              <a:off x="8356480" y="2632221"/>
              <a:ext cx="61467" cy="39308"/>
            </a:xfrm>
            <a:custGeom>
              <a:avLst/>
              <a:gdLst/>
              <a:ahLst/>
              <a:cxnLst/>
              <a:rect l="l" t="t" r="r" b="b"/>
              <a:pathLst>
                <a:path w="1975" h="1263" extrusionOk="0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52"/>
            <p:cNvSpPr/>
            <p:nvPr/>
          </p:nvSpPr>
          <p:spPr>
            <a:xfrm>
              <a:off x="8410136" y="2899034"/>
              <a:ext cx="39308" cy="77806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52"/>
            <p:cNvSpPr/>
            <p:nvPr/>
          </p:nvSpPr>
          <p:spPr>
            <a:xfrm>
              <a:off x="8442036" y="2897478"/>
              <a:ext cx="26859" cy="381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52"/>
            <p:cNvSpPr/>
            <p:nvPr/>
          </p:nvSpPr>
          <p:spPr>
            <a:xfrm>
              <a:off x="8270894" y="2598764"/>
              <a:ext cx="70430" cy="101148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52"/>
            <p:cNvSpPr/>
            <p:nvPr/>
          </p:nvSpPr>
          <p:spPr>
            <a:xfrm>
              <a:off x="8385642" y="2884251"/>
              <a:ext cx="19078" cy="3853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52"/>
            <p:cNvSpPr/>
            <p:nvPr/>
          </p:nvSpPr>
          <p:spPr>
            <a:xfrm>
              <a:off x="8377862" y="2883846"/>
              <a:ext cx="27263" cy="42420"/>
            </a:xfrm>
            <a:custGeom>
              <a:avLst/>
              <a:gdLst/>
              <a:ahLst/>
              <a:cxnLst/>
              <a:rect l="l" t="t" r="r" b="b"/>
              <a:pathLst>
                <a:path w="876" h="1363" extrusionOk="0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52"/>
            <p:cNvSpPr/>
            <p:nvPr/>
          </p:nvSpPr>
          <p:spPr>
            <a:xfrm>
              <a:off x="8381347" y="3178265"/>
              <a:ext cx="74321" cy="16454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52"/>
            <p:cNvSpPr/>
            <p:nvPr/>
          </p:nvSpPr>
          <p:spPr>
            <a:xfrm>
              <a:off x="8334695" y="3258001"/>
              <a:ext cx="80918" cy="76250"/>
            </a:xfrm>
            <a:custGeom>
              <a:avLst/>
              <a:gdLst/>
              <a:ahLst/>
              <a:cxnLst/>
              <a:rect l="l" t="t" r="r" b="b"/>
              <a:pathLst>
                <a:path w="2600" h="2450" extrusionOk="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52"/>
            <p:cNvSpPr/>
            <p:nvPr/>
          </p:nvSpPr>
          <p:spPr>
            <a:xfrm>
              <a:off x="8347922" y="3245552"/>
              <a:ext cx="57981" cy="44754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52"/>
            <p:cNvSpPr/>
            <p:nvPr/>
          </p:nvSpPr>
          <p:spPr>
            <a:xfrm>
              <a:off x="8363078" y="3283273"/>
              <a:ext cx="38530" cy="21817"/>
            </a:xfrm>
            <a:custGeom>
              <a:avLst/>
              <a:gdLst/>
              <a:ahLst/>
              <a:cxnLst/>
              <a:rect l="l" t="t" r="r" b="b"/>
              <a:pathLst>
                <a:path w="1238" h="701" extrusionOk="0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52"/>
            <p:cNvSpPr/>
            <p:nvPr/>
          </p:nvSpPr>
          <p:spPr>
            <a:xfrm>
              <a:off x="8325358" y="2929752"/>
              <a:ext cx="89104" cy="68874"/>
            </a:xfrm>
            <a:custGeom>
              <a:avLst/>
              <a:gdLst/>
              <a:ahLst/>
              <a:cxnLst/>
              <a:rect l="l" t="t" r="r" b="b"/>
              <a:pathLst>
                <a:path w="2863" h="2213" extrusionOk="0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52"/>
            <p:cNvSpPr/>
            <p:nvPr/>
          </p:nvSpPr>
          <p:spPr>
            <a:xfrm>
              <a:off x="8299308" y="2532256"/>
              <a:ext cx="19078" cy="24929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52"/>
            <p:cNvSpPr/>
            <p:nvPr/>
          </p:nvSpPr>
          <p:spPr>
            <a:xfrm>
              <a:off x="8295014" y="2531477"/>
              <a:ext cx="7438" cy="21039"/>
            </a:xfrm>
            <a:custGeom>
              <a:avLst/>
              <a:gdLst/>
              <a:ahLst/>
              <a:cxnLst/>
              <a:rect l="l" t="t" r="r" b="b"/>
              <a:pathLst>
                <a:path w="239" h="676" extrusionOk="0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52"/>
            <p:cNvSpPr/>
            <p:nvPr/>
          </p:nvSpPr>
          <p:spPr>
            <a:xfrm>
              <a:off x="8314870" y="2555193"/>
              <a:ext cx="9337" cy="11702"/>
            </a:xfrm>
            <a:custGeom>
              <a:avLst/>
              <a:gdLst/>
              <a:ahLst/>
              <a:cxnLst/>
              <a:rect l="l" t="t" r="r" b="b"/>
              <a:pathLst>
                <a:path w="300" h="376" extrusionOk="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52"/>
            <p:cNvSpPr/>
            <p:nvPr/>
          </p:nvSpPr>
          <p:spPr>
            <a:xfrm>
              <a:off x="8298126" y="2564156"/>
              <a:ext cx="19483" cy="25303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52"/>
            <p:cNvSpPr/>
            <p:nvPr/>
          </p:nvSpPr>
          <p:spPr>
            <a:xfrm>
              <a:off x="8292679" y="2558710"/>
              <a:ext cx="12480" cy="29971"/>
            </a:xfrm>
            <a:custGeom>
              <a:avLst/>
              <a:gdLst/>
              <a:ahLst/>
              <a:cxnLst/>
              <a:rect l="l" t="t" r="r" b="b"/>
              <a:pathLst>
                <a:path w="401" h="963" extrusionOk="0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52"/>
            <p:cNvSpPr/>
            <p:nvPr/>
          </p:nvSpPr>
          <p:spPr>
            <a:xfrm>
              <a:off x="8295418" y="2545483"/>
              <a:ext cx="10146" cy="17522"/>
            </a:xfrm>
            <a:custGeom>
              <a:avLst/>
              <a:gdLst/>
              <a:ahLst/>
              <a:cxnLst/>
              <a:rect l="l" t="t" r="r" b="b"/>
              <a:pathLst>
                <a:path w="326" h="563" extrusionOk="0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52"/>
            <p:cNvSpPr/>
            <p:nvPr/>
          </p:nvSpPr>
          <p:spPr>
            <a:xfrm>
              <a:off x="8277896" y="2552081"/>
              <a:ext cx="15592" cy="17927"/>
            </a:xfrm>
            <a:custGeom>
              <a:avLst/>
              <a:gdLst/>
              <a:ahLst/>
              <a:cxnLst/>
              <a:rect l="l" t="t" r="r" b="b"/>
              <a:pathLst>
                <a:path w="501" h="576" extrusionOk="0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52"/>
            <p:cNvSpPr/>
            <p:nvPr/>
          </p:nvSpPr>
          <p:spPr>
            <a:xfrm>
              <a:off x="701964" y="2552485"/>
              <a:ext cx="130310" cy="138495"/>
            </a:xfrm>
            <a:custGeom>
              <a:avLst/>
              <a:gdLst/>
              <a:ahLst/>
              <a:cxnLst/>
              <a:rect l="l" t="t" r="r" b="b"/>
              <a:pathLst>
                <a:path w="4187" h="4450" extrusionOk="0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52"/>
            <p:cNvSpPr/>
            <p:nvPr/>
          </p:nvSpPr>
          <p:spPr>
            <a:xfrm>
              <a:off x="617933" y="2684725"/>
              <a:ext cx="182845" cy="328280"/>
            </a:xfrm>
            <a:custGeom>
              <a:avLst/>
              <a:gdLst/>
              <a:ahLst/>
              <a:cxnLst/>
              <a:rect l="l" t="t" r="r" b="b"/>
              <a:pathLst>
                <a:path w="5875" h="10548" extrusionOk="0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52"/>
            <p:cNvSpPr/>
            <p:nvPr/>
          </p:nvSpPr>
          <p:spPr>
            <a:xfrm>
              <a:off x="667729" y="2928974"/>
              <a:ext cx="105817" cy="124863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52"/>
            <p:cNvSpPr/>
            <p:nvPr/>
          </p:nvSpPr>
          <p:spPr>
            <a:xfrm>
              <a:off x="735389" y="3062365"/>
              <a:ext cx="17148" cy="68874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52"/>
            <p:cNvSpPr/>
            <p:nvPr/>
          </p:nvSpPr>
          <p:spPr>
            <a:xfrm>
              <a:off x="697669" y="2722850"/>
              <a:ext cx="120226" cy="102300"/>
            </a:xfrm>
            <a:custGeom>
              <a:avLst/>
              <a:gdLst/>
              <a:ahLst/>
              <a:cxnLst/>
              <a:rect l="l" t="t" r="r" b="b"/>
              <a:pathLst>
                <a:path w="3863" h="3287" extrusionOk="0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52"/>
            <p:cNvSpPr/>
            <p:nvPr/>
          </p:nvSpPr>
          <p:spPr>
            <a:xfrm>
              <a:off x="732682" y="2706106"/>
              <a:ext cx="137717" cy="28415"/>
            </a:xfrm>
            <a:custGeom>
              <a:avLst/>
              <a:gdLst/>
              <a:ahLst/>
              <a:cxnLst/>
              <a:rect l="l" t="t" r="r" b="b"/>
              <a:pathLst>
                <a:path w="4425" h="913" extrusionOk="0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52"/>
            <p:cNvSpPr/>
            <p:nvPr/>
          </p:nvSpPr>
          <p:spPr>
            <a:xfrm>
              <a:off x="869590" y="2719333"/>
              <a:ext cx="15188" cy="14814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52"/>
            <p:cNvSpPr/>
            <p:nvPr/>
          </p:nvSpPr>
          <p:spPr>
            <a:xfrm>
              <a:off x="867255" y="2714291"/>
              <a:ext cx="20261" cy="22190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52"/>
            <p:cNvSpPr/>
            <p:nvPr/>
          </p:nvSpPr>
          <p:spPr>
            <a:xfrm>
              <a:off x="660726" y="3015308"/>
              <a:ext cx="3921" cy="3548"/>
            </a:xfrm>
            <a:custGeom>
              <a:avLst/>
              <a:gdLst/>
              <a:ahLst/>
              <a:cxnLst/>
              <a:rect l="l" t="t" r="r" b="b"/>
              <a:pathLst>
                <a:path w="126" h="114" extrusionOk="0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52"/>
            <p:cNvSpPr/>
            <p:nvPr/>
          </p:nvSpPr>
          <p:spPr>
            <a:xfrm>
              <a:off x="714786" y="3127722"/>
              <a:ext cx="21817" cy="52535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52"/>
            <p:cNvSpPr/>
            <p:nvPr/>
          </p:nvSpPr>
          <p:spPr>
            <a:xfrm>
              <a:off x="717899" y="3128096"/>
              <a:ext cx="24525" cy="52535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52"/>
            <p:cNvSpPr/>
            <p:nvPr/>
          </p:nvSpPr>
          <p:spPr>
            <a:xfrm>
              <a:off x="747465" y="3053028"/>
              <a:ext cx="37347" cy="41268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52"/>
            <p:cNvSpPr/>
            <p:nvPr/>
          </p:nvSpPr>
          <p:spPr>
            <a:xfrm>
              <a:off x="748243" y="3053433"/>
              <a:ext cx="36569" cy="41237"/>
            </a:xfrm>
            <a:custGeom>
              <a:avLst/>
              <a:gdLst/>
              <a:ahLst/>
              <a:cxnLst/>
              <a:rect l="l" t="t" r="r" b="b"/>
              <a:pathLst>
                <a:path w="1175" h="1325" extrusionOk="0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52"/>
            <p:cNvSpPr/>
            <p:nvPr/>
          </p:nvSpPr>
          <p:spPr>
            <a:xfrm>
              <a:off x="757175" y="2669537"/>
              <a:ext cx="108151" cy="47898"/>
            </a:xfrm>
            <a:custGeom>
              <a:avLst/>
              <a:gdLst/>
              <a:ahLst/>
              <a:cxnLst/>
              <a:rect l="l" t="t" r="r" b="b"/>
              <a:pathLst>
                <a:path w="3475" h="1539" extrusionOk="0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52"/>
            <p:cNvSpPr/>
            <p:nvPr/>
          </p:nvSpPr>
          <p:spPr>
            <a:xfrm>
              <a:off x="862182" y="2656714"/>
              <a:ext cx="20261" cy="22190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52"/>
            <p:cNvSpPr/>
            <p:nvPr/>
          </p:nvSpPr>
          <p:spPr>
            <a:xfrm>
              <a:off x="742797" y="2725962"/>
              <a:ext cx="102300" cy="381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52"/>
            <p:cNvSpPr/>
            <p:nvPr/>
          </p:nvSpPr>
          <p:spPr>
            <a:xfrm>
              <a:off x="838467" y="2759792"/>
              <a:ext cx="18705" cy="15966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52"/>
            <p:cNvSpPr/>
            <p:nvPr/>
          </p:nvSpPr>
          <p:spPr>
            <a:xfrm>
              <a:off x="638941" y="2979517"/>
              <a:ext cx="75099" cy="295633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52"/>
            <p:cNvSpPr/>
            <p:nvPr/>
          </p:nvSpPr>
          <p:spPr>
            <a:xfrm>
              <a:off x="707410" y="2631816"/>
              <a:ext cx="61467" cy="39712"/>
            </a:xfrm>
            <a:custGeom>
              <a:avLst/>
              <a:gdLst/>
              <a:ahLst/>
              <a:cxnLst/>
              <a:rect l="l" t="t" r="r" b="b"/>
              <a:pathLst>
                <a:path w="1975" h="1276" extrusionOk="0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52"/>
            <p:cNvSpPr/>
            <p:nvPr/>
          </p:nvSpPr>
          <p:spPr>
            <a:xfrm>
              <a:off x="675883" y="2899034"/>
              <a:ext cx="39339" cy="78180"/>
            </a:xfrm>
            <a:custGeom>
              <a:avLst/>
              <a:gdLst/>
              <a:ahLst/>
              <a:cxnLst/>
              <a:rect l="l" t="t" r="r" b="b"/>
              <a:pathLst>
                <a:path w="1264" h="2512" extrusionOk="0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52"/>
            <p:cNvSpPr/>
            <p:nvPr/>
          </p:nvSpPr>
          <p:spPr>
            <a:xfrm>
              <a:off x="656463" y="2897478"/>
              <a:ext cx="26859" cy="381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52"/>
            <p:cNvSpPr/>
            <p:nvPr/>
          </p:nvSpPr>
          <p:spPr>
            <a:xfrm>
              <a:off x="784812" y="2598764"/>
              <a:ext cx="70026" cy="101148"/>
            </a:xfrm>
            <a:custGeom>
              <a:avLst/>
              <a:gdLst/>
              <a:ahLst/>
              <a:cxnLst/>
              <a:rect l="l" t="t" r="r" b="b"/>
              <a:pathLst>
                <a:path w="2250" h="3250" extrusionOk="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52"/>
            <p:cNvSpPr/>
            <p:nvPr/>
          </p:nvSpPr>
          <p:spPr>
            <a:xfrm>
              <a:off x="721011" y="2884251"/>
              <a:ext cx="19078" cy="3853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52"/>
            <p:cNvSpPr/>
            <p:nvPr/>
          </p:nvSpPr>
          <p:spPr>
            <a:xfrm>
              <a:off x="720233" y="2883846"/>
              <a:ext cx="27263" cy="42825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52"/>
            <p:cNvSpPr/>
            <p:nvPr/>
          </p:nvSpPr>
          <p:spPr>
            <a:xfrm>
              <a:off x="669659" y="3178265"/>
              <a:ext cx="74725" cy="16454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52"/>
            <p:cNvSpPr/>
            <p:nvPr/>
          </p:nvSpPr>
          <p:spPr>
            <a:xfrm>
              <a:off x="709744" y="3258001"/>
              <a:ext cx="80918" cy="7665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52"/>
            <p:cNvSpPr/>
            <p:nvPr/>
          </p:nvSpPr>
          <p:spPr>
            <a:xfrm>
              <a:off x="719455" y="3245552"/>
              <a:ext cx="57981" cy="44754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52"/>
            <p:cNvSpPr/>
            <p:nvPr/>
          </p:nvSpPr>
          <p:spPr>
            <a:xfrm>
              <a:off x="724123" y="3283273"/>
              <a:ext cx="38530" cy="21443"/>
            </a:xfrm>
            <a:custGeom>
              <a:avLst/>
              <a:gdLst/>
              <a:ahLst/>
              <a:cxnLst/>
              <a:rect l="l" t="t" r="r" b="b"/>
              <a:pathLst>
                <a:path w="1238" h="689" extrusionOk="0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52"/>
            <p:cNvSpPr/>
            <p:nvPr/>
          </p:nvSpPr>
          <p:spPr>
            <a:xfrm>
              <a:off x="710896" y="2929752"/>
              <a:ext cx="89477" cy="68874"/>
            </a:xfrm>
            <a:custGeom>
              <a:avLst/>
              <a:gdLst/>
              <a:ahLst/>
              <a:cxnLst/>
              <a:rect l="l" t="t" r="r" b="b"/>
              <a:pathLst>
                <a:path w="2875" h="2213" extrusionOk="0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52"/>
            <p:cNvSpPr/>
            <p:nvPr/>
          </p:nvSpPr>
          <p:spPr>
            <a:xfrm>
              <a:off x="701964" y="2433473"/>
              <a:ext cx="130310" cy="138869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52"/>
            <p:cNvSpPr/>
            <p:nvPr/>
          </p:nvSpPr>
          <p:spPr>
            <a:xfrm>
              <a:off x="618338" y="2111822"/>
              <a:ext cx="182814" cy="327907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52"/>
            <p:cNvSpPr/>
            <p:nvPr/>
          </p:nvSpPr>
          <p:spPr>
            <a:xfrm>
              <a:off x="667324" y="2070616"/>
              <a:ext cx="105443" cy="125642"/>
            </a:xfrm>
            <a:custGeom>
              <a:avLst/>
              <a:gdLst/>
              <a:ahLst/>
              <a:cxnLst/>
              <a:rect l="l" t="t" r="r" b="b"/>
              <a:pathLst>
                <a:path w="3388" h="4037" extrusionOk="0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52"/>
            <p:cNvSpPr/>
            <p:nvPr/>
          </p:nvSpPr>
          <p:spPr>
            <a:xfrm>
              <a:off x="735389" y="1993214"/>
              <a:ext cx="17148" cy="68874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52"/>
            <p:cNvSpPr/>
            <p:nvPr/>
          </p:nvSpPr>
          <p:spPr>
            <a:xfrm>
              <a:off x="697295" y="2299304"/>
              <a:ext cx="120600" cy="101522"/>
            </a:xfrm>
            <a:custGeom>
              <a:avLst/>
              <a:gdLst/>
              <a:ahLst/>
              <a:cxnLst/>
              <a:rect l="l" t="t" r="r" b="b"/>
              <a:pathLst>
                <a:path w="3875" h="3262" extrusionOk="0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52"/>
            <p:cNvSpPr/>
            <p:nvPr/>
          </p:nvSpPr>
          <p:spPr>
            <a:xfrm>
              <a:off x="733055" y="2389901"/>
              <a:ext cx="137717" cy="28446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52"/>
            <p:cNvSpPr/>
            <p:nvPr/>
          </p:nvSpPr>
          <p:spPr>
            <a:xfrm>
              <a:off x="869590" y="2390306"/>
              <a:ext cx="15188" cy="14814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52"/>
            <p:cNvSpPr/>
            <p:nvPr/>
          </p:nvSpPr>
          <p:spPr>
            <a:xfrm>
              <a:off x="866073" y="2382525"/>
              <a:ext cx="21443" cy="27637"/>
            </a:xfrm>
            <a:custGeom>
              <a:avLst/>
              <a:gdLst/>
              <a:ahLst/>
              <a:cxnLst/>
              <a:rect l="l" t="t" r="r" b="b"/>
              <a:pathLst>
                <a:path w="689" h="888" extrusionOk="0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52"/>
            <p:cNvSpPr/>
            <p:nvPr/>
          </p:nvSpPr>
          <p:spPr>
            <a:xfrm>
              <a:off x="660726" y="2105597"/>
              <a:ext cx="3921" cy="3921"/>
            </a:xfrm>
            <a:custGeom>
              <a:avLst/>
              <a:gdLst/>
              <a:ahLst/>
              <a:cxnLst/>
              <a:rect l="l" t="t" r="r" b="b"/>
              <a:pathLst>
                <a:path w="126" h="126" extrusionOk="0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52"/>
            <p:cNvSpPr/>
            <p:nvPr/>
          </p:nvSpPr>
          <p:spPr>
            <a:xfrm>
              <a:off x="714786" y="1944196"/>
              <a:ext cx="21817" cy="52535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52"/>
            <p:cNvSpPr/>
            <p:nvPr/>
          </p:nvSpPr>
          <p:spPr>
            <a:xfrm>
              <a:off x="717899" y="1943822"/>
              <a:ext cx="24525" cy="52535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52"/>
            <p:cNvSpPr/>
            <p:nvPr/>
          </p:nvSpPr>
          <p:spPr>
            <a:xfrm>
              <a:off x="747465" y="2030156"/>
              <a:ext cx="37347" cy="41268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52"/>
            <p:cNvSpPr/>
            <p:nvPr/>
          </p:nvSpPr>
          <p:spPr>
            <a:xfrm>
              <a:off x="748243" y="2029752"/>
              <a:ext cx="36195" cy="41673"/>
            </a:xfrm>
            <a:custGeom>
              <a:avLst/>
              <a:gdLst/>
              <a:ahLst/>
              <a:cxnLst/>
              <a:rect l="l" t="t" r="r" b="b"/>
              <a:pathLst>
                <a:path w="1163" h="1339" extrusionOk="0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52"/>
            <p:cNvSpPr/>
            <p:nvPr/>
          </p:nvSpPr>
          <p:spPr>
            <a:xfrm>
              <a:off x="757175" y="2407019"/>
              <a:ext cx="108151" cy="47866"/>
            </a:xfrm>
            <a:custGeom>
              <a:avLst/>
              <a:gdLst/>
              <a:ahLst/>
              <a:cxnLst/>
              <a:rect l="l" t="t" r="r" b="b"/>
              <a:pathLst>
                <a:path w="3475" h="1538" extrusionOk="0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52"/>
            <p:cNvSpPr/>
            <p:nvPr/>
          </p:nvSpPr>
          <p:spPr>
            <a:xfrm>
              <a:off x="862182" y="2445517"/>
              <a:ext cx="20665" cy="22221"/>
            </a:xfrm>
            <a:custGeom>
              <a:avLst/>
              <a:gdLst/>
              <a:ahLst/>
              <a:cxnLst/>
              <a:rect l="l" t="t" r="r" b="b"/>
              <a:pathLst>
                <a:path w="664" h="714" extrusionOk="0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52"/>
            <p:cNvSpPr/>
            <p:nvPr/>
          </p:nvSpPr>
          <p:spPr>
            <a:xfrm>
              <a:off x="742797" y="2360366"/>
              <a:ext cx="102300" cy="381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52"/>
            <p:cNvSpPr/>
            <p:nvPr/>
          </p:nvSpPr>
          <p:spPr>
            <a:xfrm>
              <a:off x="838467" y="2348695"/>
              <a:ext cx="18705" cy="15966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52"/>
            <p:cNvSpPr/>
            <p:nvPr/>
          </p:nvSpPr>
          <p:spPr>
            <a:xfrm>
              <a:off x="638941" y="1849303"/>
              <a:ext cx="75099" cy="295602"/>
            </a:xfrm>
            <a:custGeom>
              <a:avLst/>
              <a:gdLst/>
              <a:ahLst/>
              <a:cxnLst/>
              <a:rect l="l" t="t" r="r" b="b"/>
              <a:pathLst>
                <a:path w="2413" h="9498" extrusionOk="0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52"/>
            <p:cNvSpPr/>
            <p:nvPr/>
          </p:nvSpPr>
          <p:spPr>
            <a:xfrm>
              <a:off x="707410" y="2452924"/>
              <a:ext cx="61467" cy="39681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52"/>
            <p:cNvSpPr/>
            <p:nvPr/>
          </p:nvSpPr>
          <p:spPr>
            <a:xfrm>
              <a:off x="675883" y="2147613"/>
              <a:ext cx="39339" cy="77806"/>
            </a:xfrm>
            <a:custGeom>
              <a:avLst/>
              <a:gdLst/>
              <a:ahLst/>
              <a:cxnLst/>
              <a:rect l="l" t="t" r="r" b="b"/>
              <a:pathLst>
                <a:path w="1264" h="2500" extrusionOk="0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52"/>
            <p:cNvSpPr/>
            <p:nvPr/>
          </p:nvSpPr>
          <p:spPr>
            <a:xfrm>
              <a:off x="656463" y="2188850"/>
              <a:ext cx="26859" cy="381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52"/>
            <p:cNvSpPr/>
            <p:nvPr/>
          </p:nvSpPr>
          <p:spPr>
            <a:xfrm>
              <a:off x="784407" y="2424541"/>
              <a:ext cx="70430" cy="101148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52"/>
            <p:cNvSpPr/>
            <p:nvPr/>
          </p:nvSpPr>
          <p:spPr>
            <a:xfrm>
              <a:off x="720637" y="2201672"/>
              <a:ext cx="19078" cy="3853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52"/>
            <p:cNvSpPr/>
            <p:nvPr/>
          </p:nvSpPr>
          <p:spPr>
            <a:xfrm>
              <a:off x="720233" y="2197782"/>
              <a:ext cx="27263" cy="42825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52"/>
            <p:cNvSpPr/>
            <p:nvPr/>
          </p:nvSpPr>
          <p:spPr>
            <a:xfrm>
              <a:off x="669659" y="1781643"/>
              <a:ext cx="74321" cy="16454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52"/>
            <p:cNvSpPr/>
            <p:nvPr/>
          </p:nvSpPr>
          <p:spPr>
            <a:xfrm>
              <a:off x="709744" y="1790171"/>
              <a:ext cx="80918" cy="76281"/>
            </a:xfrm>
            <a:custGeom>
              <a:avLst/>
              <a:gdLst/>
              <a:ahLst/>
              <a:cxnLst/>
              <a:rect l="l" t="t" r="r" b="b"/>
              <a:pathLst>
                <a:path w="2600" h="2451" extrusionOk="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52"/>
            <p:cNvSpPr/>
            <p:nvPr/>
          </p:nvSpPr>
          <p:spPr>
            <a:xfrm>
              <a:off x="719455" y="1833742"/>
              <a:ext cx="58386" cy="44754"/>
            </a:xfrm>
            <a:custGeom>
              <a:avLst/>
              <a:gdLst/>
              <a:ahLst/>
              <a:cxnLst/>
              <a:rect l="l" t="t" r="r" b="b"/>
              <a:pathLst>
                <a:path w="1876" h="1438" extrusionOk="0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52"/>
            <p:cNvSpPr/>
            <p:nvPr/>
          </p:nvSpPr>
          <p:spPr>
            <a:xfrm>
              <a:off x="724123" y="1819364"/>
              <a:ext cx="38530" cy="21786"/>
            </a:xfrm>
            <a:custGeom>
              <a:avLst/>
              <a:gdLst/>
              <a:ahLst/>
              <a:cxnLst/>
              <a:rect l="l" t="t" r="r" b="b"/>
              <a:pathLst>
                <a:path w="1238" h="700" extrusionOk="0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52"/>
            <p:cNvSpPr/>
            <p:nvPr/>
          </p:nvSpPr>
          <p:spPr>
            <a:xfrm>
              <a:off x="711301" y="2125827"/>
              <a:ext cx="89073" cy="68874"/>
            </a:xfrm>
            <a:custGeom>
              <a:avLst/>
              <a:gdLst/>
              <a:ahLst/>
              <a:cxnLst/>
              <a:rect l="l" t="t" r="r" b="b"/>
              <a:pathLst>
                <a:path w="2862" h="2213" extrusionOk="0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52"/>
            <p:cNvSpPr/>
            <p:nvPr/>
          </p:nvSpPr>
          <p:spPr>
            <a:xfrm>
              <a:off x="806971" y="2567268"/>
              <a:ext cx="19078" cy="24929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52"/>
            <p:cNvSpPr/>
            <p:nvPr/>
          </p:nvSpPr>
          <p:spPr>
            <a:xfrm>
              <a:off x="823310" y="2571532"/>
              <a:ext cx="7407" cy="21039"/>
            </a:xfrm>
            <a:custGeom>
              <a:avLst/>
              <a:gdLst/>
              <a:ahLst/>
              <a:cxnLst/>
              <a:rect l="l" t="t" r="r" b="b"/>
              <a:pathLst>
                <a:path w="238" h="676" extrusionOk="0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52"/>
            <p:cNvSpPr/>
            <p:nvPr/>
          </p:nvSpPr>
          <p:spPr>
            <a:xfrm>
              <a:off x="801120" y="2557527"/>
              <a:ext cx="9368" cy="11702"/>
            </a:xfrm>
            <a:custGeom>
              <a:avLst/>
              <a:gdLst/>
              <a:ahLst/>
              <a:cxnLst/>
              <a:rect l="l" t="t" r="r" b="b"/>
              <a:pathLst>
                <a:path w="301" h="376" extrusionOk="0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52"/>
            <p:cNvSpPr/>
            <p:nvPr/>
          </p:nvSpPr>
          <p:spPr>
            <a:xfrm>
              <a:off x="808123" y="2534994"/>
              <a:ext cx="19483" cy="25303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52"/>
            <p:cNvSpPr/>
            <p:nvPr/>
          </p:nvSpPr>
          <p:spPr>
            <a:xfrm>
              <a:off x="820198" y="2535368"/>
              <a:ext cx="12854" cy="30376"/>
            </a:xfrm>
            <a:custGeom>
              <a:avLst/>
              <a:gdLst/>
              <a:ahLst/>
              <a:cxnLst/>
              <a:rect l="l" t="t" r="r" b="b"/>
              <a:pathLst>
                <a:path w="413" h="976" extrusionOk="0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52"/>
            <p:cNvSpPr/>
            <p:nvPr/>
          </p:nvSpPr>
          <p:spPr>
            <a:xfrm>
              <a:off x="819794" y="2561417"/>
              <a:ext cx="10146" cy="17553"/>
            </a:xfrm>
            <a:custGeom>
              <a:avLst/>
              <a:gdLst/>
              <a:ahLst/>
              <a:cxnLst/>
              <a:rect l="l" t="t" r="r" b="b"/>
              <a:pathLst>
                <a:path w="326" h="564" extrusionOk="0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52"/>
            <p:cNvSpPr/>
            <p:nvPr/>
          </p:nvSpPr>
          <p:spPr>
            <a:xfrm>
              <a:off x="831869" y="2554415"/>
              <a:ext cx="15561" cy="17927"/>
            </a:xfrm>
            <a:custGeom>
              <a:avLst/>
              <a:gdLst/>
              <a:ahLst/>
              <a:cxnLst/>
              <a:rect l="l" t="t" r="r" b="b"/>
              <a:pathLst>
                <a:path w="500" h="576" extrusionOk="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grpId="0" nodeType="after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9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9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39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3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3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39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3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3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39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3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3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39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3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3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3" grpId="0" animBg="1"/>
      <p:bldP spid="3952" grpId="0" animBg="1"/>
      <p:bldP spid="3954" grpId="0" animBg="1"/>
      <p:bldP spid="3955" grpId="0" animBg="1"/>
      <p:bldP spid="3956" grpId="0" animBg="1"/>
      <p:bldP spid="395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9" name="Google Shape;4469;p63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Drei Mythen – und was die Quellen sagen</a:t>
            </a:r>
            <a:endParaRPr/>
          </a:p>
        </p:txBody>
      </p:sp>
      <p:graphicFrame>
        <p:nvGraphicFramePr>
          <p:cNvPr id="4470" name="Google Shape;4470;p63"/>
          <p:cNvGraphicFramePr/>
          <p:nvPr/>
        </p:nvGraphicFramePr>
        <p:xfrm>
          <a:off x="713225" y="13626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{A02D88B3-22BB-41FE-A7F5-9A3F9A6575C7}</a:tableStyleId>
              </a:tblPr>
              <a:tblGrid>
                <a:gridCol w="771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Mythos: Edison liess 1903 den Elefanten Topsy töten [23]</a:t>
                      </a:r>
                      <a:endParaRPr sz="1700" b="1">
                        <a:solidFill>
                          <a:schemeClr val="dk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Befund: über zehn Jahre nach dem Stromkrieg, ohne Edisons Beteiligung [25]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71" name="Google Shape;4471;p63"/>
          <p:cNvGraphicFramePr/>
          <p:nvPr/>
        </p:nvGraphicFramePr>
        <p:xfrm>
          <a:off x="713225" y="25261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{A02D88B3-22BB-41FE-A7F5-9A3F9A6575C7}</a:tableStyleId>
              </a:tblPr>
              <a:tblGrid>
                <a:gridCol w="771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Mythos: Der Stromkrieg war ein Duell «Tesla gegen Edison»</a:t>
                      </a:r>
                      <a:endParaRPr sz="1700" b="1">
                        <a:solidFill>
                          <a:schemeClr val="dk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Befund: Gestritten haben vor allem Unternehmen und Investoren [2]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72" name="Google Shape;4472;p63"/>
          <p:cNvGraphicFramePr/>
          <p:nvPr/>
        </p:nvGraphicFramePr>
        <p:xfrm>
          <a:off x="713225" y="36896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{A02D88B3-22BB-41FE-A7F5-9A3F9A6575C7}</a:tableStyleId>
              </a:tblPr>
              <a:tblGrid>
                <a:gridCol w="771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Mythos: Tesla zerriss seinen Vertrag mit Westinghouse</a:t>
                      </a:r>
                      <a:endParaRPr sz="1700" b="1">
                        <a:solidFill>
                          <a:schemeClr val="dk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Befund: Belegt sind nur Lizenzverzicht (1891) und Patentverkauf [4]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39"/>
          <p:cNvSpPr txBox="1">
            <a:spLocks noGrp="1"/>
          </p:cNvSpPr>
          <p:nvPr>
            <p:ph type="title"/>
          </p:nvPr>
        </p:nvSpPr>
        <p:spPr>
          <a:xfrm>
            <a:off x="1144550" y="597425"/>
            <a:ext cx="6855300" cy="9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Fazit: der erste grosse Standardkrieg</a:t>
            </a:r>
            <a:endParaRPr/>
          </a:p>
        </p:txBody>
      </p:sp>
      <p:sp>
        <p:nvSpPr>
          <p:cNvPr id="2341" name="Google Shape;2341;p39"/>
          <p:cNvSpPr txBox="1">
            <a:spLocks noGrp="1"/>
          </p:cNvSpPr>
          <p:nvPr>
            <p:ph type="subTitle" idx="1"/>
          </p:nvPr>
        </p:nvSpPr>
        <p:spPr>
          <a:xfrm>
            <a:off x="4825664" y="2070950"/>
            <a:ext cx="3174000" cy="18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Ironie der Geschichte: Mit Stromrichtern kehrt der Gleichstrom zurück. Die erste kommerzielle Hochspannungs-Gleichstrom-Übertragung (Gotland, 1954) baute ASEA – heute wie die BBC aus Baden Teil von ABB [30].</a:t>
            </a:r>
            <a:endParaRPr/>
          </a:p>
        </p:txBody>
      </p:sp>
      <p:sp>
        <p:nvSpPr>
          <p:cNvPr id="2342" name="Google Shape;2342;p39"/>
          <p:cNvSpPr txBox="1">
            <a:spLocks noGrp="1"/>
          </p:cNvSpPr>
          <p:nvPr>
            <p:ph type="subTitle" idx="2"/>
          </p:nvPr>
        </p:nvSpPr>
        <p:spPr>
          <a:xfrm>
            <a:off x="1144550" y="2070950"/>
            <a:ext cx="3174000" cy="18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Gewonnen hat das System, das sich billiger skalieren liess – nicht die bessere Propaganda. Mitgewonnen hat der finanzstarke Grosskonzern: GE und Westinghouse wurden zum Muster des US-Industriekapitalismus [29].</a:t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grpId="0" nodeType="after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800"/>
                                        <p:tgtEl>
                                          <p:spTgt spid="23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2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2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23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2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2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2" grpId="0" animBg="1"/>
      <p:bldP spid="234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" name="Google Shape;4515;p68"/>
          <p:cNvSpPr txBox="1">
            <a:spLocks noGrp="1"/>
          </p:cNvSpPr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Danke!</a:t>
            </a:r>
            <a:endParaRPr/>
          </a:p>
        </p:txBody>
      </p:sp>
      <p:sp>
        <p:nvSpPr>
          <p:cNvPr id="4516" name="Google Shape;4516;p68"/>
          <p:cNvSpPr txBox="1">
            <a:spLocks noGrp="1"/>
          </p:cNvSpPr>
          <p:nvPr>
            <p:ph type="subTitle" idx="1"/>
          </p:nvPr>
        </p:nvSpPr>
        <p:spPr>
          <a:xfrm>
            <a:off x="2347900" y="17652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Fragen?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Simon Bruder · Modul «Weltmacht USA» (FHNW)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Dozent: Stephan Schwarz · 10.12.2026</a:t>
            </a:r>
            <a:endParaRPr/>
          </a:p>
        </p:txBody>
      </p:sp>
      <p:sp>
        <p:nvSpPr>
          <p:cNvPr id="4517" name="Google Shape;4517;p68"/>
          <p:cNvSpPr txBox="1"/>
          <p:nvPr/>
        </p:nvSpPr>
        <p:spPr>
          <a:xfrm>
            <a:off x="2496150" y="412585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Please keep this slide for attribution</a:t>
            </a:r>
            <a:endParaRPr sz="1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4518" name="Google Shape;4518;p68"/>
          <p:cNvGrpSpPr/>
          <p:nvPr/>
        </p:nvGrpSpPr>
        <p:grpSpPr>
          <a:xfrm>
            <a:off x="565056" y="519563"/>
            <a:ext cx="8012737" cy="4104778"/>
            <a:chOff x="565056" y="519563"/>
            <a:chExt cx="8012737" cy="4104778"/>
          </a:xfrm>
        </p:grpSpPr>
        <p:sp>
          <p:nvSpPr>
            <p:cNvPr id="4519" name="Google Shape;4519;p68"/>
            <p:cNvSpPr/>
            <p:nvPr/>
          </p:nvSpPr>
          <p:spPr>
            <a:xfrm>
              <a:off x="881261" y="519563"/>
              <a:ext cx="686096" cy="236873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68"/>
            <p:cNvSpPr/>
            <p:nvPr/>
          </p:nvSpPr>
          <p:spPr>
            <a:xfrm>
              <a:off x="887080" y="727617"/>
              <a:ext cx="225234" cy="151349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68"/>
            <p:cNvSpPr/>
            <p:nvPr/>
          </p:nvSpPr>
          <p:spPr>
            <a:xfrm>
              <a:off x="954772" y="700790"/>
              <a:ext cx="91033" cy="96106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68"/>
            <p:cNvSpPr/>
            <p:nvPr/>
          </p:nvSpPr>
          <p:spPr>
            <a:xfrm>
              <a:off x="1012317" y="789084"/>
              <a:ext cx="31" cy="40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68"/>
            <p:cNvSpPr/>
            <p:nvPr/>
          </p:nvSpPr>
          <p:spPr>
            <a:xfrm>
              <a:off x="772736" y="567399"/>
              <a:ext cx="257508" cy="129532"/>
            </a:xfrm>
            <a:custGeom>
              <a:avLst/>
              <a:gdLst/>
              <a:ahLst/>
              <a:cxnLst/>
              <a:rect l="l" t="t" r="r" b="b"/>
              <a:pathLst>
                <a:path w="8274" h="4162" extrusionOk="0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68"/>
            <p:cNvSpPr/>
            <p:nvPr/>
          </p:nvSpPr>
          <p:spPr>
            <a:xfrm>
              <a:off x="1096722" y="573623"/>
              <a:ext cx="110485" cy="99592"/>
            </a:xfrm>
            <a:custGeom>
              <a:avLst/>
              <a:gdLst/>
              <a:ahLst/>
              <a:cxnLst/>
              <a:rect l="l" t="t" r="r" b="b"/>
              <a:pathLst>
                <a:path w="3550" h="3200" extrusionOk="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68"/>
            <p:cNvSpPr/>
            <p:nvPr/>
          </p:nvSpPr>
          <p:spPr>
            <a:xfrm>
              <a:off x="1234781" y="606271"/>
              <a:ext cx="41642" cy="54495"/>
            </a:xfrm>
            <a:custGeom>
              <a:avLst/>
              <a:gdLst/>
              <a:ahLst/>
              <a:cxnLst/>
              <a:rect l="l" t="t" r="r" b="b"/>
              <a:pathLst>
                <a:path w="1338" h="1751" extrusionOk="0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68"/>
            <p:cNvSpPr/>
            <p:nvPr/>
          </p:nvSpPr>
          <p:spPr>
            <a:xfrm>
              <a:off x="748616" y="631169"/>
              <a:ext cx="39712" cy="39712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68"/>
            <p:cNvSpPr/>
            <p:nvPr/>
          </p:nvSpPr>
          <p:spPr>
            <a:xfrm>
              <a:off x="843540" y="609788"/>
              <a:ext cx="96853" cy="140829"/>
            </a:xfrm>
            <a:custGeom>
              <a:avLst/>
              <a:gdLst/>
              <a:ahLst/>
              <a:cxnLst/>
              <a:rect l="l" t="t" r="r" b="b"/>
              <a:pathLst>
                <a:path w="3112" h="4525" extrusionOk="0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68"/>
            <p:cNvSpPr/>
            <p:nvPr/>
          </p:nvSpPr>
          <p:spPr>
            <a:xfrm>
              <a:off x="822906" y="735803"/>
              <a:ext cx="38156" cy="40490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68"/>
            <p:cNvSpPr/>
            <p:nvPr/>
          </p:nvSpPr>
          <p:spPr>
            <a:xfrm>
              <a:off x="883595" y="757184"/>
              <a:ext cx="7034" cy="12107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68"/>
            <p:cNvSpPr/>
            <p:nvPr/>
          </p:nvSpPr>
          <p:spPr>
            <a:xfrm>
              <a:off x="1048108" y="720241"/>
              <a:ext cx="12076" cy="8590"/>
            </a:xfrm>
            <a:custGeom>
              <a:avLst/>
              <a:gdLst/>
              <a:ahLst/>
              <a:cxnLst/>
              <a:rect l="l" t="t" r="r" b="b"/>
              <a:pathLst>
                <a:path w="388" h="276" extrusionOk="0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68"/>
            <p:cNvSpPr/>
            <p:nvPr/>
          </p:nvSpPr>
          <p:spPr>
            <a:xfrm>
              <a:off x="871924" y="558840"/>
              <a:ext cx="195263" cy="34266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68"/>
            <p:cNvSpPr/>
            <p:nvPr/>
          </p:nvSpPr>
          <p:spPr>
            <a:xfrm>
              <a:off x="845470" y="558435"/>
              <a:ext cx="41268" cy="38561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68"/>
            <p:cNvSpPr/>
            <p:nvPr/>
          </p:nvSpPr>
          <p:spPr>
            <a:xfrm>
              <a:off x="790227" y="630017"/>
              <a:ext cx="91064" cy="28041"/>
            </a:xfrm>
            <a:custGeom>
              <a:avLst/>
              <a:gdLst/>
              <a:ahLst/>
              <a:cxnLst/>
              <a:rect l="l" t="t" r="r" b="b"/>
              <a:pathLst>
                <a:path w="2926" h="901" extrusionOk="0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68"/>
            <p:cNvSpPr/>
            <p:nvPr/>
          </p:nvSpPr>
          <p:spPr>
            <a:xfrm>
              <a:off x="791410" y="637020"/>
              <a:ext cx="87921" cy="29193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68"/>
            <p:cNvSpPr/>
            <p:nvPr/>
          </p:nvSpPr>
          <p:spPr>
            <a:xfrm>
              <a:off x="980821" y="577514"/>
              <a:ext cx="22595" cy="70804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68"/>
            <p:cNvSpPr/>
            <p:nvPr/>
          </p:nvSpPr>
          <p:spPr>
            <a:xfrm>
              <a:off x="974597" y="579848"/>
              <a:ext cx="20261" cy="67691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68"/>
            <p:cNvSpPr/>
            <p:nvPr/>
          </p:nvSpPr>
          <p:spPr>
            <a:xfrm>
              <a:off x="1313739" y="653733"/>
              <a:ext cx="103482" cy="33488"/>
            </a:xfrm>
            <a:custGeom>
              <a:avLst/>
              <a:gdLst/>
              <a:ahLst/>
              <a:cxnLst/>
              <a:rect l="l" t="t" r="r" b="b"/>
              <a:pathLst>
                <a:path w="3325" h="1076" extrusionOk="0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68"/>
            <p:cNvSpPr/>
            <p:nvPr/>
          </p:nvSpPr>
          <p:spPr>
            <a:xfrm>
              <a:off x="1314143" y="659552"/>
              <a:ext cx="125237" cy="38561"/>
            </a:xfrm>
            <a:custGeom>
              <a:avLst/>
              <a:gdLst/>
              <a:ahLst/>
              <a:cxnLst/>
              <a:rect l="l" t="t" r="r" b="b"/>
              <a:pathLst>
                <a:path w="4024" h="1239" extrusionOk="0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68"/>
            <p:cNvSpPr/>
            <p:nvPr/>
          </p:nvSpPr>
          <p:spPr>
            <a:xfrm>
              <a:off x="565056" y="841183"/>
              <a:ext cx="248949" cy="686127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68"/>
            <p:cNvSpPr/>
            <p:nvPr/>
          </p:nvSpPr>
          <p:spPr>
            <a:xfrm>
              <a:off x="785963" y="847408"/>
              <a:ext cx="151318" cy="225234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68"/>
            <p:cNvSpPr/>
            <p:nvPr/>
          </p:nvSpPr>
          <p:spPr>
            <a:xfrm>
              <a:off x="759136" y="915099"/>
              <a:ext cx="96075" cy="91033"/>
            </a:xfrm>
            <a:custGeom>
              <a:avLst/>
              <a:gdLst/>
              <a:ahLst/>
              <a:cxnLst/>
              <a:rect l="l" t="t" r="r" b="b"/>
              <a:pathLst>
                <a:path w="3087" h="2925" extrusionOk="0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68"/>
            <p:cNvSpPr/>
            <p:nvPr/>
          </p:nvSpPr>
          <p:spPr>
            <a:xfrm>
              <a:off x="847399" y="972645"/>
              <a:ext cx="31" cy="436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68"/>
            <p:cNvSpPr/>
            <p:nvPr/>
          </p:nvSpPr>
          <p:spPr>
            <a:xfrm>
              <a:off x="625340" y="733064"/>
              <a:ext cx="129532" cy="257134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68"/>
            <p:cNvSpPr/>
            <p:nvPr/>
          </p:nvSpPr>
          <p:spPr>
            <a:xfrm>
              <a:off x="631565" y="1057049"/>
              <a:ext cx="101522" cy="110111"/>
            </a:xfrm>
            <a:custGeom>
              <a:avLst/>
              <a:gdLst/>
              <a:ahLst/>
              <a:cxnLst/>
              <a:rect l="l" t="t" r="r" b="b"/>
              <a:pathLst>
                <a:path w="3262" h="3538" extrusionOk="0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68"/>
            <p:cNvSpPr/>
            <p:nvPr/>
          </p:nvSpPr>
          <p:spPr>
            <a:xfrm>
              <a:off x="664243" y="1195513"/>
              <a:ext cx="54869" cy="41268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68"/>
            <p:cNvSpPr/>
            <p:nvPr/>
          </p:nvSpPr>
          <p:spPr>
            <a:xfrm>
              <a:off x="689110" y="708975"/>
              <a:ext cx="40086" cy="39681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68"/>
            <p:cNvSpPr/>
            <p:nvPr/>
          </p:nvSpPr>
          <p:spPr>
            <a:xfrm>
              <a:off x="668103" y="803463"/>
              <a:ext cx="140829" cy="9648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68"/>
            <p:cNvSpPr/>
            <p:nvPr/>
          </p:nvSpPr>
          <p:spPr>
            <a:xfrm>
              <a:off x="794118" y="782860"/>
              <a:ext cx="40490" cy="3853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68"/>
            <p:cNvSpPr/>
            <p:nvPr/>
          </p:nvSpPr>
          <p:spPr>
            <a:xfrm>
              <a:off x="815125" y="843518"/>
              <a:ext cx="12480" cy="7438"/>
            </a:xfrm>
            <a:custGeom>
              <a:avLst/>
              <a:gdLst/>
              <a:ahLst/>
              <a:cxnLst/>
              <a:rect l="l" t="t" r="r" b="b"/>
              <a:pathLst>
                <a:path w="401" h="239" extrusionOk="0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68"/>
            <p:cNvSpPr/>
            <p:nvPr/>
          </p:nvSpPr>
          <p:spPr>
            <a:xfrm>
              <a:off x="778183" y="1008062"/>
              <a:ext cx="8963" cy="12449"/>
            </a:xfrm>
            <a:custGeom>
              <a:avLst/>
              <a:gdLst/>
              <a:ahLst/>
              <a:cxnLst/>
              <a:rect l="l" t="t" r="r" b="b"/>
              <a:pathLst>
                <a:path w="288" h="400" extrusionOk="0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68"/>
            <p:cNvSpPr/>
            <p:nvPr/>
          </p:nvSpPr>
          <p:spPr>
            <a:xfrm>
              <a:off x="616782" y="832251"/>
              <a:ext cx="34639" cy="195263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68"/>
            <p:cNvSpPr/>
            <p:nvPr/>
          </p:nvSpPr>
          <p:spPr>
            <a:xfrm>
              <a:off x="616782" y="805797"/>
              <a:ext cx="38530" cy="41268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68"/>
            <p:cNvSpPr/>
            <p:nvPr/>
          </p:nvSpPr>
          <p:spPr>
            <a:xfrm>
              <a:off x="688332" y="750586"/>
              <a:ext cx="28041" cy="90629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68"/>
            <p:cNvSpPr/>
            <p:nvPr/>
          </p:nvSpPr>
          <p:spPr>
            <a:xfrm>
              <a:off x="695335" y="751737"/>
              <a:ext cx="29597" cy="87921"/>
            </a:xfrm>
            <a:custGeom>
              <a:avLst/>
              <a:gdLst/>
              <a:ahLst/>
              <a:cxnLst/>
              <a:rect l="l" t="t" r="r" b="b"/>
              <a:pathLst>
                <a:path w="951" h="2825" extrusionOk="0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68"/>
            <p:cNvSpPr/>
            <p:nvPr/>
          </p:nvSpPr>
          <p:spPr>
            <a:xfrm>
              <a:off x="635455" y="941149"/>
              <a:ext cx="70804" cy="22595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68"/>
            <p:cNvSpPr/>
            <p:nvPr/>
          </p:nvSpPr>
          <p:spPr>
            <a:xfrm>
              <a:off x="635828" y="928700"/>
              <a:ext cx="69652" cy="26081"/>
            </a:xfrm>
            <a:custGeom>
              <a:avLst/>
              <a:gdLst/>
              <a:ahLst/>
              <a:cxnLst/>
              <a:rect l="l" t="t" r="r" b="b"/>
              <a:pathLst>
                <a:path w="2238" h="838" extrusionOk="0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68"/>
            <p:cNvSpPr/>
            <p:nvPr/>
          </p:nvSpPr>
          <p:spPr>
            <a:xfrm>
              <a:off x="712079" y="1274066"/>
              <a:ext cx="33457" cy="103109"/>
            </a:xfrm>
            <a:custGeom>
              <a:avLst/>
              <a:gdLst/>
              <a:ahLst/>
              <a:cxnLst/>
              <a:rect l="l" t="t" r="r" b="b"/>
              <a:pathLst>
                <a:path w="1075" h="3313" extrusionOk="0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68"/>
            <p:cNvSpPr/>
            <p:nvPr/>
          </p:nvSpPr>
          <p:spPr>
            <a:xfrm>
              <a:off x="717899" y="1274066"/>
              <a:ext cx="38530" cy="125673"/>
            </a:xfrm>
            <a:custGeom>
              <a:avLst/>
              <a:gdLst/>
              <a:ahLst/>
              <a:cxnLst/>
              <a:rect l="l" t="t" r="r" b="b"/>
              <a:pathLst>
                <a:path w="1238" h="4038" extrusionOk="0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68"/>
            <p:cNvSpPr/>
            <p:nvPr/>
          </p:nvSpPr>
          <p:spPr>
            <a:xfrm>
              <a:off x="940362" y="885159"/>
              <a:ext cx="10551" cy="1011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68"/>
            <p:cNvSpPr/>
            <p:nvPr/>
          </p:nvSpPr>
          <p:spPr>
            <a:xfrm>
              <a:off x="948547" y="885159"/>
              <a:ext cx="73138" cy="18674"/>
            </a:xfrm>
            <a:custGeom>
              <a:avLst/>
              <a:gdLst/>
              <a:ahLst/>
              <a:cxnLst/>
              <a:rect l="l" t="t" r="r" b="b"/>
              <a:pathLst>
                <a:path w="2350" h="600" extrusionOk="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68"/>
            <p:cNvSpPr/>
            <p:nvPr/>
          </p:nvSpPr>
          <p:spPr>
            <a:xfrm>
              <a:off x="990158" y="891384"/>
              <a:ext cx="31527" cy="21412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68"/>
            <p:cNvSpPr/>
            <p:nvPr/>
          </p:nvSpPr>
          <p:spPr>
            <a:xfrm>
              <a:off x="939989" y="891384"/>
              <a:ext cx="33083" cy="68843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68"/>
            <p:cNvSpPr/>
            <p:nvPr/>
          </p:nvSpPr>
          <p:spPr>
            <a:xfrm>
              <a:off x="952811" y="918585"/>
              <a:ext cx="21412" cy="43198"/>
            </a:xfrm>
            <a:custGeom>
              <a:avLst/>
              <a:gdLst/>
              <a:ahLst/>
              <a:cxnLst/>
              <a:rect l="l" t="t" r="r" b="b"/>
              <a:pathLst>
                <a:path w="688" h="1388" extrusionOk="0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68"/>
            <p:cNvSpPr/>
            <p:nvPr/>
          </p:nvSpPr>
          <p:spPr>
            <a:xfrm>
              <a:off x="966412" y="916655"/>
              <a:ext cx="28446" cy="14036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68"/>
            <p:cNvSpPr/>
            <p:nvPr/>
          </p:nvSpPr>
          <p:spPr>
            <a:xfrm>
              <a:off x="975748" y="906136"/>
              <a:ext cx="20261" cy="24556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68"/>
            <p:cNvSpPr/>
            <p:nvPr/>
          </p:nvSpPr>
          <p:spPr>
            <a:xfrm>
              <a:off x="978083" y="906541"/>
              <a:ext cx="21443" cy="8590"/>
            </a:xfrm>
            <a:custGeom>
              <a:avLst/>
              <a:gdLst/>
              <a:ahLst/>
              <a:cxnLst/>
              <a:rect l="l" t="t" r="r" b="b"/>
              <a:pathLst>
                <a:path w="689" h="276" extrusionOk="0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68"/>
            <p:cNvSpPr/>
            <p:nvPr/>
          </p:nvSpPr>
          <p:spPr>
            <a:xfrm>
              <a:off x="988976" y="925992"/>
              <a:ext cx="35822" cy="29193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68"/>
            <p:cNvSpPr/>
            <p:nvPr/>
          </p:nvSpPr>
          <p:spPr>
            <a:xfrm>
              <a:off x="7566560" y="519563"/>
              <a:ext cx="686096" cy="236873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68"/>
            <p:cNvSpPr/>
            <p:nvPr/>
          </p:nvSpPr>
          <p:spPr>
            <a:xfrm>
              <a:off x="8021602" y="727617"/>
              <a:ext cx="225234" cy="151349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68"/>
            <p:cNvSpPr/>
            <p:nvPr/>
          </p:nvSpPr>
          <p:spPr>
            <a:xfrm>
              <a:off x="8087707" y="700790"/>
              <a:ext cx="91438" cy="96106"/>
            </a:xfrm>
            <a:custGeom>
              <a:avLst/>
              <a:gdLst/>
              <a:ahLst/>
              <a:cxnLst/>
              <a:rect l="l" t="t" r="r" b="b"/>
              <a:pathLst>
                <a:path w="2938" h="3088" extrusionOk="0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68"/>
            <p:cNvSpPr/>
            <p:nvPr/>
          </p:nvSpPr>
          <p:spPr>
            <a:xfrm>
              <a:off x="8121568" y="789084"/>
              <a:ext cx="31" cy="40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68"/>
            <p:cNvSpPr/>
            <p:nvPr/>
          </p:nvSpPr>
          <p:spPr>
            <a:xfrm>
              <a:off x="8104046" y="567399"/>
              <a:ext cx="257134" cy="129532"/>
            </a:xfrm>
            <a:custGeom>
              <a:avLst/>
              <a:gdLst/>
              <a:ahLst/>
              <a:cxnLst/>
              <a:rect l="l" t="t" r="r" b="b"/>
              <a:pathLst>
                <a:path w="8262" h="4162" extrusionOk="0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68"/>
            <p:cNvSpPr/>
            <p:nvPr/>
          </p:nvSpPr>
          <p:spPr>
            <a:xfrm>
              <a:off x="7927083" y="573623"/>
              <a:ext cx="110111" cy="99592"/>
            </a:xfrm>
            <a:custGeom>
              <a:avLst/>
              <a:gdLst/>
              <a:ahLst/>
              <a:cxnLst/>
              <a:rect l="l" t="t" r="r" b="b"/>
              <a:pathLst>
                <a:path w="3538" h="3200" extrusionOk="0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68"/>
            <p:cNvSpPr/>
            <p:nvPr/>
          </p:nvSpPr>
          <p:spPr>
            <a:xfrm>
              <a:off x="7857867" y="606271"/>
              <a:ext cx="41237" cy="54495"/>
            </a:xfrm>
            <a:custGeom>
              <a:avLst/>
              <a:gdLst/>
              <a:ahLst/>
              <a:cxnLst/>
              <a:rect l="l" t="t" r="r" b="b"/>
              <a:pathLst>
                <a:path w="1325" h="1751" extrusionOk="0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68"/>
            <p:cNvSpPr/>
            <p:nvPr/>
          </p:nvSpPr>
          <p:spPr>
            <a:xfrm>
              <a:off x="8345588" y="631169"/>
              <a:ext cx="39681" cy="39712"/>
            </a:xfrm>
            <a:custGeom>
              <a:avLst/>
              <a:gdLst/>
              <a:ahLst/>
              <a:cxnLst/>
              <a:rect l="l" t="t" r="r" b="b"/>
              <a:pathLst>
                <a:path w="1275" h="1276" extrusionOk="0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68"/>
            <p:cNvSpPr/>
            <p:nvPr/>
          </p:nvSpPr>
          <p:spPr>
            <a:xfrm>
              <a:off x="8193897" y="609788"/>
              <a:ext cx="96884" cy="140829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68"/>
            <p:cNvSpPr/>
            <p:nvPr/>
          </p:nvSpPr>
          <p:spPr>
            <a:xfrm>
              <a:off x="8272854" y="735803"/>
              <a:ext cx="38156" cy="40490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68"/>
            <p:cNvSpPr/>
            <p:nvPr/>
          </p:nvSpPr>
          <p:spPr>
            <a:xfrm>
              <a:off x="8243288" y="757184"/>
              <a:ext cx="7034" cy="12107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68"/>
            <p:cNvSpPr/>
            <p:nvPr/>
          </p:nvSpPr>
          <p:spPr>
            <a:xfrm>
              <a:off x="8073733" y="720241"/>
              <a:ext cx="12449" cy="8590"/>
            </a:xfrm>
            <a:custGeom>
              <a:avLst/>
              <a:gdLst/>
              <a:ahLst/>
              <a:cxnLst/>
              <a:rect l="l" t="t" r="r" b="b"/>
              <a:pathLst>
                <a:path w="400" h="276" extrusionOk="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68"/>
            <p:cNvSpPr/>
            <p:nvPr/>
          </p:nvSpPr>
          <p:spPr>
            <a:xfrm>
              <a:off x="8066730" y="558840"/>
              <a:ext cx="195263" cy="34266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68"/>
            <p:cNvSpPr/>
            <p:nvPr/>
          </p:nvSpPr>
          <p:spPr>
            <a:xfrm>
              <a:off x="8247178" y="558435"/>
              <a:ext cx="41268" cy="38561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68"/>
            <p:cNvSpPr/>
            <p:nvPr/>
          </p:nvSpPr>
          <p:spPr>
            <a:xfrm>
              <a:off x="8253029" y="630017"/>
              <a:ext cx="90629" cy="28041"/>
            </a:xfrm>
            <a:custGeom>
              <a:avLst/>
              <a:gdLst/>
              <a:ahLst/>
              <a:cxnLst/>
              <a:rect l="l" t="t" r="r" b="b"/>
              <a:pathLst>
                <a:path w="2912" h="901" extrusionOk="0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68"/>
            <p:cNvSpPr/>
            <p:nvPr/>
          </p:nvSpPr>
          <p:spPr>
            <a:xfrm>
              <a:off x="8254959" y="637020"/>
              <a:ext cx="87548" cy="29193"/>
            </a:xfrm>
            <a:custGeom>
              <a:avLst/>
              <a:gdLst/>
              <a:ahLst/>
              <a:cxnLst/>
              <a:rect l="l" t="t" r="r" b="b"/>
              <a:pathLst>
                <a:path w="2813" h="938" extrusionOk="0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68"/>
            <p:cNvSpPr/>
            <p:nvPr/>
          </p:nvSpPr>
          <p:spPr>
            <a:xfrm>
              <a:off x="8130500" y="577514"/>
              <a:ext cx="22595" cy="70804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68"/>
            <p:cNvSpPr/>
            <p:nvPr/>
          </p:nvSpPr>
          <p:spPr>
            <a:xfrm>
              <a:off x="8139432" y="579848"/>
              <a:ext cx="19887" cy="67691"/>
            </a:xfrm>
            <a:custGeom>
              <a:avLst/>
              <a:gdLst/>
              <a:ahLst/>
              <a:cxnLst/>
              <a:rect l="l" t="t" r="r" b="b"/>
              <a:pathLst>
                <a:path w="639" h="2175" extrusionOk="0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68"/>
            <p:cNvSpPr/>
            <p:nvPr/>
          </p:nvSpPr>
          <p:spPr>
            <a:xfrm>
              <a:off x="7716695" y="653733"/>
              <a:ext cx="103078" cy="33488"/>
            </a:xfrm>
            <a:custGeom>
              <a:avLst/>
              <a:gdLst/>
              <a:ahLst/>
              <a:cxnLst/>
              <a:rect l="l" t="t" r="r" b="b"/>
              <a:pathLst>
                <a:path w="3312" h="1076" extrusionOk="0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68"/>
            <p:cNvSpPr/>
            <p:nvPr/>
          </p:nvSpPr>
          <p:spPr>
            <a:xfrm>
              <a:off x="7694505" y="659552"/>
              <a:ext cx="125268" cy="38561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68"/>
            <p:cNvSpPr/>
            <p:nvPr/>
          </p:nvSpPr>
          <p:spPr>
            <a:xfrm>
              <a:off x="8319912" y="841183"/>
              <a:ext cx="248949" cy="686127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68"/>
            <p:cNvSpPr/>
            <p:nvPr/>
          </p:nvSpPr>
          <p:spPr>
            <a:xfrm>
              <a:off x="8196635" y="847408"/>
              <a:ext cx="151318" cy="225234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68"/>
            <p:cNvSpPr/>
            <p:nvPr/>
          </p:nvSpPr>
          <p:spPr>
            <a:xfrm>
              <a:off x="8278674" y="915099"/>
              <a:ext cx="96106" cy="91033"/>
            </a:xfrm>
            <a:custGeom>
              <a:avLst/>
              <a:gdLst/>
              <a:ahLst/>
              <a:cxnLst/>
              <a:rect l="l" t="t" r="r" b="b"/>
              <a:pathLst>
                <a:path w="3088" h="2925" extrusionOk="0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68"/>
            <p:cNvSpPr/>
            <p:nvPr/>
          </p:nvSpPr>
          <p:spPr>
            <a:xfrm>
              <a:off x="8286455" y="972645"/>
              <a:ext cx="31" cy="436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68"/>
            <p:cNvSpPr/>
            <p:nvPr/>
          </p:nvSpPr>
          <p:spPr>
            <a:xfrm>
              <a:off x="8379013" y="733064"/>
              <a:ext cx="129563" cy="257134"/>
            </a:xfrm>
            <a:custGeom>
              <a:avLst/>
              <a:gdLst/>
              <a:ahLst/>
              <a:cxnLst/>
              <a:rect l="l" t="t" r="r" b="b"/>
              <a:pathLst>
                <a:path w="4163" h="8262" extrusionOk="0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68"/>
            <p:cNvSpPr/>
            <p:nvPr/>
          </p:nvSpPr>
          <p:spPr>
            <a:xfrm>
              <a:off x="8400799" y="1057049"/>
              <a:ext cx="101553" cy="110111"/>
            </a:xfrm>
            <a:custGeom>
              <a:avLst/>
              <a:gdLst/>
              <a:ahLst/>
              <a:cxnLst/>
              <a:rect l="l" t="t" r="r" b="b"/>
              <a:pathLst>
                <a:path w="3263" h="3538" extrusionOk="0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68"/>
            <p:cNvSpPr/>
            <p:nvPr/>
          </p:nvSpPr>
          <p:spPr>
            <a:xfrm>
              <a:off x="8414804" y="1195513"/>
              <a:ext cx="54869" cy="41268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68"/>
            <p:cNvSpPr/>
            <p:nvPr/>
          </p:nvSpPr>
          <p:spPr>
            <a:xfrm>
              <a:off x="8404689" y="708975"/>
              <a:ext cx="40086" cy="39681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68"/>
            <p:cNvSpPr/>
            <p:nvPr/>
          </p:nvSpPr>
          <p:spPr>
            <a:xfrm>
              <a:off x="8325358" y="803463"/>
              <a:ext cx="140829" cy="9648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68"/>
            <p:cNvSpPr/>
            <p:nvPr/>
          </p:nvSpPr>
          <p:spPr>
            <a:xfrm>
              <a:off x="8299308" y="782860"/>
              <a:ext cx="40459" cy="3853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68"/>
            <p:cNvSpPr/>
            <p:nvPr/>
          </p:nvSpPr>
          <p:spPr>
            <a:xfrm>
              <a:off x="8306311" y="843518"/>
              <a:ext cx="12449" cy="7438"/>
            </a:xfrm>
            <a:custGeom>
              <a:avLst/>
              <a:gdLst/>
              <a:ahLst/>
              <a:cxnLst/>
              <a:rect l="l" t="t" r="r" b="b"/>
              <a:pathLst>
                <a:path w="400" h="239" extrusionOk="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68"/>
            <p:cNvSpPr/>
            <p:nvPr/>
          </p:nvSpPr>
          <p:spPr>
            <a:xfrm>
              <a:off x="8346739" y="1008062"/>
              <a:ext cx="8994" cy="12449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68"/>
            <p:cNvSpPr/>
            <p:nvPr/>
          </p:nvSpPr>
          <p:spPr>
            <a:xfrm>
              <a:off x="8482495" y="832251"/>
              <a:ext cx="34639" cy="195263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68"/>
            <p:cNvSpPr/>
            <p:nvPr/>
          </p:nvSpPr>
          <p:spPr>
            <a:xfrm>
              <a:off x="8478605" y="805797"/>
              <a:ext cx="38530" cy="41268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68"/>
            <p:cNvSpPr/>
            <p:nvPr/>
          </p:nvSpPr>
          <p:spPr>
            <a:xfrm>
              <a:off x="8417543" y="750586"/>
              <a:ext cx="28010" cy="90629"/>
            </a:xfrm>
            <a:custGeom>
              <a:avLst/>
              <a:gdLst/>
              <a:ahLst/>
              <a:cxnLst/>
              <a:rect l="l" t="t" r="r" b="b"/>
              <a:pathLst>
                <a:path w="900" h="2912" extrusionOk="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68"/>
            <p:cNvSpPr/>
            <p:nvPr/>
          </p:nvSpPr>
          <p:spPr>
            <a:xfrm>
              <a:off x="8408984" y="751737"/>
              <a:ext cx="29193" cy="87921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68"/>
            <p:cNvSpPr/>
            <p:nvPr/>
          </p:nvSpPr>
          <p:spPr>
            <a:xfrm>
              <a:off x="8427658" y="941149"/>
              <a:ext cx="70804" cy="22595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68"/>
            <p:cNvSpPr/>
            <p:nvPr/>
          </p:nvSpPr>
          <p:spPr>
            <a:xfrm>
              <a:off x="8428031" y="928326"/>
              <a:ext cx="70026" cy="26454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68"/>
            <p:cNvSpPr/>
            <p:nvPr/>
          </p:nvSpPr>
          <p:spPr>
            <a:xfrm>
              <a:off x="8388350" y="1274066"/>
              <a:ext cx="33488" cy="103109"/>
            </a:xfrm>
            <a:custGeom>
              <a:avLst/>
              <a:gdLst/>
              <a:ahLst/>
              <a:cxnLst/>
              <a:rect l="l" t="t" r="r" b="b"/>
              <a:pathLst>
                <a:path w="1076" h="3313" extrusionOk="0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68"/>
            <p:cNvSpPr/>
            <p:nvPr/>
          </p:nvSpPr>
          <p:spPr>
            <a:xfrm>
              <a:off x="8377457" y="1274066"/>
              <a:ext cx="38561" cy="125673"/>
            </a:xfrm>
            <a:custGeom>
              <a:avLst/>
              <a:gdLst/>
              <a:ahLst/>
              <a:cxnLst/>
              <a:rect l="l" t="t" r="r" b="b"/>
              <a:pathLst>
                <a:path w="1239" h="4038" extrusionOk="0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68"/>
            <p:cNvSpPr/>
            <p:nvPr/>
          </p:nvSpPr>
          <p:spPr>
            <a:xfrm>
              <a:off x="8183004" y="885159"/>
              <a:ext cx="10551" cy="1011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68"/>
            <p:cNvSpPr/>
            <p:nvPr/>
          </p:nvSpPr>
          <p:spPr>
            <a:xfrm>
              <a:off x="8112231" y="885159"/>
              <a:ext cx="73542" cy="18674"/>
            </a:xfrm>
            <a:custGeom>
              <a:avLst/>
              <a:gdLst/>
              <a:ahLst/>
              <a:cxnLst/>
              <a:rect l="l" t="t" r="r" b="b"/>
              <a:pathLst>
                <a:path w="2363" h="600" extrusionOk="0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68"/>
            <p:cNvSpPr/>
            <p:nvPr/>
          </p:nvSpPr>
          <p:spPr>
            <a:xfrm>
              <a:off x="8112231" y="891384"/>
              <a:ext cx="31527" cy="21412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68"/>
            <p:cNvSpPr/>
            <p:nvPr/>
          </p:nvSpPr>
          <p:spPr>
            <a:xfrm>
              <a:off x="8160844" y="891384"/>
              <a:ext cx="33083" cy="68843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68"/>
            <p:cNvSpPr/>
            <p:nvPr/>
          </p:nvSpPr>
          <p:spPr>
            <a:xfrm>
              <a:off x="8159662" y="918585"/>
              <a:ext cx="21443" cy="43198"/>
            </a:xfrm>
            <a:custGeom>
              <a:avLst/>
              <a:gdLst/>
              <a:ahLst/>
              <a:cxnLst/>
              <a:rect l="l" t="t" r="r" b="b"/>
              <a:pathLst>
                <a:path w="689" h="1388" extrusionOk="0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68"/>
            <p:cNvSpPr/>
            <p:nvPr/>
          </p:nvSpPr>
          <p:spPr>
            <a:xfrm>
              <a:off x="8139432" y="916655"/>
              <a:ext cx="28041" cy="14036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68"/>
            <p:cNvSpPr/>
            <p:nvPr/>
          </p:nvSpPr>
          <p:spPr>
            <a:xfrm>
              <a:off x="8138281" y="906136"/>
              <a:ext cx="19483" cy="23778"/>
            </a:xfrm>
            <a:custGeom>
              <a:avLst/>
              <a:gdLst/>
              <a:ahLst/>
              <a:cxnLst/>
              <a:rect l="l" t="t" r="r" b="b"/>
              <a:pathLst>
                <a:path w="626" h="764" extrusionOk="0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68"/>
            <p:cNvSpPr/>
            <p:nvPr/>
          </p:nvSpPr>
          <p:spPr>
            <a:xfrm>
              <a:off x="8134390" y="906541"/>
              <a:ext cx="21817" cy="859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68"/>
            <p:cNvSpPr/>
            <p:nvPr/>
          </p:nvSpPr>
          <p:spPr>
            <a:xfrm>
              <a:off x="8109492" y="925992"/>
              <a:ext cx="35822" cy="29193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68"/>
            <p:cNvSpPr/>
            <p:nvPr/>
          </p:nvSpPr>
          <p:spPr>
            <a:xfrm>
              <a:off x="7575897" y="4387063"/>
              <a:ext cx="686096" cy="237278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68"/>
            <p:cNvSpPr/>
            <p:nvPr/>
          </p:nvSpPr>
          <p:spPr>
            <a:xfrm>
              <a:off x="8030534" y="4264565"/>
              <a:ext cx="225234" cy="150913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68"/>
            <p:cNvSpPr/>
            <p:nvPr/>
          </p:nvSpPr>
          <p:spPr>
            <a:xfrm>
              <a:off x="8097448" y="4346604"/>
              <a:ext cx="90660" cy="96106"/>
            </a:xfrm>
            <a:custGeom>
              <a:avLst/>
              <a:gdLst/>
              <a:ahLst/>
              <a:cxnLst/>
              <a:rect l="l" t="t" r="r" b="b"/>
              <a:pathLst>
                <a:path w="2913" h="3088" extrusionOk="0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68"/>
            <p:cNvSpPr/>
            <p:nvPr/>
          </p:nvSpPr>
          <p:spPr>
            <a:xfrm>
              <a:off x="8130500" y="4354011"/>
              <a:ext cx="31" cy="40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68"/>
            <p:cNvSpPr/>
            <p:nvPr/>
          </p:nvSpPr>
          <p:spPr>
            <a:xfrm>
              <a:off x="8113383" y="4446943"/>
              <a:ext cx="257134" cy="129158"/>
            </a:xfrm>
            <a:custGeom>
              <a:avLst/>
              <a:gdLst/>
              <a:ahLst/>
              <a:cxnLst/>
              <a:rect l="l" t="t" r="r" b="b"/>
              <a:pathLst>
                <a:path w="8262" h="4150" extrusionOk="0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68"/>
            <p:cNvSpPr/>
            <p:nvPr/>
          </p:nvSpPr>
          <p:spPr>
            <a:xfrm>
              <a:off x="7936047" y="4470285"/>
              <a:ext cx="110080" cy="99592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68"/>
            <p:cNvSpPr/>
            <p:nvPr/>
          </p:nvSpPr>
          <p:spPr>
            <a:xfrm>
              <a:off x="7866799" y="4483138"/>
              <a:ext cx="41268" cy="54091"/>
            </a:xfrm>
            <a:custGeom>
              <a:avLst/>
              <a:gdLst/>
              <a:ahLst/>
              <a:cxnLst/>
              <a:rect l="l" t="t" r="r" b="b"/>
              <a:pathLst>
                <a:path w="1326" h="1738" extrusionOk="0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68"/>
            <p:cNvSpPr/>
            <p:nvPr/>
          </p:nvSpPr>
          <p:spPr>
            <a:xfrm>
              <a:off x="8354520" y="4472619"/>
              <a:ext cx="39712" cy="39712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68"/>
            <p:cNvSpPr/>
            <p:nvPr/>
          </p:nvSpPr>
          <p:spPr>
            <a:xfrm>
              <a:off x="8202829" y="4392883"/>
              <a:ext cx="96884" cy="140829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68"/>
            <p:cNvSpPr/>
            <p:nvPr/>
          </p:nvSpPr>
          <p:spPr>
            <a:xfrm>
              <a:off x="8281786" y="4367238"/>
              <a:ext cx="38156" cy="40459"/>
            </a:xfrm>
            <a:custGeom>
              <a:avLst/>
              <a:gdLst/>
              <a:ahLst/>
              <a:cxnLst/>
              <a:rect l="l" t="t" r="r" b="b"/>
              <a:pathLst>
                <a:path w="1226" h="1300" extrusionOk="0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68"/>
            <p:cNvSpPr/>
            <p:nvPr/>
          </p:nvSpPr>
          <p:spPr>
            <a:xfrm>
              <a:off x="8252625" y="4374241"/>
              <a:ext cx="7034" cy="11671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68"/>
            <p:cNvSpPr/>
            <p:nvPr/>
          </p:nvSpPr>
          <p:spPr>
            <a:xfrm>
              <a:off x="8082665" y="4414669"/>
              <a:ext cx="12480" cy="859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68"/>
            <p:cNvSpPr/>
            <p:nvPr/>
          </p:nvSpPr>
          <p:spPr>
            <a:xfrm>
              <a:off x="8075662" y="4550425"/>
              <a:ext cx="195263" cy="34639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68"/>
            <p:cNvSpPr/>
            <p:nvPr/>
          </p:nvSpPr>
          <p:spPr>
            <a:xfrm>
              <a:off x="8256515" y="4546535"/>
              <a:ext cx="40864" cy="38903"/>
            </a:xfrm>
            <a:custGeom>
              <a:avLst/>
              <a:gdLst/>
              <a:ahLst/>
              <a:cxnLst/>
              <a:rect l="l" t="t" r="r" b="b"/>
              <a:pathLst>
                <a:path w="1313" h="1250" extrusionOk="0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68"/>
            <p:cNvSpPr/>
            <p:nvPr/>
          </p:nvSpPr>
          <p:spPr>
            <a:xfrm>
              <a:off x="8261961" y="4485473"/>
              <a:ext cx="90660" cy="2801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4632;p68"/>
            <p:cNvSpPr/>
            <p:nvPr/>
          </p:nvSpPr>
          <p:spPr>
            <a:xfrm>
              <a:off x="8263518" y="4477287"/>
              <a:ext cx="87921" cy="29193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4633;p68"/>
            <p:cNvSpPr/>
            <p:nvPr/>
          </p:nvSpPr>
          <p:spPr>
            <a:xfrm>
              <a:off x="8139432" y="4495961"/>
              <a:ext cx="22221" cy="69652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68"/>
            <p:cNvSpPr/>
            <p:nvPr/>
          </p:nvSpPr>
          <p:spPr>
            <a:xfrm>
              <a:off x="8148395" y="4495961"/>
              <a:ext cx="20261" cy="67691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68"/>
            <p:cNvSpPr/>
            <p:nvPr/>
          </p:nvSpPr>
          <p:spPr>
            <a:xfrm>
              <a:off x="7726001" y="4456280"/>
              <a:ext cx="103109" cy="33488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68"/>
            <p:cNvSpPr/>
            <p:nvPr/>
          </p:nvSpPr>
          <p:spPr>
            <a:xfrm>
              <a:off x="7703468" y="4445387"/>
              <a:ext cx="125268" cy="38561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68"/>
            <p:cNvSpPr/>
            <p:nvPr/>
          </p:nvSpPr>
          <p:spPr>
            <a:xfrm>
              <a:off x="8329248" y="3616190"/>
              <a:ext cx="248544" cy="686127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4638;p68"/>
            <p:cNvSpPr/>
            <p:nvPr/>
          </p:nvSpPr>
          <p:spPr>
            <a:xfrm>
              <a:off x="8205941" y="4070859"/>
              <a:ext cx="150944" cy="225234"/>
            </a:xfrm>
            <a:custGeom>
              <a:avLst/>
              <a:gdLst/>
              <a:ahLst/>
              <a:cxnLst/>
              <a:rect l="l" t="t" r="r" b="b"/>
              <a:pathLst>
                <a:path w="4850" h="7237" extrusionOk="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4639;p68"/>
            <p:cNvSpPr/>
            <p:nvPr/>
          </p:nvSpPr>
          <p:spPr>
            <a:xfrm>
              <a:off x="8288011" y="4136994"/>
              <a:ext cx="96106" cy="91407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68"/>
            <p:cNvSpPr/>
            <p:nvPr/>
          </p:nvSpPr>
          <p:spPr>
            <a:xfrm>
              <a:off x="8295418" y="4170419"/>
              <a:ext cx="405" cy="436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4641;p68"/>
            <p:cNvSpPr/>
            <p:nvPr/>
          </p:nvSpPr>
          <p:spPr>
            <a:xfrm>
              <a:off x="8387976" y="4153302"/>
              <a:ext cx="129532" cy="257134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4642;p68"/>
            <p:cNvSpPr/>
            <p:nvPr/>
          </p:nvSpPr>
          <p:spPr>
            <a:xfrm>
              <a:off x="8409762" y="3975966"/>
              <a:ext cx="101926" cy="110485"/>
            </a:xfrm>
            <a:custGeom>
              <a:avLst/>
              <a:gdLst/>
              <a:ahLst/>
              <a:cxnLst/>
              <a:rect l="l" t="t" r="r" b="b"/>
              <a:pathLst>
                <a:path w="3275" h="3550" extrusionOk="0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68"/>
            <p:cNvSpPr/>
            <p:nvPr/>
          </p:nvSpPr>
          <p:spPr>
            <a:xfrm>
              <a:off x="8424141" y="3906750"/>
              <a:ext cx="54495" cy="41642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68"/>
            <p:cNvSpPr/>
            <p:nvPr/>
          </p:nvSpPr>
          <p:spPr>
            <a:xfrm>
              <a:off x="8414026" y="4394844"/>
              <a:ext cx="39712" cy="39712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68"/>
            <p:cNvSpPr/>
            <p:nvPr/>
          </p:nvSpPr>
          <p:spPr>
            <a:xfrm>
              <a:off x="8334290" y="4243557"/>
              <a:ext cx="140456" cy="96480"/>
            </a:xfrm>
            <a:custGeom>
              <a:avLst/>
              <a:gdLst/>
              <a:ahLst/>
              <a:cxnLst/>
              <a:rect l="l" t="t" r="r" b="b"/>
              <a:pathLst>
                <a:path w="4513" h="3100" extrusionOk="0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68"/>
            <p:cNvSpPr/>
            <p:nvPr/>
          </p:nvSpPr>
          <p:spPr>
            <a:xfrm>
              <a:off x="8308645" y="4322111"/>
              <a:ext cx="40459" cy="3853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68"/>
            <p:cNvSpPr/>
            <p:nvPr/>
          </p:nvSpPr>
          <p:spPr>
            <a:xfrm>
              <a:off x="8315648" y="4292544"/>
              <a:ext cx="12076" cy="7438"/>
            </a:xfrm>
            <a:custGeom>
              <a:avLst/>
              <a:gdLst/>
              <a:ahLst/>
              <a:cxnLst/>
              <a:rect l="l" t="t" r="r" b="b"/>
              <a:pathLst>
                <a:path w="388" h="239" extrusionOk="0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68"/>
            <p:cNvSpPr/>
            <p:nvPr/>
          </p:nvSpPr>
          <p:spPr>
            <a:xfrm>
              <a:off x="8356076" y="4122989"/>
              <a:ext cx="8590" cy="12480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68"/>
            <p:cNvSpPr/>
            <p:nvPr/>
          </p:nvSpPr>
          <p:spPr>
            <a:xfrm>
              <a:off x="8491832" y="4115986"/>
              <a:ext cx="34235" cy="195263"/>
            </a:xfrm>
            <a:custGeom>
              <a:avLst/>
              <a:gdLst/>
              <a:ahLst/>
              <a:cxnLst/>
              <a:rect l="l" t="t" r="r" b="b"/>
              <a:pathLst>
                <a:path w="1100" h="6274" extrusionOk="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68"/>
            <p:cNvSpPr/>
            <p:nvPr/>
          </p:nvSpPr>
          <p:spPr>
            <a:xfrm>
              <a:off x="8487537" y="4296434"/>
              <a:ext cx="38934" cy="41268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68"/>
            <p:cNvSpPr/>
            <p:nvPr/>
          </p:nvSpPr>
          <p:spPr>
            <a:xfrm>
              <a:off x="8426475" y="4302285"/>
              <a:ext cx="28041" cy="90629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68"/>
            <p:cNvSpPr/>
            <p:nvPr/>
          </p:nvSpPr>
          <p:spPr>
            <a:xfrm>
              <a:off x="8418321" y="4304215"/>
              <a:ext cx="29193" cy="87921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68"/>
            <p:cNvSpPr/>
            <p:nvPr/>
          </p:nvSpPr>
          <p:spPr>
            <a:xfrm>
              <a:off x="8436963" y="4179756"/>
              <a:ext cx="70430" cy="22221"/>
            </a:xfrm>
            <a:custGeom>
              <a:avLst/>
              <a:gdLst/>
              <a:ahLst/>
              <a:cxnLst/>
              <a:rect l="l" t="t" r="r" b="b"/>
              <a:pathLst>
                <a:path w="2263" h="714" extrusionOk="0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68"/>
            <p:cNvSpPr/>
            <p:nvPr/>
          </p:nvSpPr>
          <p:spPr>
            <a:xfrm>
              <a:off x="8437368" y="4188719"/>
              <a:ext cx="70026" cy="26454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68"/>
            <p:cNvSpPr/>
            <p:nvPr/>
          </p:nvSpPr>
          <p:spPr>
            <a:xfrm>
              <a:off x="8397687" y="3766325"/>
              <a:ext cx="33114" cy="103109"/>
            </a:xfrm>
            <a:custGeom>
              <a:avLst/>
              <a:gdLst/>
              <a:ahLst/>
              <a:cxnLst/>
              <a:rect l="l" t="t" r="r" b="b"/>
              <a:pathLst>
                <a:path w="1064" h="3313" extrusionOk="0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68"/>
            <p:cNvSpPr/>
            <p:nvPr/>
          </p:nvSpPr>
          <p:spPr>
            <a:xfrm>
              <a:off x="8386794" y="3744166"/>
              <a:ext cx="38561" cy="125268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68"/>
            <p:cNvSpPr/>
            <p:nvPr/>
          </p:nvSpPr>
          <p:spPr>
            <a:xfrm>
              <a:off x="8191967" y="4248226"/>
              <a:ext cx="10519" cy="10146"/>
            </a:xfrm>
            <a:custGeom>
              <a:avLst/>
              <a:gdLst/>
              <a:ahLst/>
              <a:cxnLst/>
              <a:rect l="l" t="t" r="r" b="b"/>
              <a:pathLst>
                <a:path w="338" h="326" extrusionOk="0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68"/>
            <p:cNvSpPr/>
            <p:nvPr/>
          </p:nvSpPr>
          <p:spPr>
            <a:xfrm>
              <a:off x="8121568" y="4239667"/>
              <a:ext cx="73138" cy="18705"/>
            </a:xfrm>
            <a:custGeom>
              <a:avLst/>
              <a:gdLst/>
              <a:ahLst/>
              <a:cxnLst/>
              <a:rect l="l" t="t" r="r" b="b"/>
              <a:pathLst>
                <a:path w="2350" h="601" extrusionOk="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68"/>
            <p:cNvSpPr/>
            <p:nvPr/>
          </p:nvSpPr>
          <p:spPr>
            <a:xfrm>
              <a:off x="8121163" y="4230704"/>
              <a:ext cx="31527" cy="21039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68"/>
            <p:cNvSpPr/>
            <p:nvPr/>
          </p:nvSpPr>
          <p:spPr>
            <a:xfrm>
              <a:off x="8170181" y="4183273"/>
              <a:ext cx="33083" cy="68874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68"/>
            <p:cNvSpPr/>
            <p:nvPr/>
          </p:nvSpPr>
          <p:spPr>
            <a:xfrm>
              <a:off x="8168999" y="4181717"/>
              <a:ext cx="21039" cy="43198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68"/>
            <p:cNvSpPr/>
            <p:nvPr/>
          </p:nvSpPr>
          <p:spPr>
            <a:xfrm>
              <a:off x="8147991" y="4212808"/>
              <a:ext cx="28446" cy="14036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68"/>
            <p:cNvSpPr/>
            <p:nvPr/>
          </p:nvSpPr>
          <p:spPr>
            <a:xfrm>
              <a:off x="8146839" y="4212808"/>
              <a:ext cx="20261" cy="24556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68"/>
            <p:cNvSpPr/>
            <p:nvPr/>
          </p:nvSpPr>
          <p:spPr>
            <a:xfrm>
              <a:off x="8143322" y="4228370"/>
              <a:ext cx="21817" cy="859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68"/>
            <p:cNvSpPr/>
            <p:nvPr/>
          </p:nvSpPr>
          <p:spPr>
            <a:xfrm>
              <a:off x="8118456" y="4188315"/>
              <a:ext cx="35791" cy="29193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68"/>
            <p:cNvSpPr/>
            <p:nvPr/>
          </p:nvSpPr>
          <p:spPr>
            <a:xfrm>
              <a:off x="890193" y="4387063"/>
              <a:ext cx="686096" cy="237278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68"/>
            <p:cNvSpPr/>
            <p:nvPr/>
          </p:nvSpPr>
          <p:spPr>
            <a:xfrm>
              <a:off x="896417" y="4264565"/>
              <a:ext cx="225234" cy="150913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68"/>
            <p:cNvSpPr/>
            <p:nvPr/>
          </p:nvSpPr>
          <p:spPr>
            <a:xfrm>
              <a:off x="963704" y="4346604"/>
              <a:ext cx="91033" cy="96106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68"/>
            <p:cNvSpPr/>
            <p:nvPr/>
          </p:nvSpPr>
          <p:spPr>
            <a:xfrm>
              <a:off x="1021654" y="4354011"/>
              <a:ext cx="31" cy="40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68"/>
            <p:cNvSpPr/>
            <p:nvPr/>
          </p:nvSpPr>
          <p:spPr>
            <a:xfrm>
              <a:off x="781700" y="4446943"/>
              <a:ext cx="257476" cy="129158"/>
            </a:xfrm>
            <a:custGeom>
              <a:avLst/>
              <a:gdLst/>
              <a:ahLst/>
              <a:cxnLst/>
              <a:rect l="l" t="t" r="r" b="b"/>
              <a:pathLst>
                <a:path w="8273" h="4150" extrusionOk="0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68"/>
            <p:cNvSpPr/>
            <p:nvPr/>
          </p:nvSpPr>
          <p:spPr>
            <a:xfrm>
              <a:off x="1106058" y="4470285"/>
              <a:ext cx="110080" cy="99592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68"/>
            <p:cNvSpPr/>
            <p:nvPr/>
          </p:nvSpPr>
          <p:spPr>
            <a:xfrm>
              <a:off x="1243744" y="4483138"/>
              <a:ext cx="41642" cy="54091"/>
            </a:xfrm>
            <a:custGeom>
              <a:avLst/>
              <a:gdLst/>
              <a:ahLst/>
              <a:cxnLst/>
              <a:rect l="l" t="t" r="r" b="b"/>
              <a:pathLst>
                <a:path w="1338" h="1738" extrusionOk="0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68"/>
            <p:cNvSpPr/>
            <p:nvPr/>
          </p:nvSpPr>
          <p:spPr>
            <a:xfrm>
              <a:off x="757953" y="4472619"/>
              <a:ext cx="39712" cy="39712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68"/>
            <p:cNvSpPr/>
            <p:nvPr/>
          </p:nvSpPr>
          <p:spPr>
            <a:xfrm>
              <a:off x="852068" y="4392883"/>
              <a:ext cx="96884" cy="140829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68"/>
            <p:cNvSpPr/>
            <p:nvPr/>
          </p:nvSpPr>
          <p:spPr>
            <a:xfrm>
              <a:off x="831869" y="4367238"/>
              <a:ext cx="38530" cy="40459"/>
            </a:xfrm>
            <a:custGeom>
              <a:avLst/>
              <a:gdLst/>
              <a:ahLst/>
              <a:cxnLst/>
              <a:rect l="l" t="t" r="r" b="b"/>
              <a:pathLst>
                <a:path w="1238" h="1300" extrusionOk="0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68"/>
            <p:cNvSpPr/>
            <p:nvPr/>
          </p:nvSpPr>
          <p:spPr>
            <a:xfrm>
              <a:off x="892527" y="4374241"/>
              <a:ext cx="7034" cy="11671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68"/>
            <p:cNvSpPr/>
            <p:nvPr/>
          </p:nvSpPr>
          <p:spPr>
            <a:xfrm>
              <a:off x="1057040" y="4414669"/>
              <a:ext cx="12480" cy="859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68"/>
            <p:cNvSpPr/>
            <p:nvPr/>
          </p:nvSpPr>
          <p:spPr>
            <a:xfrm>
              <a:off x="881261" y="4550425"/>
              <a:ext cx="195263" cy="34639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68"/>
            <p:cNvSpPr/>
            <p:nvPr/>
          </p:nvSpPr>
          <p:spPr>
            <a:xfrm>
              <a:off x="854402" y="4546535"/>
              <a:ext cx="41268" cy="38903"/>
            </a:xfrm>
            <a:custGeom>
              <a:avLst/>
              <a:gdLst/>
              <a:ahLst/>
              <a:cxnLst/>
              <a:rect l="l" t="t" r="r" b="b"/>
              <a:pathLst>
                <a:path w="1326" h="1250" extrusionOk="0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68"/>
            <p:cNvSpPr/>
            <p:nvPr/>
          </p:nvSpPr>
          <p:spPr>
            <a:xfrm>
              <a:off x="799564" y="4485473"/>
              <a:ext cx="90660" cy="2801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68"/>
            <p:cNvSpPr/>
            <p:nvPr/>
          </p:nvSpPr>
          <p:spPr>
            <a:xfrm>
              <a:off x="800342" y="4477287"/>
              <a:ext cx="87952" cy="29193"/>
            </a:xfrm>
            <a:custGeom>
              <a:avLst/>
              <a:gdLst/>
              <a:ahLst/>
              <a:cxnLst/>
              <a:rect l="l" t="t" r="r" b="b"/>
              <a:pathLst>
                <a:path w="2826" h="938" extrusionOk="0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68"/>
            <p:cNvSpPr/>
            <p:nvPr/>
          </p:nvSpPr>
          <p:spPr>
            <a:xfrm>
              <a:off x="990532" y="4495961"/>
              <a:ext cx="22221" cy="69652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4683;p68"/>
            <p:cNvSpPr/>
            <p:nvPr/>
          </p:nvSpPr>
          <p:spPr>
            <a:xfrm>
              <a:off x="983934" y="4495961"/>
              <a:ext cx="19856" cy="67691"/>
            </a:xfrm>
            <a:custGeom>
              <a:avLst/>
              <a:gdLst/>
              <a:ahLst/>
              <a:cxnLst/>
              <a:rect l="l" t="t" r="r" b="b"/>
              <a:pathLst>
                <a:path w="638" h="2175" extrusionOk="0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68"/>
            <p:cNvSpPr/>
            <p:nvPr/>
          </p:nvSpPr>
          <p:spPr>
            <a:xfrm>
              <a:off x="1323076" y="4456280"/>
              <a:ext cx="103109" cy="33488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68"/>
            <p:cNvSpPr/>
            <p:nvPr/>
          </p:nvSpPr>
          <p:spPr>
            <a:xfrm>
              <a:off x="1323076" y="4445387"/>
              <a:ext cx="125268" cy="38561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68"/>
            <p:cNvSpPr/>
            <p:nvPr/>
          </p:nvSpPr>
          <p:spPr>
            <a:xfrm>
              <a:off x="574393" y="3616190"/>
              <a:ext cx="248544" cy="686127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68"/>
            <p:cNvSpPr/>
            <p:nvPr/>
          </p:nvSpPr>
          <p:spPr>
            <a:xfrm>
              <a:off x="794896" y="4070859"/>
              <a:ext cx="151349" cy="225234"/>
            </a:xfrm>
            <a:custGeom>
              <a:avLst/>
              <a:gdLst/>
              <a:ahLst/>
              <a:cxnLst/>
              <a:rect l="l" t="t" r="r" b="b"/>
              <a:pathLst>
                <a:path w="4863" h="7237" extrusionOk="0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68"/>
            <p:cNvSpPr/>
            <p:nvPr/>
          </p:nvSpPr>
          <p:spPr>
            <a:xfrm>
              <a:off x="768068" y="4136994"/>
              <a:ext cx="96106" cy="91407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68"/>
            <p:cNvSpPr/>
            <p:nvPr/>
          </p:nvSpPr>
          <p:spPr>
            <a:xfrm>
              <a:off x="856363" y="4170419"/>
              <a:ext cx="405" cy="436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68"/>
            <p:cNvSpPr/>
            <p:nvPr/>
          </p:nvSpPr>
          <p:spPr>
            <a:xfrm>
              <a:off x="634677" y="4153302"/>
              <a:ext cx="129158" cy="257134"/>
            </a:xfrm>
            <a:custGeom>
              <a:avLst/>
              <a:gdLst/>
              <a:ahLst/>
              <a:cxnLst/>
              <a:rect l="l" t="t" r="r" b="b"/>
              <a:pathLst>
                <a:path w="4150" h="8262" extrusionOk="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68"/>
            <p:cNvSpPr/>
            <p:nvPr/>
          </p:nvSpPr>
          <p:spPr>
            <a:xfrm>
              <a:off x="640901" y="3975966"/>
              <a:ext cx="101148" cy="110485"/>
            </a:xfrm>
            <a:custGeom>
              <a:avLst/>
              <a:gdLst/>
              <a:ahLst/>
              <a:cxnLst/>
              <a:rect l="l" t="t" r="r" b="b"/>
              <a:pathLst>
                <a:path w="3250" h="3550" extrusionOk="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68"/>
            <p:cNvSpPr/>
            <p:nvPr/>
          </p:nvSpPr>
          <p:spPr>
            <a:xfrm>
              <a:off x="673549" y="3906750"/>
              <a:ext cx="54495" cy="41642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68"/>
            <p:cNvSpPr/>
            <p:nvPr/>
          </p:nvSpPr>
          <p:spPr>
            <a:xfrm>
              <a:off x="698073" y="4394844"/>
              <a:ext cx="40086" cy="39712"/>
            </a:xfrm>
            <a:custGeom>
              <a:avLst/>
              <a:gdLst/>
              <a:ahLst/>
              <a:cxnLst/>
              <a:rect l="l" t="t" r="r" b="b"/>
              <a:pathLst>
                <a:path w="1288" h="1276" extrusionOk="0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68"/>
            <p:cNvSpPr/>
            <p:nvPr/>
          </p:nvSpPr>
          <p:spPr>
            <a:xfrm>
              <a:off x="677066" y="4243557"/>
              <a:ext cx="140829" cy="9648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68"/>
            <p:cNvSpPr/>
            <p:nvPr/>
          </p:nvSpPr>
          <p:spPr>
            <a:xfrm>
              <a:off x="803081" y="4322111"/>
              <a:ext cx="40490" cy="3853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68"/>
            <p:cNvSpPr/>
            <p:nvPr/>
          </p:nvSpPr>
          <p:spPr>
            <a:xfrm>
              <a:off x="824462" y="4292544"/>
              <a:ext cx="12107" cy="7438"/>
            </a:xfrm>
            <a:custGeom>
              <a:avLst/>
              <a:gdLst/>
              <a:ahLst/>
              <a:cxnLst/>
              <a:rect l="l" t="t" r="r" b="b"/>
              <a:pathLst>
                <a:path w="389" h="239" extrusionOk="0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68"/>
            <p:cNvSpPr/>
            <p:nvPr/>
          </p:nvSpPr>
          <p:spPr>
            <a:xfrm>
              <a:off x="787520" y="4122989"/>
              <a:ext cx="8590" cy="12480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68"/>
            <p:cNvSpPr/>
            <p:nvPr/>
          </p:nvSpPr>
          <p:spPr>
            <a:xfrm>
              <a:off x="625714" y="4115986"/>
              <a:ext cx="34670" cy="195263"/>
            </a:xfrm>
            <a:custGeom>
              <a:avLst/>
              <a:gdLst/>
              <a:ahLst/>
              <a:cxnLst/>
              <a:rect l="l" t="t" r="r" b="b"/>
              <a:pathLst>
                <a:path w="1114" h="6274" extrusionOk="0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68"/>
            <p:cNvSpPr/>
            <p:nvPr/>
          </p:nvSpPr>
          <p:spPr>
            <a:xfrm>
              <a:off x="625714" y="4296434"/>
              <a:ext cx="38934" cy="41268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68"/>
            <p:cNvSpPr/>
            <p:nvPr/>
          </p:nvSpPr>
          <p:spPr>
            <a:xfrm>
              <a:off x="697295" y="4302285"/>
              <a:ext cx="28041" cy="90629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68"/>
            <p:cNvSpPr/>
            <p:nvPr/>
          </p:nvSpPr>
          <p:spPr>
            <a:xfrm>
              <a:off x="704671" y="4304215"/>
              <a:ext cx="29193" cy="87921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68"/>
            <p:cNvSpPr/>
            <p:nvPr/>
          </p:nvSpPr>
          <p:spPr>
            <a:xfrm>
              <a:off x="644387" y="4179756"/>
              <a:ext cx="70835" cy="22595"/>
            </a:xfrm>
            <a:custGeom>
              <a:avLst/>
              <a:gdLst/>
              <a:ahLst/>
              <a:cxnLst/>
              <a:rect l="l" t="t" r="r" b="b"/>
              <a:pathLst>
                <a:path w="2276" h="726" extrusionOk="0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68"/>
            <p:cNvSpPr/>
            <p:nvPr/>
          </p:nvSpPr>
          <p:spPr>
            <a:xfrm>
              <a:off x="644792" y="4188719"/>
              <a:ext cx="70026" cy="26454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68"/>
            <p:cNvSpPr/>
            <p:nvPr/>
          </p:nvSpPr>
          <p:spPr>
            <a:xfrm>
              <a:off x="721011" y="3766325"/>
              <a:ext cx="33083" cy="103109"/>
            </a:xfrm>
            <a:custGeom>
              <a:avLst/>
              <a:gdLst/>
              <a:ahLst/>
              <a:cxnLst/>
              <a:rect l="l" t="t" r="r" b="b"/>
              <a:pathLst>
                <a:path w="1063" h="3313" extrusionOk="0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68"/>
            <p:cNvSpPr/>
            <p:nvPr/>
          </p:nvSpPr>
          <p:spPr>
            <a:xfrm>
              <a:off x="726831" y="3744166"/>
              <a:ext cx="38561" cy="125268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68"/>
            <p:cNvSpPr/>
            <p:nvPr/>
          </p:nvSpPr>
          <p:spPr>
            <a:xfrm>
              <a:off x="949699" y="4248226"/>
              <a:ext cx="10551" cy="10146"/>
            </a:xfrm>
            <a:custGeom>
              <a:avLst/>
              <a:gdLst/>
              <a:ahLst/>
              <a:cxnLst/>
              <a:rect l="l" t="t" r="r" b="b"/>
              <a:pathLst>
                <a:path w="339" h="326" extrusionOk="0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68"/>
            <p:cNvSpPr/>
            <p:nvPr/>
          </p:nvSpPr>
          <p:spPr>
            <a:xfrm>
              <a:off x="957106" y="4239667"/>
              <a:ext cx="73511" cy="18705"/>
            </a:xfrm>
            <a:custGeom>
              <a:avLst/>
              <a:gdLst/>
              <a:ahLst/>
              <a:cxnLst/>
              <a:rect l="l" t="t" r="r" b="b"/>
              <a:pathLst>
                <a:path w="2362" h="601" extrusionOk="0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68"/>
            <p:cNvSpPr/>
            <p:nvPr/>
          </p:nvSpPr>
          <p:spPr>
            <a:xfrm>
              <a:off x="999090" y="4230704"/>
              <a:ext cx="31527" cy="21039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68"/>
            <p:cNvSpPr/>
            <p:nvPr/>
          </p:nvSpPr>
          <p:spPr>
            <a:xfrm>
              <a:off x="948921" y="4183273"/>
              <a:ext cx="33083" cy="68874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68"/>
            <p:cNvSpPr/>
            <p:nvPr/>
          </p:nvSpPr>
          <p:spPr>
            <a:xfrm>
              <a:off x="962148" y="4181717"/>
              <a:ext cx="21039" cy="43198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68"/>
            <p:cNvSpPr/>
            <p:nvPr/>
          </p:nvSpPr>
          <p:spPr>
            <a:xfrm>
              <a:off x="975748" y="4212808"/>
              <a:ext cx="28041" cy="14036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68"/>
            <p:cNvSpPr/>
            <p:nvPr/>
          </p:nvSpPr>
          <p:spPr>
            <a:xfrm>
              <a:off x="985085" y="4212808"/>
              <a:ext cx="19887" cy="24556"/>
            </a:xfrm>
            <a:custGeom>
              <a:avLst/>
              <a:gdLst/>
              <a:ahLst/>
              <a:cxnLst/>
              <a:rect l="l" t="t" r="r" b="b"/>
              <a:pathLst>
                <a:path w="639" h="789" extrusionOk="0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68"/>
            <p:cNvSpPr/>
            <p:nvPr/>
          </p:nvSpPr>
          <p:spPr>
            <a:xfrm>
              <a:off x="987046" y="4228370"/>
              <a:ext cx="21817" cy="859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68"/>
            <p:cNvSpPr/>
            <p:nvPr/>
          </p:nvSpPr>
          <p:spPr>
            <a:xfrm>
              <a:off x="997939" y="4188315"/>
              <a:ext cx="35791" cy="29193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68"/>
            <p:cNvSpPr/>
            <p:nvPr/>
          </p:nvSpPr>
          <p:spPr>
            <a:xfrm>
              <a:off x="8293084" y="2433473"/>
              <a:ext cx="130310" cy="138869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68"/>
            <p:cNvSpPr/>
            <p:nvPr/>
          </p:nvSpPr>
          <p:spPr>
            <a:xfrm>
              <a:off x="8324580" y="2111822"/>
              <a:ext cx="182814" cy="327907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68"/>
            <p:cNvSpPr/>
            <p:nvPr/>
          </p:nvSpPr>
          <p:spPr>
            <a:xfrm>
              <a:off x="8352186" y="2070616"/>
              <a:ext cx="105816" cy="124863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68"/>
            <p:cNvSpPr/>
            <p:nvPr/>
          </p:nvSpPr>
          <p:spPr>
            <a:xfrm>
              <a:off x="8373193" y="1993214"/>
              <a:ext cx="16744" cy="68874"/>
            </a:xfrm>
            <a:custGeom>
              <a:avLst/>
              <a:gdLst/>
              <a:ahLst/>
              <a:cxnLst/>
              <a:rect l="l" t="t" r="r" b="b"/>
              <a:pathLst>
                <a:path w="538" h="2213" extrusionOk="0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68"/>
            <p:cNvSpPr/>
            <p:nvPr/>
          </p:nvSpPr>
          <p:spPr>
            <a:xfrm>
              <a:off x="8307463" y="2299304"/>
              <a:ext cx="120600" cy="102300"/>
            </a:xfrm>
            <a:custGeom>
              <a:avLst/>
              <a:gdLst/>
              <a:ahLst/>
              <a:cxnLst/>
              <a:rect l="l" t="t" r="r" b="b"/>
              <a:pathLst>
                <a:path w="3875" h="3287" extrusionOk="0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68"/>
            <p:cNvSpPr/>
            <p:nvPr/>
          </p:nvSpPr>
          <p:spPr>
            <a:xfrm>
              <a:off x="8254959" y="2389901"/>
              <a:ext cx="137717" cy="28446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68"/>
            <p:cNvSpPr/>
            <p:nvPr/>
          </p:nvSpPr>
          <p:spPr>
            <a:xfrm>
              <a:off x="8240580" y="2390306"/>
              <a:ext cx="15188" cy="14814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68"/>
            <p:cNvSpPr/>
            <p:nvPr/>
          </p:nvSpPr>
          <p:spPr>
            <a:xfrm>
              <a:off x="8237841" y="2387194"/>
              <a:ext cx="20261" cy="22968"/>
            </a:xfrm>
            <a:custGeom>
              <a:avLst/>
              <a:gdLst/>
              <a:ahLst/>
              <a:cxnLst/>
              <a:rect l="l" t="t" r="r" b="b"/>
              <a:pathLst>
                <a:path w="651" h="738" extrusionOk="0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68"/>
            <p:cNvSpPr/>
            <p:nvPr/>
          </p:nvSpPr>
          <p:spPr>
            <a:xfrm>
              <a:off x="8460710" y="2105224"/>
              <a:ext cx="4295" cy="3517"/>
            </a:xfrm>
            <a:custGeom>
              <a:avLst/>
              <a:gdLst/>
              <a:ahLst/>
              <a:cxnLst/>
              <a:rect l="l" t="t" r="r" b="b"/>
              <a:pathLst>
                <a:path w="138" h="113" extrusionOk="0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68"/>
            <p:cNvSpPr/>
            <p:nvPr/>
          </p:nvSpPr>
          <p:spPr>
            <a:xfrm>
              <a:off x="8388350" y="1944196"/>
              <a:ext cx="22221" cy="52535"/>
            </a:xfrm>
            <a:custGeom>
              <a:avLst/>
              <a:gdLst/>
              <a:ahLst/>
              <a:cxnLst/>
              <a:rect l="l" t="t" r="r" b="b"/>
              <a:pathLst>
                <a:path w="714" h="1688" extrusionOk="0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68"/>
            <p:cNvSpPr/>
            <p:nvPr/>
          </p:nvSpPr>
          <p:spPr>
            <a:xfrm>
              <a:off x="8382903" y="1943822"/>
              <a:ext cx="24556" cy="52535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68"/>
            <p:cNvSpPr/>
            <p:nvPr/>
          </p:nvSpPr>
          <p:spPr>
            <a:xfrm>
              <a:off x="8340515" y="2030156"/>
              <a:ext cx="37378" cy="41268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68"/>
            <p:cNvSpPr/>
            <p:nvPr/>
          </p:nvSpPr>
          <p:spPr>
            <a:xfrm>
              <a:off x="8340515" y="2029752"/>
              <a:ext cx="36600" cy="41673"/>
            </a:xfrm>
            <a:custGeom>
              <a:avLst/>
              <a:gdLst/>
              <a:ahLst/>
              <a:cxnLst/>
              <a:rect l="l" t="t" r="r" b="b"/>
              <a:pathLst>
                <a:path w="1176" h="1339" extrusionOk="0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68"/>
            <p:cNvSpPr/>
            <p:nvPr/>
          </p:nvSpPr>
          <p:spPr>
            <a:xfrm>
              <a:off x="8260405" y="2406645"/>
              <a:ext cx="107777" cy="48240"/>
            </a:xfrm>
            <a:custGeom>
              <a:avLst/>
              <a:gdLst/>
              <a:ahLst/>
              <a:cxnLst/>
              <a:rect l="l" t="t" r="r" b="b"/>
              <a:pathLst>
                <a:path w="3463" h="1550" extrusionOk="0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68"/>
            <p:cNvSpPr/>
            <p:nvPr/>
          </p:nvSpPr>
          <p:spPr>
            <a:xfrm>
              <a:off x="8242914" y="2445517"/>
              <a:ext cx="20230" cy="22221"/>
            </a:xfrm>
            <a:custGeom>
              <a:avLst/>
              <a:gdLst/>
              <a:ahLst/>
              <a:cxnLst/>
              <a:rect l="l" t="t" r="r" b="b"/>
              <a:pathLst>
                <a:path w="650" h="714" extrusionOk="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68"/>
            <p:cNvSpPr/>
            <p:nvPr/>
          </p:nvSpPr>
          <p:spPr>
            <a:xfrm>
              <a:off x="8280635" y="2360366"/>
              <a:ext cx="101926" cy="38125"/>
            </a:xfrm>
            <a:custGeom>
              <a:avLst/>
              <a:gdLst/>
              <a:ahLst/>
              <a:cxnLst/>
              <a:rect l="l" t="t" r="r" b="b"/>
              <a:pathLst>
                <a:path w="3275" h="1225" extrusionOk="0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68"/>
            <p:cNvSpPr/>
            <p:nvPr/>
          </p:nvSpPr>
          <p:spPr>
            <a:xfrm>
              <a:off x="8268559" y="2348695"/>
              <a:ext cx="18705" cy="15966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68"/>
            <p:cNvSpPr/>
            <p:nvPr/>
          </p:nvSpPr>
          <p:spPr>
            <a:xfrm>
              <a:off x="8411318" y="1849303"/>
              <a:ext cx="74694" cy="295602"/>
            </a:xfrm>
            <a:custGeom>
              <a:avLst/>
              <a:gdLst/>
              <a:ahLst/>
              <a:cxnLst/>
              <a:rect l="l" t="t" r="r" b="b"/>
              <a:pathLst>
                <a:path w="2400" h="9498" extrusionOk="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68"/>
            <p:cNvSpPr/>
            <p:nvPr/>
          </p:nvSpPr>
          <p:spPr>
            <a:xfrm>
              <a:off x="8356480" y="2452924"/>
              <a:ext cx="61467" cy="39681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68"/>
            <p:cNvSpPr/>
            <p:nvPr/>
          </p:nvSpPr>
          <p:spPr>
            <a:xfrm>
              <a:off x="8410136" y="2147613"/>
              <a:ext cx="39308" cy="77806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68"/>
            <p:cNvSpPr/>
            <p:nvPr/>
          </p:nvSpPr>
          <p:spPr>
            <a:xfrm>
              <a:off x="8442036" y="2188850"/>
              <a:ext cx="26859" cy="381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68"/>
            <p:cNvSpPr/>
            <p:nvPr/>
          </p:nvSpPr>
          <p:spPr>
            <a:xfrm>
              <a:off x="8270520" y="2424541"/>
              <a:ext cx="70430" cy="101148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68"/>
            <p:cNvSpPr/>
            <p:nvPr/>
          </p:nvSpPr>
          <p:spPr>
            <a:xfrm>
              <a:off x="8385642" y="2201672"/>
              <a:ext cx="18705" cy="38530"/>
            </a:xfrm>
            <a:custGeom>
              <a:avLst/>
              <a:gdLst/>
              <a:ahLst/>
              <a:cxnLst/>
              <a:rect l="l" t="t" r="r" b="b"/>
              <a:pathLst>
                <a:path w="601" h="1238" extrusionOk="0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68"/>
            <p:cNvSpPr/>
            <p:nvPr/>
          </p:nvSpPr>
          <p:spPr>
            <a:xfrm>
              <a:off x="8377862" y="2197782"/>
              <a:ext cx="27263" cy="42825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68"/>
            <p:cNvSpPr/>
            <p:nvPr/>
          </p:nvSpPr>
          <p:spPr>
            <a:xfrm>
              <a:off x="8381347" y="1781643"/>
              <a:ext cx="74725" cy="16454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68"/>
            <p:cNvSpPr/>
            <p:nvPr/>
          </p:nvSpPr>
          <p:spPr>
            <a:xfrm>
              <a:off x="8334695" y="1789797"/>
              <a:ext cx="80918" cy="7665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68"/>
            <p:cNvSpPr/>
            <p:nvPr/>
          </p:nvSpPr>
          <p:spPr>
            <a:xfrm>
              <a:off x="8347922" y="1833742"/>
              <a:ext cx="58355" cy="44754"/>
            </a:xfrm>
            <a:custGeom>
              <a:avLst/>
              <a:gdLst/>
              <a:ahLst/>
              <a:cxnLst/>
              <a:rect l="l" t="t" r="r" b="b"/>
              <a:pathLst>
                <a:path w="1875" h="1438" extrusionOk="0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68"/>
            <p:cNvSpPr/>
            <p:nvPr/>
          </p:nvSpPr>
          <p:spPr>
            <a:xfrm>
              <a:off x="8363078" y="1819737"/>
              <a:ext cx="38156" cy="21412"/>
            </a:xfrm>
            <a:custGeom>
              <a:avLst/>
              <a:gdLst/>
              <a:ahLst/>
              <a:cxnLst/>
              <a:rect l="l" t="t" r="r" b="b"/>
              <a:pathLst>
                <a:path w="1226" h="688" extrusionOk="0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68"/>
            <p:cNvSpPr/>
            <p:nvPr/>
          </p:nvSpPr>
          <p:spPr>
            <a:xfrm>
              <a:off x="8325358" y="2125827"/>
              <a:ext cx="89104" cy="68501"/>
            </a:xfrm>
            <a:custGeom>
              <a:avLst/>
              <a:gdLst/>
              <a:ahLst/>
              <a:cxnLst/>
              <a:rect l="l" t="t" r="r" b="b"/>
              <a:pathLst>
                <a:path w="2863" h="2201" extrusionOk="0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68"/>
            <p:cNvSpPr/>
            <p:nvPr/>
          </p:nvSpPr>
          <p:spPr>
            <a:xfrm>
              <a:off x="8293084" y="2552081"/>
              <a:ext cx="130310" cy="138900"/>
            </a:xfrm>
            <a:custGeom>
              <a:avLst/>
              <a:gdLst/>
              <a:ahLst/>
              <a:cxnLst/>
              <a:rect l="l" t="t" r="r" b="b"/>
              <a:pathLst>
                <a:path w="4187" h="4463" extrusionOk="0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68"/>
            <p:cNvSpPr/>
            <p:nvPr/>
          </p:nvSpPr>
          <p:spPr>
            <a:xfrm>
              <a:off x="8324580" y="2684320"/>
              <a:ext cx="182440" cy="328311"/>
            </a:xfrm>
            <a:custGeom>
              <a:avLst/>
              <a:gdLst/>
              <a:ahLst/>
              <a:cxnLst/>
              <a:rect l="l" t="t" r="r" b="b"/>
              <a:pathLst>
                <a:path w="5862" h="10549" extrusionOk="0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68"/>
            <p:cNvSpPr/>
            <p:nvPr/>
          </p:nvSpPr>
          <p:spPr>
            <a:xfrm>
              <a:off x="8352590" y="2928196"/>
              <a:ext cx="105038" cy="125642"/>
            </a:xfrm>
            <a:custGeom>
              <a:avLst/>
              <a:gdLst/>
              <a:ahLst/>
              <a:cxnLst/>
              <a:rect l="l" t="t" r="r" b="b"/>
              <a:pathLst>
                <a:path w="3375" h="4037" extrusionOk="0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68"/>
            <p:cNvSpPr/>
            <p:nvPr/>
          </p:nvSpPr>
          <p:spPr>
            <a:xfrm>
              <a:off x="8372820" y="3062365"/>
              <a:ext cx="17117" cy="68874"/>
            </a:xfrm>
            <a:custGeom>
              <a:avLst/>
              <a:gdLst/>
              <a:ahLst/>
              <a:cxnLst/>
              <a:rect l="l" t="t" r="r" b="b"/>
              <a:pathLst>
                <a:path w="550" h="2213" extrusionOk="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68"/>
            <p:cNvSpPr/>
            <p:nvPr/>
          </p:nvSpPr>
          <p:spPr>
            <a:xfrm>
              <a:off x="8307867" y="2723628"/>
              <a:ext cx="120195" cy="101522"/>
            </a:xfrm>
            <a:custGeom>
              <a:avLst/>
              <a:gdLst/>
              <a:ahLst/>
              <a:cxnLst/>
              <a:rect l="l" t="t" r="r" b="b"/>
              <a:pathLst>
                <a:path w="3862" h="3262" extrusionOk="0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68"/>
            <p:cNvSpPr/>
            <p:nvPr/>
          </p:nvSpPr>
          <p:spPr>
            <a:xfrm>
              <a:off x="8254585" y="2706106"/>
              <a:ext cx="137686" cy="28415"/>
            </a:xfrm>
            <a:custGeom>
              <a:avLst/>
              <a:gdLst/>
              <a:ahLst/>
              <a:cxnLst/>
              <a:rect l="l" t="t" r="r" b="b"/>
              <a:pathLst>
                <a:path w="4424" h="913" extrusionOk="0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68"/>
            <p:cNvSpPr/>
            <p:nvPr/>
          </p:nvSpPr>
          <p:spPr>
            <a:xfrm>
              <a:off x="8240580" y="2719333"/>
              <a:ext cx="15188" cy="14814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68"/>
            <p:cNvSpPr/>
            <p:nvPr/>
          </p:nvSpPr>
          <p:spPr>
            <a:xfrm>
              <a:off x="8237468" y="2714291"/>
              <a:ext cx="21412" cy="27637"/>
            </a:xfrm>
            <a:custGeom>
              <a:avLst/>
              <a:gdLst/>
              <a:ahLst/>
              <a:cxnLst/>
              <a:rect l="l" t="t" r="r" b="b"/>
              <a:pathLst>
                <a:path w="688" h="888" extrusionOk="0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68"/>
            <p:cNvSpPr/>
            <p:nvPr/>
          </p:nvSpPr>
          <p:spPr>
            <a:xfrm>
              <a:off x="8460710" y="3015308"/>
              <a:ext cx="4295" cy="3548"/>
            </a:xfrm>
            <a:custGeom>
              <a:avLst/>
              <a:gdLst/>
              <a:ahLst/>
              <a:cxnLst/>
              <a:rect l="l" t="t" r="r" b="b"/>
              <a:pathLst>
                <a:path w="138" h="114" extrusionOk="0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68"/>
            <p:cNvSpPr/>
            <p:nvPr/>
          </p:nvSpPr>
          <p:spPr>
            <a:xfrm>
              <a:off x="8388754" y="3127722"/>
              <a:ext cx="21817" cy="52535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68"/>
            <p:cNvSpPr/>
            <p:nvPr/>
          </p:nvSpPr>
          <p:spPr>
            <a:xfrm>
              <a:off x="8382903" y="3128096"/>
              <a:ext cx="24556" cy="52535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68"/>
            <p:cNvSpPr/>
            <p:nvPr/>
          </p:nvSpPr>
          <p:spPr>
            <a:xfrm>
              <a:off x="8340515" y="3053028"/>
              <a:ext cx="37378" cy="41268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68"/>
            <p:cNvSpPr/>
            <p:nvPr/>
          </p:nvSpPr>
          <p:spPr>
            <a:xfrm>
              <a:off x="8340919" y="3053433"/>
              <a:ext cx="36195" cy="41237"/>
            </a:xfrm>
            <a:custGeom>
              <a:avLst/>
              <a:gdLst/>
              <a:ahLst/>
              <a:cxnLst/>
              <a:rect l="l" t="t" r="r" b="b"/>
              <a:pathLst>
                <a:path w="1163" h="1325" extrusionOk="0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68"/>
            <p:cNvSpPr/>
            <p:nvPr/>
          </p:nvSpPr>
          <p:spPr>
            <a:xfrm>
              <a:off x="8260405" y="2669537"/>
              <a:ext cx="107777" cy="47898"/>
            </a:xfrm>
            <a:custGeom>
              <a:avLst/>
              <a:gdLst/>
              <a:ahLst/>
              <a:cxnLst/>
              <a:rect l="l" t="t" r="r" b="b"/>
              <a:pathLst>
                <a:path w="3463" h="1539" extrusionOk="0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68"/>
            <p:cNvSpPr/>
            <p:nvPr/>
          </p:nvSpPr>
          <p:spPr>
            <a:xfrm>
              <a:off x="8242510" y="2656714"/>
              <a:ext cx="20634" cy="22190"/>
            </a:xfrm>
            <a:custGeom>
              <a:avLst/>
              <a:gdLst/>
              <a:ahLst/>
              <a:cxnLst/>
              <a:rect l="l" t="t" r="r" b="b"/>
              <a:pathLst>
                <a:path w="663" h="713" extrusionOk="0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68"/>
            <p:cNvSpPr/>
            <p:nvPr/>
          </p:nvSpPr>
          <p:spPr>
            <a:xfrm>
              <a:off x="8280635" y="2725962"/>
              <a:ext cx="101926" cy="37752"/>
            </a:xfrm>
            <a:custGeom>
              <a:avLst/>
              <a:gdLst/>
              <a:ahLst/>
              <a:cxnLst/>
              <a:rect l="l" t="t" r="r" b="b"/>
              <a:pathLst>
                <a:path w="3275" h="1213" extrusionOk="0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68"/>
            <p:cNvSpPr/>
            <p:nvPr/>
          </p:nvSpPr>
          <p:spPr>
            <a:xfrm>
              <a:off x="8268559" y="2759388"/>
              <a:ext cx="18331" cy="16370"/>
            </a:xfrm>
            <a:custGeom>
              <a:avLst/>
              <a:gdLst/>
              <a:ahLst/>
              <a:cxnLst/>
              <a:rect l="l" t="t" r="r" b="b"/>
              <a:pathLst>
                <a:path w="589" h="526" extrusionOk="0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68"/>
            <p:cNvSpPr/>
            <p:nvPr/>
          </p:nvSpPr>
          <p:spPr>
            <a:xfrm>
              <a:off x="8411318" y="2979517"/>
              <a:ext cx="75099" cy="295633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68"/>
            <p:cNvSpPr/>
            <p:nvPr/>
          </p:nvSpPr>
          <p:spPr>
            <a:xfrm>
              <a:off x="8356480" y="2632221"/>
              <a:ext cx="61467" cy="39308"/>
            </a:xfrm>
            <a:custGeom>
              <a:avLst/>
              <a:gdLst/>
              <a:ahLst/>
              <a:cxnLst/>
              <a:rect l="l" t="t" r="r" b="b"/>
              <a:pathLst>
                <a:path w="1975" h="1263" extrusionOk="0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68"/>
            <p:cNvSpPr/>
            <p:nvPr/>
          </p:nvSpPr>
          <p:spPr>
            <a:xfrm>
              <a:off x="8410136" y="2899034"/>
              <a:ext cx="39308" cy="77806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68"/>
            <p:cNvSpPr/>
            <p:nvPr/>
          </p:nvSpPr>
          <p:spPr>
            <a:xfrm>
              <a:off x="8442036" y="2897478"/>
              <a:ext cx="26859" cy="381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68"/>
            <p:cNvSpPr/>
            <p:nvPr/>
          </p:nvSpPr>
          <p:spPr>
            <a:xfrm>
              <a:off x="8270894" y="2598764"/>
              <a:ext cx="70430" cy="101148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68"/>
            <p:cNvSpPr/>
            <p:nvPr/>
          </p:nvSpPr>
          <p:spPr>
            <a:xfrm>
              <a:off x="8385642" y="2884251"/>
              <a:ext cx="19078" cy="3853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68"/>
            <p:cNvSpPr/>
            <p:nvPr/>
          </p:nvSpPr>
          <p:spPr>
            <a:xfrm>
              <a:off x="8377862" y="2883846"/>
              <a:ext cx="27263" cy="42420"/>
            </a:xfrm>
            <a:custGeom>
              <a:avLst/>
              <a:gdLst/>
              <a:ahLst/>
              <a:cxnLst/>
              <a:rect l="l" t="t" r="r" b="b"/>
              <a:pathLst>
                <a:path w="876" h="1363" extrusionOk="0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68"/>
            <p:cNvSpPr/>
            <p:nvPr/>
          </p:nvSpPr>
          <p:spPr>
            <a:xfrm>
              <a:off x="8381347" y="3178265"/>
              <a:ext cx="74321" cy="16454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68"/>
            <p:cNvSpPr/>
            <p:nvPr/>
          </p:nvSpPr>
          <p:spPr>
            <a:xfrm>
              <a:off x="8334695" y="3258001"/>
              <a:ext cx="80918" cy="76250"/>
            </a:xfrm>
            <a:custGeom>
              <a:avLst/>
              <a:gdLst/>
              <a:ahLst/>
              <a:cxnLst/>
              <a:rect l="l" t="t" r="r" b="b"/>
              <a:pathLst>
                <a:path w="2600" h="2450" extrusionOk="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68"/>
            <p:cNvSpPr/>
            <p:nvPr/>
          </p:nvSpPr>
          <p:spPr>
            <a:xfrm>
              <a:off x="8347922" y="3245552"/>
              <a:ext cx="57981" cy="44754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68"/>
            <p:cNvSpPr/>
            <p:nvPr/>
          </p:nvSpPr>
          <p:spPr>
            <a:xfrm>
              <a:off x="8363078" y="3283273"/>
              <a:ext cx="38530" cy="21817"/>
            </a:xfrm>
            <a:custGeom>
              <a:avLst/>
              <a:gdLst/>
              <a:ahLst/>
              <a:cxnLst/>
              <a:rect l="l" t="t" r="r" b="b"/>
              <a:pathLst>
                <a:path w="1238" h="701" extrusionOk="0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68"/>
            <p:cNvSpPr/>
            <p:nvPr/>
          </p:nvSpPr>
          <p:spPr>
            <a:xfrm>
              <a:off x="8325358" y="2929752"/>
              <a:ext cx="89104" cy="68874"/>
            </a:xfrm>
            <a:custGeom>
              <a:avLst/>
              <a:gdLst/>
              <a:ahLst/>
              <a:cxnLst/>
              <a:rect l="l" t="t" r="r" b="b"/>
              <a:pathLst>
                <a:path w="2863" h="2213" extrusionOk="0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68"/>
            <p:cNvSpPr/>
            <p:nvPr/>
          </p:nvSpPr>
          <p:spPr>
            <a:xfrm>
              <a:off x="8299308" y="2532256"/>
              <a:ext cx="19078" cy="24929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68"/>
            <p:cNvSpPr/>
            <p:nvPr/>
          </p:nvSpPr>
          <p:spPr>
            <a:xfrm>
              <a:off x="8295014" y="2531477"/>
              <a:ext cx="7438" cy="21039"/>
            </a:xfrm>
            <a:custGeom>
              <a:avLst/>
              <a:gdLst/>
              <a:ahLst/>
              <a:cxnLst/>
              <a:rect l="l" t="t" r="r" b="b"/>
              <a:pathLst>
                <a:path w="239" h="676" extrusionOk="0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68"/>
            <p:cNvSpPr/>
            <p:nvPr/>
          </p:nvSpPr>
          <p:spPr>
            <a:xfrm>
              <a:off x="8314870" y="2555193"/>
              <a:ext cx="9337" cy="11702"/>
            </a:xfrm>
            <a:custGeom>
              <a:avLst/>
              <a:gdLst/>
              <a:ahLst/>
              <a:cxnLst/>
              <a:rect l="l" t="t" r="r" b="b"/>
              <a:pathLst>
                <a:path w="300" h="376" extrusionOk="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68"/>
            <p:cNvSpPr/>
            <p:nvPr/>
          </p:nvSpPr>
          <p:spPr>
            <a:xfrm>
              <a:off x="8298126" y="2564156"/>
              <a:ext cx="19483" cy="25303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68"/>
            <p:cNvSpPr/>
            <p:nvPr/>
          </p:nvSpPr>
          <p:spPr>
            <a:xfrm>
              <a:off x="8292679" y="2558710"/>
              <a:ext cx="12480" cy="29971"/>
            </a:xfrm>
            <a:custGeom>
              <a:avLst/>
              <a:gdLst/>
              <a:ahLst/>
              <a:cxnLst/>
              <a:rect l="l" t="t" r="r" b="b"/>
              <a:pathLst>
                <a:path w="401" h="963" extrusionOk="0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68"/>
            <p:cNvSpPr/>
            <p:nvPr/>
          </p:nvSpPr>
          <p:spPr>
            <a:xfrm>
              <a:off x="8295418" y="2545483"/>
              <a:ext cx="10146" cy="17522"/>
            </a:xfrm>
            <a:custGeom>
              <a:avLst/>
              <a:gdLst/>
              <a:ahLst/>
              <a:cxnLst/>
              <a:rect l="l" t="t" r="r" b="b"/>
              <a:pathLst>
                <a:path w="326" h="563" extrusionOk="0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68"/>
            <p:cNvSpPr/>
            <p:nvPr/>
          </p:nvSpPr>
          <p:spPr>
            <a:xfrm>
              <a:off x="8277896" y="2552081"/>
              <a:ext cx="15592" cy="17927"/>
            </a:xfrm>
            <a:custGeom>
              <a:avLst/>
              <a:gdLst/>
              <a:ahLst/>
              <a:cxnLst/>
              <a:rect l="l" t="t" r="r" b="b"/>
              <a:pathLst>
                <a:path w="501" h="576" extrusionOk="0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68"/>
            <p:cNvSpPr/>
            <p:nvPr/>
          </p:nvSpPr>
          <p:spPr>
            <a:xfrm>
              <a:off x="701964" y="2552485"/>
              <a:ext cx="130310" cy="138495"/>
            </a:xfrm>
            <a:custGeom>
              <a:avLst/>
              <a:gdLst/>
              <a:ahLst/>
              <a:cxnLst/>
              <a:rect l="l" t="t" r="r" b="b"/>
              <a:pathLst>
                <a:path w="4187" h="4450" extrusionOk="0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68"/>
            <p:cNvSpPr/>
            <p:nvPr/>
          </p:nvSpPr>
          <p:spPr>
            <a:xfrm>
              <a:off x="617933" y="2684725"/>
              <a:ext cx="182845" cy="328280"/>
            </a:xfrm>
            <a:custGeom>
              <a:avLst/>
              <a:gdLst/>
              <a:ahLst/>
              <a:cxnLst/>
              <a:rect l="l" t="t" r="r" b="b"/>
              <a:pathLst>
                <a:path w="5875" h="10548" extrusionOk="0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68"/>
            <p:cNvSpPr/>
            <p:nvPr/>
          </p:nvSpPr>
          <p:spPr>
            <a:xfrm>
              <a:off x="667729" y="2928974"/>
              <a:ext cx="105817" cy="124863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68"/>
            <p:cNvSpPr/>
            <p:nvPr/>
          </p:nvSpPr>
          <p:spPr>
            <a:xfrm>
              <a:off x="735389" y="3062365"/>
              <a:ext cx="17148" cy="68874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68"/>
            <p:cNvSpPr/>
            <p:nvPr/>
          </p:nvSpPr>
          <p:spPr>
            <a:xfrm>
              <a:off x="697669" y="2722850"/>
              <a:ext cx="120226" cy="102300"/>
            </a:xfrm>
            <a:custGeom>
              <a:avLst/>
              <a:gdLst/>
              <a:ahLst/>
              <a:cxnLst/>
              <a:rect l="l" t="t" r="r" b="b"/>
              <a:pathLst>
                <a:path w="3863" h="3287" extrusionOk="0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68"/>
            <p:cNvSpPr/>
            <p:nvPr/>
          </p:nvSpPr>
          <p:spPr>
            <a:xfrm>
              <a:off x="732682" y="2706106"/>
              <a:ext cx="137717" cy="28415"/>
            </a:xfrm>
            <a:custGeom>
              <a:avLst/>
              <a:gdLst/>
              <a:ahLst/>
              <a:cxnLst/>
              <a:rect l="l" t="t" r="r" b="b"/>
              <a:pathLst>
                <a:path w="4425" h="913" extrusionOk="0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68"/>
            <p:cNvSpPr/>
            <p:nvPr/>
          </p:nvSpPr>
          <p:spPr>
            <a:xfrm>
              <a:off x="869590" y="2719333"/>
              <a:ext cx="15188" cy="14814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68"/>
            <p:cNvSpPr/>
            <p:nvPr/>
          </p:nvSpPr>
          <p:spPr>
            <a:xfrm>
              <a:off x="867255" y="2714291"/>
              <a:ext cx="20261" cy="22190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68"/>
            <p:cNvSpPr/>
            <p:nvPr/>
          </p:nvSpPr>
          <p:spPr>
            <a:xfrm>
              <a:off x="660726" y="3015308"/>
              <a:ext cx="3921" cy="3548"/>
            </a:xfrm>
            <a:custGeom>
              <a:avLst/>
              <a:gdLst/>
              <a:ahLst/>
              <a:cxnLst/>
              <a:rect l="l" t="t" r="r" b="b"/>
              <a:pathLst>
                <a:path w="126" h="114" extrusionOk="0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68"/>
            <p:cNvSpPr/>
            <p:nvPr/>
          </p:nvSpPr>
          <p:spPr>
            <a:xfrm>
              <a:off x="714786" y="3127722"/>
              <a:ext cx="21817" cy="52535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68"/>
            <p:cNvSpPr/>
            <p:nvPr/>
          </p:nvSpPr>
          <p:spPr>
            <a:xfrm>
              <a:off x="717899" y="3128096"/>
              <a:ext cx="24525" cy="52535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68"/>
            <p:cNvSpPr/>
            <p:nvPr/>
          </p:nvSpPr>
          <p:spPr>
            <a:xfrm>
              <a:off x="747465" y="3053028"/>
              <a:ext cx="37347" cy="41268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68"/>
            <p:cNvSpPr/>
            <p:nvPr/>
          </p:nvSpPr>
          <p:spPr>
            <a:xfrm>
              <a:off x="748243" y="3053433"/>
              <a:ext cx="36569" cy="41237"/>
            </a:xfrm>
            <a:custGeom>
              <a:avLst/>
              <a:gdLst/>
              <a:ahLst/>
              <a:cxnLst/>
              <a:rect l="l" t="t" r="r" b="b"/>
              <a:pathLst>
                <a:path w="1175" h="1325" extrusionOk="0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68"/>
            <p:cNvSpPr/>
            <p:nvPr/>
          </p:nvSpPr>
          <p:spPr>
            <a:xfrm>
              <a:off x="757175" y="2669537"/>
              <a:ext cx="108151" cy="47898"/>
            </a:xfrm>
            <a:custGeom>
              <a:avLst/>
              <a:gdLst/>
              <a:ahLst/>
              <a:cxnLst/>
              <a:rect l="l" t="t" r="r" b="b"/>
              <a:pathLst>
                <a:path w="3475" h="1539" extrusionOk="0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68"/>
            <p:cNvSpPr/>
            <p:nvPr/>
          </p:nvSpPr>
          <p:spPr>
            <a:xfrm>
              <a:off x="862182" y="2656714"/>
              <a:ext cx="20261" cy="22190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68"/>
            <p:cNvSpPr/>
            <p:nvPr/>
          </p:nvSpPr>
          <p:spPr>
            <a:xfrm>
              <a:off x="742797" y="2725962"/>
              <a:ext cx="102300" cy="381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68"/>
            <p:cNvSpPr/>
            <p:nvPr/>
          </p:nvSpPr>
          <p:spPr>
            <a:xfrm>
              <a:off x="838467" y="2759792"/>
              <a:ext cx="18705" cy="15966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68"/>
            <p:cNvSpPr/>
            <p:nvPr/>
          </p:nvSpPr>
          <p:spPr>
            <a:xfrm>
              <a:off x="638941" y="2979517"/>
              <a:ext cx="75099" cy="295633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68"/>
            <p:cNvSpPr/>
            <p:nvPr/>
          </p:nvSpPr>
          <p:spPr>
            <a:xfrm>
              <a:off x="707410" y="2631816"/>
              <a:ext cx="61467" cy="39712"/>
            </a:xfrm>
            <a:custGeom>
              <a:avLst/>
              <a:gdLst/>
              <a:ahLst/>
              <a:cxnLst/>
              <a:rect l="l" t="t" r="r" b="b"/>
              <a:pathLst>
                <a:path w="1975" h="1276" extrusionOk="0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68"/>
            <p:cNvSpPr/>
            <p:nvPr/>
          </p:nvSpPr>
          <p:spPr>
            <a:xfrm>
              <a:off x="675883" y="2899034"/>
              <a:ext cx="39339" cy="78180"/>
            </a:xfrm>
            <a:custGeom>
              <a:avLst/>
              <a:gdLst/>
              <a:ahLst/>
              <a:cxnLst/>
              <a:rect l="l" t="t" r="r" b="b"/>
              <a:pathLst>
                <a:path w="1264" h="2512" extrusionOk="0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68"/>
            <p:cNvSpPr/>
            <p:nvPr/>
          </p:nvSpPr>
          <p:spPr>
            <a:xfrm>
              <a:off x="656463" y="2897478"/>
              <a:ext cx="26859" cy="381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68"/>
            <p:cNvSpPr/>
            <p:nvPr/>
          </p:nvSpPr>
          <p:spPr>
            <a:xfrm>
              <a:off x="784812" y="2598764"/>
              <a:ext cx="70026" cy="101148"/>
            </a:xfrm>
            <a:custGeom>
              <a:avLst/>
              <a:gdLst/>
              <a:ahLst/>
              <a:cxnLst/>
              <a:rect l="l" t="t" r="r" b="b"/>
              <a:pathLst>
                <a:path w="2250" h="3250" extrusionOk="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68"/>
            <p:cNvSpPr/>
            <p:nvPr/>
          </p:nvSpPr>
          <p:spPr>
            <a:xfrm>
              <a:off x="721011" y="2884251"/>
              <a:ext cx="19078" cy="3853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68"/>
            <p:cNvSpPr/>
            <p:nvPr/>
          </p:nvSpPr>
          <p:spPr>
            <a:xfrm>
              <a:off x="720233" y="2883846"/>
              <a:ext cx="27263" cy="42825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68"/>
            <p:cNvSpPr/>
            <p:nvPr/>
          </p:nvSpPr>
          <p:spPr>
            <a:xfrm>
              <a:off x="669659" y="3178265"/>
              <a:ext cx="74725" cy="16454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68"/>
            <p:cNvSpPr/>
            <p:nvPr/>
          </p:nvSpPr>
          <p:spPr>
            <a:xfrm>
              <a:off x="709744" y="3258001"/>
              <a:ext cx="80918" cy="7665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68"/>
            <p:cNvSpPr/>
            <p:nvPr/>
          </p:nvSpPr>
          <p:spPr>
            <a:xfrm>
              <a:off x="719455" y="3245552"/>
              <a:ext cx="57981" cy="44754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68"/>
            <p:cNvSpPr/>
            <p:nvPr/>
          </p:nvSpPr>
          <p:spPr>
            <a:xfrm>
              <a:off x="724123" y="3283273"/>
              <a:ext cx="38530" cy="21443"/>
            </a:xfrm>
            <a:custGeom>
              <a:avLst/>
              <a:gdLst/>
              <a:ahLst/>
              <a:cxnLst/>
              <a:rect l="l" t="t" r="r" b="b"/>
              <a:pathLst>
                <a:path w="1238" h="689" extrusionOk="0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68"/>
            <p:cNvSpPr/>
            <p:nvPr/>
          </p:nvSpPr>
          <p:spPr>
            <a:xfrm>
              <a:off x="710896" y="2929752"/>
              <a:ext cx="89477" cy="68874"/>
            </a:xfrm>
            <a:custGeom>
              <a:avLst/>
              <a:gdLst/>
              <a:ahLst/>
              <a:cxnLst/>
              <a:rect l="l" t="t" r="r" b="b"/>
              <a:pathLst>
                <a:path w="2875" h="2213" extrusionOk="0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68"/>
            <p:cNvSpPr/>
            <p:nvPr/>
          </p:nvSpPr>
          <p:spPr>
            <a:xfrm>
              <a:off x="701964" y="2433473"/>
              <a:ext cx="130310" cy="138869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68"/>
            <p:cNvSpPr/>
            <p:nvPr/>
          </p:nvSpPr>
          <p:spPr>
            <a:xfrm>
              <a:off x="618338" y="2111822"/>
              <a:ext cx="182814" cy="327907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68"/>
            <p:cNvSpPr/>
            <p:nvPr/>
          </p:nvSpPr>
          <p:spPr>
            <a:xfrm>
              <a:off x="667324" y="2070616"/>
              <a:ext cx="105443" cy="125642"/>
            </a:xfrm>
            <a:custGeom>
              <a:avLst/>
              <a:gdLst/>
              <a:ahLst/>
              <a:cxnLst/>
              <a:rect l="l" t="t" r="r" b="b"/>
              <a:pathLst>
                <a:path w="3388" h="4037" extrusionOk="0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68"/>
            <p:cNvSpPr/>
            <p:nvPr/>
          </p:nvSpPr>
          <p:spPr>
            <a:xfrm>
              <a:off x="735389" y="1993214"/>
              <a:ext cx="17148" cy="68874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68"/>
            <p:cNvSpPr/>
            <p:nvPr/>
          </p:nvSpPr>
          <p:spPr>
            <a:xfrm>
              <a:off x="697295" y="2299304"/>
              <a:ext cx="120600" cy="101522"/>
            </a:xfrm>
            <a:custGeom>
              <a:avLst/>
              <a:gdLst/>
              <a:ahLst/>
              <a:cxnLst/>
              <a:rect l="l" t="t" r="r" b="b"/>
              <a:pathLst>
                <a:path w="3875" h="3262" extrusionOk="0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68"/>
            <p:cNvSpPr/>
            <p:nvPr/>
          </p:nvSpPr>
          <p:spPr>
            <a:xfrm>
              <a:off x="733055" y="2389901"/>
              <a:ext cx="137717" cy="28446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68"/>
            <p:cNvSpPr/>
            <p:nvPr/>
          </p:nvSpPr>
          <p:spPr>
            <a:xfrm>
              <a:off x="869590" y="2390306"/>
              <a:ext cx="15188" cy="14814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68"/>
            <p:cNvSpPr/>
            <p:nvPr/>
          </p:nvSpPr>
          <p:spPr>
            <a:xfrm>
              <a:off x="866073" y="2382525"/>
              <a:ext cx="21443" cy="27637"/>
            </a:xfrm>
            <a:custGeom>
              <a:avLst/>
              <a:gdLst/>
              <a:ahLst/>
              <a:cxnLst/>
              <a:rect l="l" t="t" r="r" b="b"/>
              <a:pathLst>
                <a:path w="689" h="888" extrusionOk="0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68"/>
            <p:cNvSpPr/>
            <p:nvPr/>
          </p:nvSpPr>
          <p:spPr>
            <a:xfrm>
              <a:off x="660726" y="2105597"/>
              <a:ext cx="3921" cy="3921"/>
            </a:xfrm>
            <a:custGeom>
              <a:avLst/>
              <a:gdLst/>
              <a:ahLst/>
              <a:cxnLst/>
              <a:rect l="l" t="t" r="r" b="b"/>
              <a:pathLst>
                <a:path w="126" h="126" extrusionOk="0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68"/>
            <p:cNvSpPr/>
            <p:nvPr/>
          </p:nvSpPr>
          <p:spPr>
            <a:xfrm>
              <a:off x="714786" y="1944196"/>
              <a:ext cx="21817" cy="52535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68"/>
            <p:cNvSpPr/>
            <p:nvPr/>
          </p:nvSpPr>
          <p:spPr>
            <a:xfrm>
              <a:off x="717899" y="1943822"/>
              <a:ext cx="24525" cy="52535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68"/>
            <p:cNvSpPr/>
            <p:nvPr/>
          </p:nvSpPr>
          <p:spPr>
            <a:xfrm>
              <a:off x="747465" y="2030156"/>
              <a:ext cx="37347" cy="41268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1" name="Google Shape;4821;p68"/>
            <p:cNvSpPr/>
            <p:nvPr/>
          </p:nvSpPr>
          <p:spPr>
            <a:xfrm>
              <a:off x="748243" y="2029752"/>
              <a:ext cx="36195" cy="41673"/>
            </a:xfrm>
            <a:custGeom>
              <a:avLst/>
              <a:gdLst/>
              <a:ahLst/>
              <a:cxnLst/>
              <a:rect l="l" t="t" r="r" b="b"/>
              <a:pathLst>
                <a:path w="1163" h="1339" extrusionOk="0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2" name="Google Shape;4822;p68"/>
            <p:cNvSpPr/>
            <p:nvPr/>
          </p:nvSpPr>
          <p:spPr>
            <a:xfrm>
              <a:off x="757175" y="2407019"/>
              <a:ext cx="108151" cy="47866"/>
            </a:xfrm>
            <a:custGeom>
              <a:avLst/>
              <a:gdLst/>
              <a:ahLst/>
              <a:cxnLst/>
              <a:rect l="l" t="t" r="r" b="b"/>
              <a:pathLst>
                <a:path w="3475" h="1538" extrusionOk="0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68"/>
            <p:cNvSpPr/>
            <p:nvPr/>
          </p:nvSpPr>
          <p:spPr>
            <a:xfrm>
              <a:off x="862182" y="2445517"/>
              <a:ext cx="20665" cy="22221"/>
            </a:xfrm>
            <a:custGeom>
              <a:avLst/>
              <a:gdLst/>
              <a:ahLst/>
              <a:cxnLst/>
              <a:rect l="l" t="t" r="r" b="b"/>
              <a:pathLst>
                <a:path w="664" h="714" extrusionOk="0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68"/>
            <p:cNvSpPr/>
            <p:nvPr/>
          </p:nvSpPr>
          <p:spPr>
            <a:xfrm>
              <a:off x="742797" y="2360366"/>
              <a:ext cx="102300" cy="381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68"/>
            <p:cNvSpPr/>
            <p:nvPr/>
          </p:nvSpPr>
          <p:spPr>
            <a:xfrm>
              <a:off x="838467" y="2348695"/>
              <a:ext cx="18705" cy="15966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68"/>
            <p:cNvSpPr/>
            <p:nvPr/>
          </p:nvSpPr>
          <p:spPr>
            <a:xfrm>
              <a:off x="638941" y="1849303"/>
              <a:ext cx="75099" cy="295602"/>
            </a:xfrm>
            <a:custGeom>
              <a:avLst/>
              <a:gdLst/>
              <a:ahLst/>
              <a:cxnLst/>
              <a:rect l="l" t="t" r="r" b="b"/>
              <a:pathLst>
                <a:path w="2413" h="9498" extrusionOk="0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68"/>
            <p:cNvSpPr/>
            <p:nvPr/>
          </p:nvSpPr>
          <p:spPr>
            <a:xfrm>
              <a:off x="707410" y="2452924"/>
              <a:ext cx="61467" cy="39681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68"/>
            <p:cNvSpPr/>
            <p:nvPr/>
          </p:nvSpPr>
          <p:spPr>
            <a:xfrm>
              <a:off x="675883" y="2147613"/>
              <a:ext cx="39339" cy="77806"/>
            </a:xfrm>
            <a:custGeom>
              <a:avLst/>
              <a:gdLst/>
              <a:ahLst/>
              <a:cxnLst/>
              <a:rect l="l" t="t" r="r" b="b"/>
              <a:pathLst>
                <a:path w="1264" h="2500" extrusionOk="0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68"/>
            <p:cNvSpPr/>
            <p:nvPr/>
          </p:nvSpPr>
          <p:spPr>
            <a:xfrm>
              <a:off x="656463" y="2188850"/>
              <a:ext cx="26859" cy="381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68"/>
            <p:cNvSpPr/>
            <p:nvPr/>
          </p:nvSpPr>
          <p:spPr>
            <a:xfrm>
              <a:off x="784407" y="2424541"/>
              <a:ext cx="70430" cy="101148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68"/>
            <p:cNvSpPr/>
            <p:nvPr/>
          </p:nvSpPr>
          <p:spPr>
            <a:xfrm>
              <a:off x="720637" y="2201672"/>
              <a:ext cx="19078" cy="3853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68"/>
            <p:cNvSpPr/>
            <p:nvPr/>
          </p:nvSpPr>
          <p:spPr>
            <a:xfrm>
              <a:off x="720233" y="2197782"/>
              <a:ext cx="27263" cy="42825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68"/>
            <p:cNvSpPr/>
            <p:nvPr/>
          </p:nvSpPr>
          <p:spPr>
            <a:xfrm>
              <a:off x="669659" y="1781643"/>
              <a:ext cx="74321" cy="16454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68"/>
            <p:cNvSpPr/>
            <p:nvPr/>
          </p:nvSpPr>
          <p:spPr>
            <a:xfrm>
              <a:off x="709744" y="1790171"/>
              <a:ext cx="80918" cy="76281"/>
            </a:xfrm>
            <a:custGeom>
              <a:avLst/>
              <a:gdLst/>
              <a:ahLst/>
              <a:cxnLst/>
              <a:rect l="l" t="t" r="r" b="b"/>
              <a:pathLst>
                <a:path w="2600" h="2451" extrusionOk="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68"/>
            <p:cNvSpPr/>
            <p:nvPr/>
          </p:nvSpPr>
          <p:spPr>
            <a:xfrm>
              <a:off x="719455" y="1833742"/>
              <a:ext cx="58386" cy="44754"/>
            </a:xfrm>
            <a:custGeom>
              <a:avLst/>
              <a:gdLst/>
              <a:ahLst/>
              <a:cxnLst/>
              <a:rect l="l" t="t" r="r" b="b"/>
              <a:pathLst>
                <a:path w="1876" h="1438" extrusionOk="0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68"/>
            <p:cNvSpPr/>
            <p:nvPr/>
          </p:nvSpPr>
          <p:spPr>
            <a:xfrm>
              <a:off x="724123" y="1819364"/>
              <a:ext cx="38530" cy="21786"/>
            </a:xfrm>
            <a:custGeom>
              <a:avLst/>
              <a:gdLst/>
              <a:ahLst/>
              <a:cxnLst/>
              <a:rect l="l" t="t" r="r" b="b"/>
              <a:pathLst>
                <a:path w="1238" h="700" extrusionOk="0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68"/>
            <p:cNvSpPr/>
            <p:nvPr/>
          </p:nvSpPr>
          <p:spPr>
            <a:xfrm>
              <a:off x="711301" y="2125827"/>
              <a:ext cx="89073" cy="68874"/>
            </a:xfrm>
            <a:custGeom>
              <a:avLst/>
              <a:gdLst/>
              <a:ahLst/>
              <a:cxnLst/>
              <a:rect l="l" t="t" r="r" b="b"/>
              <a:pathLst>
                <a:path w="2862" h="2213" extrusionOk="0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68"/>
            <p:cNvSpPr/>
            <p:nvPr/>
          </p:nvSpPr>
          <p:spPr>
            <a:xfrm>
              <a:off x="806971" y="2567268"/>
              <a:ext cx="19078" cy="24929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68"/>
            <p:cNvSpPr/>
            <p:nvPr/>
          </p:nvSpPr>
          <p:spPr>
            <a:xfrm>
              <a:off x="823310" y="2571532"/>
              <a:ext cx="7407" cy="21039"/>
            </a:xfrm>
            <a:custGeom>
              <a:avLst/>
              <a:gdLst/>
              <a:ahLst/>
              <a:cxnLst/>
              <a:rect l="l" t="t" r="r" b="b"/>
              <a:pathLst>
                <a:path w="238" h="676" extrusionOk="0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68"/>
            <p:cNvSpPr/>
            <p:nvPr/>
          </p:nvSpPr>
          <p:spPr>
            <a:xfrm>
              <a:off x="801120" y="2557527"/>
              <a:ext cx="9368" cy="11702"/>
            </a:xfrm>
            <a:custGeom>
              <a:avLst/>
              <a:gdLst/>
              <a:ahLst/>
              <a:cxnLst/>
              <a:rect l="l" t="t" r="r" b="b"/>
              <a:pathLst>
                <a:path w="301" h="376" extrusionOk="0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68"/>
            <p:cNvSpPr/>
            <p:nvPr/>
          </p:nvSpPr>
          <p:spPr>
            <a:xfrm>
              <a:off x="808123" y="2534994"/>
              <a:ext cx="19483" cy="25303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4842;p68"/>
            <p:cNvSpPr/>
            <p:nvPr/>
          </p:nvSpPr>
          <p:spPr>
            <a:xfrm>
              <a:off x="820198" y="2535368"/>
              <a:ext cx="12854" cy="30376"/>
            </a:xfrm>
            <a:custGeom>
              <a:avLst/>
              <a:gdLst/>
              <a:ahLst/>
              <a:cxnLst/>
              <a:rect l="l" t="t" r="r" b="b"/>
              <a:pathLst>
                <a:path w="413" h="976" extrusionOk="0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68"/>
            <p:cNvSpPr/>
            <p:nvPr/>
          </p:nvSpPr>
          <p:spPr>
            <a:xfrm>
              <a:off x="819794" y="2561417"/>
              <a:ext cx="10146" cy="17553"/>
            </a:xfrm>
            <a:custGeom>
              <a:avLst/>
              <a:gdLst/>
              <a:ahLst/>
              <a:cxnLst/>
              <a:rect l="l" t="t" r="r" b="b"/>
              <a:pathLst>
                <a:path w="326" h="564" extrusionOk="0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68"/>
            <p:cNvSpPr/>
            <p:nvPr/>
          </p:nvSpPr>
          <p:spPr>
            <a:xfrm>
              <a:off x="831869" y="2554415"/>
              <a:ext cx="15561" cy="17927"/>
            </a:xfrm>
            <a:custGeom>
              <a:avLst/>
              <a:gdLst/>
              <a:ahLst/>
              <a:cxnLst/>
              <a:rect l="l" t="t" r="r" b="b"/>
              <a:pathLst>
                <a:path w="500" h="576" extrusionOk="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800" fill="hold"/>
                                        <p:tgtEl>
                                          <p:spTgt spid="45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45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800"/>
                                        <p:tgtEl>
                                          <p:spTgt spid="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5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4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4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" grpId="0" animBg="1"/>
      <p:bldP spid="45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39"/>
          <p:cNvSpPr txBox="1">
            <a:spLocks noGrp="1"/>
          </p:cNvSpPr>
          <p:nvPr>
            <p:ph type="title"/>
          </p:nvPr>
        </p:nvSpPr>
        <p:spPr>
          <a:xfrm>
            <a:off x="1144550" y="597425"/>
            <a:ext cx="6855300" cy="9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Quellen (Auswahl, IEEE)</a:t>
            </a:r>
            <a:endParaRPr/>
          </a:p>
        </p:txBody>
      </p:sp>
      <p:sp>
        <p:nvSpPr>
          <p:cNvPr id="2341" name="Google Shape;2341;p39"/>
          <p:cNvSpPr txBox="1">
            <a:spLocks noGrp="1"/>
          </p:cNvSpPr>
          <p:nvPr>
            <p:ph type="subTitle" idx="1"/>
          </p:nvPr>
        </p:nvSpPr>
        <p:spPr>
          <a:xfrm>
            <a:off x="4825664" y="1600200"/>
            <a:ext cx="3174000" cy="2651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[15] P. A. David, “Heroes, herds and hysteresis in technological history,” Ind. Corp. Change, vol. 1, no. 1, 1992.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[18] P. Bairoch, “International industrialization levels from 1750 to 1980,” J. Eur. Econ. Hist., vol. 11, no. 2, 1982.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[19] W. D. Devine, Jr., “From shafts to wires,” J. Econ. Hist., vol. 43, no. 2, 1983.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[20] P. A. David, “The dynamo and the computer,” Am. Econ. Rev., vol. 80, no. 2, 1990.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[25] Thomas A. Edison Papers, “Myth buster: Topsy the elephant,” Rutgers Univ., online.</a:t>
            </a:r>
            <a:endParaRPr/>
          </a:p>
        </p:txBody>
      </p:sp>
      <p:sp>
        <p:nvSpPr>
          <p:cNvPr id="2342" name="Google Shape;2342;p39"/>
          <p:cNvSpPr txBox="1">
            <a:spLocks noGrp="1"/>
          </p:cNvSpPr>
          <p:nvPr>
            <p:ph type="subTitle" idx="2"/>
          </p:nvPr>
        </p:nvSpPr>
        <p:spPr>
          <a:xfrm>
            <a:off x="1144550" y="1600200"/>
            <a:ext cx="3174000" cy="2651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[2] Thomas A. Edison Papers, “The current wars,” Rutgers Univ., online.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[3] J. Jonnes, Empires of Light. New York: Random House, 2003.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[4] W. B. Carlson, Tesla: Inventor of the Electrical Age. Princeton Univ. Press, 2013.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[5] T. P. Hughes, “Harold P. Brown and the executioner’s current,” Bus. Hist. Rev., vol. 32, no. 2, 1958.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[10] B. M. Cole and D. Chandler, “A model of competitive impression management,” Adm. Sci. Q., vol. 64, no. 4, 2019.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Reconstruction Era and the Gilded Age - History - 11th Grade Blue Variant by Slidesgo">
  <a:themeElements>
    <a:clrScheme name="Simple Light">
      <a:dk1>
        <a:srgbClr val="0A1A35"/>
      </a:dk1>
      <a:lt1>
        <a:srgbClr val="C2CFDE"/>
      </a:lt1>
      <a:dk2>
        <a:srgbClr val="4E5B9B"/>
      </a:dk2>
      <a:lt2>
        <a:srgbClr val="111872"/>
      </a:lt2>
      <a:accent1>
        <a:srgbClr val="0A1C5E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1A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1668</Words>
  <Application>Microsoft Office PowerPoint</Application>
  <PresentationFormat>On-screen Show (16:9)</PresentationFormat>
  <Paragraphs>285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Source Sans 3 Light</vt:lpstr>
      <vt:lpstr>Source Sans 3</vt:lpstr>
      <vt:lpstr>Nunito Light</vt:lpstr>
      <vt:lpstr>Anaheim</vt:lpstr>
      <vt:lpstr>Libre Baskerville</vt:lpstr>
      <vt:lpstr>Source Sans Pro</vt:lpstr>
      <vt:lpstr>Arial</vt:lpstr>
      <vt:lpstr>Reconstruction Era and the Gilded Age - History - 11th Grade Blue Variant by Slidesgo</vt:lpstr>
      <vt:lpstr>Reconstruction Era &amp; the Gilded Age - History -</vt:lpstr>
      <vt:lpstr>Contents of this template</vt:lpstr>
      <vt:lpstr>Table of contents</vt:lpstr>
      <vt:lpstr>- Whoa! -</vt:lpstr>
      <vt:lpstr>Introduction</vt:lpstr>
      <vt:lpstr>Introduction to Reconstruction Era &amp; the Gilded Age</vt:lpstr>
      <vt:lpstr>The Reconstruction Era (1865-1877)</vt:lpstr>
      <vt:lpstr>Context and background</vt:lpstr>
      <vt:lpstr>Lincoln's reconstruction plan</vt:lpstr>
      <vt:lpstr>Presidential reconstruction</vt:lpstr>
      <vt:lpstr>The Gilded Age (1877-1900)</vt:lpstr>
      <vt:lpstr>Technological innovations and inventions</vt:lpstr>
      <vt:lpstr>Awesome words</vt:lpstr>
      <vt:lpstr>—Someone Famous</vt:lpstr>
      <vt:lpstr>A picture is worth a thousand words</vt:lpstr>
      <vt:lpstr>A picture always reinforces  the concept</vt:lpstr>
      <vt:lpstr>Comparison</vt:lpstr>
      <vt:lpstr>98,300,000</vt:lpstr>
      <vt:lpstr>9h 55m 23s</vt:lpstr>
      <vt:lpstr>Workforce distribution in the Gilded Age</vt:lpstr>
      <vt:lpstr>Computer mockup</vt:lpstr>
      <vt:lpstr>Tablet mockup</vt:lpstr>
      <vt:lpstr>Phone mockup</vt:lpstr>
      <vt:lpstr>The Gilded Age: 1870-1900</vt:lpstr>
      <vt:lpstr>Reconstruction era &amp; Gilded Age timeline</vt:lpstr>
      <vt:lpstr>The key aspects</vt:lpstr>
      <vt:lpstr>Reconstruction amendments</vt:lpstr>
      <vt:lpstr>Immigration to the US, 1871 -1920</vt:lpstr>
      <vt:lpstr>American become urbanized</vt:lpstr>
      <vt:lpstr> Exercise 1: Answer this questions</vt:lpstr>
      <vt:lpstr> Exercise 2: True or False</vt:lpstr>
      <vt:lpstr> Exercise 3: Multiple choice</vt:lpstr>
      <vt:lpstr> Exercise 4: Fill in the blank</vt:lpstr>
      <vt:lpstr>Our team</vt:lpstr>
      <vt:lpstr>Thanks!</vt:lpstr>
      <vt:lpstr>Alternative resources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Simon Bruder (s)</cp:lastModifiedBy>
  <cp:revision>1</cp:revision>
  <dcterms:modified xsi:type="dcterms:W3CDTF">2026-10-01T11:58:51Z</dcterms:modified>
</cp:coreProperties>
</file>