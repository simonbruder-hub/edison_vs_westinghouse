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39"/>
  </p:notesMasterIdLst>
  <p:sldIdLst>
    <p:sldId id="256" r:id="rId2"/>
    <p:sldId id="259" r:id="rId5"/>
    <p:sldId id="272" r:id="rId18"/>
    <p:sldId id="266" r:id="rId12"/>
    <p:sldId id="280" r:id="rId26"/>
    <p:sldId id="293" r:id="rId57"/>
    <p:sldId id="264" r:id="rId10"/>
    <p:sldId id="284" r:id="rId30"/>
    <p:sldId id="274" r:id="rId20"/>
    <p:sldId id="285" r:id="rId31"/>
    <p:sldId id="261" r:id="rId7"/>
    <p:sldId id="290" r:id="rId36"/>
    <p:sldId id="294" r:id="rId58"/>
  </p:sldIdLst>
  <p:sldSz cx="9144000" cy="5143500" type="screen16x9"/>
  <p:notesSz cx="6858000" cy="9144000"/>
  <p:embeddedFontLst>
    <p:embeddedFont>
      <p:font typeface="Anaheim" panose="020B0604020202020204" charset="0"/>
      <p:regular r:id="rId40"/>
      <p:bold r:id="rId41"/>
    </p:embeddedFont>
    <p:embeddedFont>
      <p:font typeface="Libre Baskerville" panose="020F0502020204030204" pitchFamily="2" charset="0"/>
      <p:regular r:id="rId42"/>
      <p:bold r:id="rId43"/>
      <p:italic r:id="rId44"/>
      <p:boldItalic r:id="rId45"/>
    </p:embeddedFont>
    <p:embeddedFont>
      <p:font typeface="Nunito Light" pitchFamily="2" charset="0"/>
      <p:regular r:id="rId46"/>
    </p:embeddedFont>
    <p:embeddedFont>
      <p:font typeface="Source Sans 3" panose="020B0604020202020204" charset="0"/>
      <p:regular r:id="rId47"/>
      <p:bold r:id="rId48"/>
      <p:italic r:id="rId49"/>
      <p:boldItalic r:id="rId50"/>
    </p:embeddedFont>
    <p:embeddedFont>
      <p:font typeface="Source Sans Pro" panose="020B0503030403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02D88B3-22BB-41FE-A7F5-9A3F9A6575C7}">
  <a:tblStyle styleId="{A02D88B3-22BB-41FE-A7F5-9A3F9A6575C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3A605CF-E138-47C1-8A13-604126F4E997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68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2.xml"/><Relationship Id="rId7" Type="http://schemas.openxmlformats.org/officeDocument/2006/relationships/slide" Target="slides/slide11.xml"/><Relationship Id="rId10" Type="http://schemas.openxmlformats.org/officeDocument/2006/relationships/slide" Target="slides/slide7.xml"/><Relationship Id="rId12" Type="http://schemas.openxmlformats.org/officeDocument/2006/relationships/slide" Target="slides/slide4.xml"/><Relationship Id="rId18" Type="http://schemas.openxmlformats.org/officeDocument/2006/relationships/slide" Target="slides/slide3.xml"/><Relationship Id="rId20" Type="http://schemas.openxmlformats.org/officeDocument/2006/relationships/slide" Target="slides/slide9.xml"/><Relationship Id="rId26" Type="http://schemas.openxmlformats.org/officeDocument/2006/relationships/slide" Target="slides/slide5.xml"/><Relationship Id="rId30" Type="http://schemas.openxmlformats.org/officeDocument/2006/relationships/slide" Target="slides/slide8.xml"/><Relationship Id="rId31" Type="http://schemas.openxmlformats.org/officeDocument/2006/relationships/slide" Target="slides/slide10.xml"/><Relationship Id="rId36" Type="http://schemas.openxmlformats.org/officeDocument/2006/relationships/slide" Target="slides/slide12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font" Target="fonts/font4.fntdata"/><Relationship Id="rId44" Type="http://schemas.openxmlformats.org/officeDocument/2006/relationships/font" Target="fonts/font5.fntdata"/><Relationship Id="rId45" Type="http://schemas.openxmlformats.org/officeDocument/2006/relationships/font" Target="fonts/font6.fntdata"/><Relationship Id="rId46" Type="http://schemas.openxmlformats.org/officeDocument/2006/relationships/font" Target="fonts/font7.fntdata"/><Relationship Id="rId47" Type="http://schemas.openxmlformats.org/officeDocument/2006/relationships/font" Target="fonts/font8.fntdata"/><Relationship Id="rId48" Type="http://schemas.openxmlformats.org/officeDocument/2006/relationships/font" Target="fonts/font9.fntdata"/><Relationship Id="rId49" Type="http://schemas.openxmlformats.org/officeDocument/2006/relationships/font" Target="fonts/font10.fntdata"/><Relationship Id="rId50" Type="http://schemas.openxmlformats.org/officeDocument/2006/relationships/font" Target="fonts/font11.fntdata"/><Relationship Id="rId51" Type="http://schemas.openxmlformats.org/officeDocument/2006/relationships/font" Target="fonts/font12.fntdata"/><Relationship Id="rId52" Type="http://schemas.openxmlformats.org/officeDocument/2006/relationships/font" Target="fonts/font13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6.xml"/><Relationship Id="rId58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8" name="Google Shape;888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Titelfolie – kurz begrüssen, Thema nennen, direkt zum Einstieg weiter.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Google Shape;1404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5" name="Google Shape;1405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[0:00–0:45] Einstieg</a:t>
            </a:r>
          </a:p>
          <a:p>
            <a:r>
              <a:t>Auburn, New York, 6. August 1890: William Kemmler wird als erster Mensch auf dem elektrischen Stuhl hingerichtet. Der Generator stammt von Westinghouse – beschafft hatte ihn aber das Lager um Edison, um Wechselstrom als «Todesstrom» abzustempeln.</a:t>
            </a:r>
          </a:p>
          <a:p>
            <a:r>
              <a:t>Leitfrage: Warum setzte sich in den USA trotzdem der Wechselstrom durch – und was zeigt der Konflikt über den Aufstieg der USA zur führenden Industriemacht?</a:t>
            </a:r>
          </a:p>
          <a:p>
            <a:r>
              <a:t>These: Entschieden haben nicht Propaganda oder Genies, sondern Kosten, Kapital und Netzlogik.</a:t>
            </a:r>
          </a:p>
          <a:p>
            <a:r>
              <a:t>Quellen: [6], [9].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7" name="Google Shape;2337;g14072739ea5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8" name="Google Shape;2338;g14072739ea5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[9:30–10:00] Fazit</a:t>
            </a:r>
          </a:p>
          <a:p>
            <a:r>
              <a:t>Zurück zur Leitfrage: Wechselstrom gewann, weil er sich billiger skalieren liess und weil das grosse Kapital – J. P. Morgan und GE – am Ende darauf setzte. Die Angstkampagne hat daran nichts geändert.</a:t>
            </a:r>
          </a:p>
          <a:p>
            <a:r>
              <a:t>Für die «Weltmacht USA»: Der Stromkrieg steht am Anfang eines Musters – Standardkriege, die mit Kapital entschieden werden, und Grosskonzerne, die danach den Markt aufteilen.</a:t>
            </a:r>
          </a:p>
          <a:p>
            <a:r>
              <a:t>Pointe: Heute kehrt der Gleichstrom für lange Strecken zurück – mit HGÜ, zuerst 1954 auf Gotland, gebaut von ASEA, heute wie die BBC Teil von ABB.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" name="Google Shape;2375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6" name="Google Shape;2376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[5:30–6:30] Warum Wechselstrom gewann</a:t>
            </a:r>
          </a:p>
          <a:p>
            <a:r>
              <a:t>Erstens Kosten: Wenige grosse Kraftwerke und dünnere Leitungen waren billiger als viele kleine Gleichstromzentralen.</a:t>
            </a:r>
          </a:p>
          <a:p>
            <a:r>
              <a:t>Zweitens: Die Angstkampagne scheiterte. Cole und Chandler (2019) beschreiben sie als «kompetitives Impression Management» – Edisons Lager wollte das Bild des Konkurrenzprodukts beschädigen, schaffte es aber nicht, Wechselstrom in der Öffentlichkeit dauerhaft mit dem Tod zu verknüpfen.</a:t>
            </a:r>
          </a:p>
          <a:p>
            <a:r>
              <a:t>Drittens der Schweizer Bezug: 1891 übertragen AEG und die Maschinenfabrik Oerlikon Drehstrom über 175 km von Lauffen nach Frankfurt. Der Oerlikon-Ingenieur Charles E. L. Brown gründet im selben Jahr in Baden die BBC – heute ABB.</a:t>
            </a:r>
          </a:p>
          <a:p>
            <a:r>
              <a:t>Kein K.-o.-Sieg: Umformer verbanden alte und neue Netze; in Manhattan lief Gleichstrom bis 2007 [12]–[14].</a:t>
            </a:r>
          </a:p>
          <a:p>
            <a:r>
              <a:t>Deutung: Paul David nennt das Pfadabhängigkeit – ein Standard setzt sich in einem kurzen, offenen Zeitfenster durch und verfestigt sich dann [15].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" name="Google Shape;2426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7" name="Google Shape;2427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[1:45–3:00] Akteure</a:t>
            </a:r>
          </a:p>
          <a:p>
            <a:r>
              <a:t>Im Kern stritten zwei Aktiengesellschaften mit ihren Investoren, nicht bloss zwei Erfinder [2].</a:t>
            </a:r>
          </a:p>
          <a:p>
            <a:r>
              <a:t>Edison (1847–1931) hatte viel Geld und Ruf in Gleichstrom-Kraftwerke gesteckt. Seine Warnungen vor Hochspannung waren nicht nur Taktik – er hielt sie auch für gefährlich.</a:t>
            </a:r>
          </a:p>
          <a:p>
            <a:r>
              <a:t>Westinghouse (1846–1914), bekannt durch die Druckluftbremse, war Industrieller: Er kaufte die nötigen Patente zu, darunter 1888 Teslas Motorpatente.</a:t>
            </a:r>
          </a:p>
          <a:p>
            <a:r>
              <a:t>Tesla (1856–1943), 1884 kurz bei Edison, lieferte mit dem Wechselstrommotor das fehlende Stück für Fabriken.</a:t>
            </a:r>
          </a:p>
          <a:p>
            <a:r>
              <a:t>Harold P. Brown war das öffentliche Gesicht der Kampagne gegen Wechselstrom; Edisons Labor half im Hintergrund.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[4:15–5:30] Verlauf, Teil 2</a:t>
            </a:r>
          </a:p>
          <a:p>
            <a:r>
              <a:t>Phase 3: Jetzt entscheiden Markt und Kapital.</a:t>
            </a:r>
          </a:p>
          <a:p>
            <a:r>
              <a:t>1891 ist Westinghouse finanziell unter Druck; Tesla verzichtet auf seine Lizenzgebühren.</a:t>
            </a:r>
          </a:p>
          <a:p>
            <a:r>
              <a:t>Wendepunkt 1892: Der Bankier J. P. Morgan fusioniert Edisons Firma mit Thomson-Houston zu General Electric. Edison verliert die Kontrolle – und GE setzt ebenfalls auf Wechselstrom. Damit ist der Systemstreit faktisch entschieden.</a:t>
            </a:r>
          </a:p>
          <a:p>
            <a:r>
              <a:t>1893 beleuchtet Westinghouse die Weltausstellung in Chicago, deutlich günstiger als GE. 1896 fliesst Strom von den Niagarafällen nach Buffalo; im selben Jahr teilen GE und Westinghouse ihre Patente – aus Rivalen wird ein Duopol.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Anhang – nur bei Nachfragen zeigen. Vollständiges IEEE-Verzeichnis (30 Einträge) im Handout; Nummern identisch.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7" name="Google Shape;3477;g258a3198316_0_9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8" name="Google Shape;3478;g258a3198316_0_9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[0:45–1:45] Technik</a:t>
            </a:r>
          </a:p>
          <a:p>
            <a:r>
              <a:t>Kernidee: Strom lässt sich nur mit hoher Spannung billig über weite Strecken schicken.</a:t>
            </a:r>
          </a:p>
          <a:p>
            <a:r>
              <a:t>Der Verlust in der Leitung wächst mit dem Quadrat der Stromstärke. Zehnfache Spannung heisst bei gleicher Leistung ein Zehntel des Stroms – und nur noch ein Hundertstel des Verlusts.</a:t>
            </a:r>
          </a:p>
          <a:p>
            <a:r>
              <a:t>Um 1890 liess sich nur Wechselstrom mit Transformatoren hoch- und heruntersetzen. Edisons Gleichstrom brauchte viele kleine Kraftwerke mitten in der Stadt und viel Kupfer.</a:t>
            </a:r>
          </a:p>
          <a:p>
            <a:r>
              <a:t>Quellen: [1]–[3].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9" name="Google Shape;3949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0" name="Google Shape;3950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[7:30–8:30] Bedeutung für die USA (2)</a:t>
            </a:r>
          </a:p>
          <a:p>
            <a:r>
              <a:t>Fabriken: 1899 lieferten Elektromotoren knapp 5 Prozent der Antriebsleistung der US-Industrie, 1929 rund 78 Prozent.</a:t>
            </a:r>
          </a:p>
          <a:p>
            <a:r>
              <a:t>Die Produktivität wuchs vor 1919 um 1,3 Prozent pro Jahr, danach um 3,1 Prozent. Paul David erklärt die Verzögerung: Erst als Fabriken um viele Elektromotoren herum neu gebaut wurden, zahlte sich die Technik aus.</a:t>
            </a:r>
          </a:p>
          <a:p>
            <a:r>
              <a:t>Big Business: GE war 1896 einer der zwölf ersten Werte im Dow Jones; mit Westinghouse bildete es ein Duopol mit Patentpool – typisch für das Gilded Age. An den Niagarafällen zog billige Wasserkraft Aluminium- und Chemieindustrie an [21].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5" name="Google Shape;4355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6" name="Google Shape;4356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[3:00–4:15] Verlauf, Teil 1</a:t>
            </a:r>
          </a:p>
          <a:p>
            <a:r>
              <a:t>Phase 1, offener Wettbewerb: 1882 startet Edisons Pearl Street Station, 1886 läuft in Great Barrington das erste Wechselstromnetz der USA mit Transformatoren; im selben Jahr gründet Westinghouse seine Elektrofirma.</a:t>
            </a:r>
          </a:p>
          <a:p>
            <a:r>
              <a:t>Phase 2, Propagandakrieg: 1888 warnt Edisons Firma mit der Broschüre «A Warning», Harold Brown tötet öffentlich Hunde mit Wechselstrom.</a:t>
            </a:r>
          </a:p>
          <a:p>
            <a:r>
              <a:t>1889 führt New York den elektrischen Stuhl ein – bewusst mit einem Westinghouse-Generator. Edison und Westinghouse streiten sich zudem in der North American Review [7], [8].</a:t>
            </a:r>
          </a:p>
          <a:p>
            <a:r>
              <a:t>1890 die Hinrichtung Kemmlers: kein «sauberer» Tod, sondern ein Debakel – zurück zum Einstieg.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3" name="Google Shape;4453;g258a3198316_0_10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4" name="Google Shape;4454;g258a3198316_0_10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[6:30–7:30] Bedeutung für die USA (1)</a:t>
            </a:r>
          </a:p>
          <a:p>
            <a:r>
              <a:t>Bezug zum Modul «Weltmacht USA». Die Daten stammen vom Wirtschaftshistoriker Paul Bairoch.</a:t>
            </a:r>
          </a:p>
          <a:p>
            <a:r>
              <a:t>1880 lag Grossbritannien klar vorne. Zwischen 1880 und 1900 – im Jahrzehnt des Stromkriegs – ziehen die USA vorbei. 1913 stellen sie knapp ein Drittel der Weltindustrieproduktion, mehr als Grossbritannien und Deutschland zusammen (28,4 %).</a:t>
            </a:r>
          </a:p>
          <a:p>
            <a:r>
              <a:t>Vorsicht bei der Deutung: Der Stromkrieg hat das nicht allein verursacht. Aber billiger, übertragbarer Strom wurde zu einer Basistechnologie dieses Aufstiegs [17].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6" name="Google Shape;4466;g258a3198316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7" name="Google Shape;4467;g258a3198316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[8:30–9:30] Mythen und Quellenkritik</a:t>
            </a:r>
          </a:p>
          <a:p>
            <a:r>
              <a:t>Erstens Topsy: Ein ABB-Beitrag behauptet, Edison habe zur Abschreckung einen Elefanten töten lassen. Die Edison Papers der Rutgers University zeigen: Das war 1903, über zehn Jahre nach dem Stromkrieg, und Edison war nicht beteiligt.</a:t>
            </a:r>
          </a:p>
          <a:p>
            <a:r>
              <a:t>Zweitens «Tesla gegen Edison»: Filme wie «The Current War» machen daraus ein Duell der Genies; tatsächlich stritten Firmen und Investoren.</a:t>
            </a:r>
          </a:p>
          <a:p>
            <a:r>
              <a:t>Drittens der zerrissene Vertrag: Dafür gibt es keinen Beleg – belegt ist nur der Verzicht auf Lizenzgebühren (1891) und der spätere Patentverkauf für 216 000 Dollar (Carlson).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2" name="Google Shape;4512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13" name="Google Shape;4513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Danke – Fragen?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bit.ly/3A1uf1Q" TargetMode="External"/><Relationship Id="rId4" Type="http://schemas.openxmlformats.org/officeDocument/2006/relationships/hyperlink" Target="http://bit.ly/2TyoMsr" TargetMode="External"/><Relationship Id="rId5" Type="http://schemas.openxmlformats.org/officeDocument/2006/relationships/hyperlink" Target="http://bit.ly/2TtBDfr" TargetMode="Externa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" name="Google Shape;10;p2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11" name="Google Shape;11;p2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2361575" y="1453450"/>
            <a:ext cx="4421100" cy="205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2494100" y="3578625"/>
            <a:ext cx="41559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3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" name="Google Shape;23;p3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24" name="Google Shape;24;p3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2477400" y="2167355"/>
            <a:ext cx="4189200" cy="96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title" idx="2" hasCustomPrompt="1"/>
          </p:nvPr>
        </p:nvSpPr>
        <p:spPr>
          <a:xfrm>
            <a:off x="3745950" y="1111621"/>
            <a:ext cx="1652100" cy="91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3"/>
          <p:cNvSpPr txBox="1">
            <a:spLocks noGrp="1"/>
          </p:cNvSpPr>
          <p:nvPr>
            <p:ph type="subTitle" idx="1"/>
          </p:nvPr>
        </p:nvSpPr>
        <p:spPr>
          <a:xfrm>
            <a:off x="2477400" y="3418375"/>
            <a:ext cx="41892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4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" name="Google Shape;37;p4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38" name="Google Shape;38;p4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4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4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4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4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4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291951"/>
            <a:ext cx="77040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5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0" name="Google Shape;50;p5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51" name="Google Shape;51;p5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5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5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5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5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5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5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5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5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5"/>
          <p:cNvSpPr txBox="1">
            <a:spLocks noGrp="1"/>
          </p:cNvSpPr>
          <p:nvPr>
            <p:ph type="subTitle" idx="1"/>
          </p:nvPr>
        </p:nvSpPr>
        <p:spPr>
          <a:xfrm>
            <a:off x="5055284" y="3814624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1" name="Google Shape;61;p5"/>
          <p:cNvSpPr txBox="1">
            <a:spLocks noGrp="1"/>
          </p:cNvSpPr>
          <p:nvPr>
            <p:ph type="subTitle" idx="2"/>
          </p:nvPr>
        </p:nvSpPr>
        <p:spPr>
          <a:xfrm>
            <a:off x="1583300" y="3814624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2" name="Google Shape;62;p5"/>
          <p:cNvSpPr txBox="1">
            <a:spLocks noGrp="1"/>
          </p:cNvSpPr>
          <p:nvPr>
            <p:ph type="subTitle" idx="3"/>
          </p:nvPr>
        </p:nvSpPr>
        <p:spPr>
          <a:xfrm>
            <a:off x="5055275" y="3241925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subTitle" idx="4"/>
          </p:nvPr>
        </p:nvSpPr>
        <p:spPr>
          <a:xfrm>
            <a:off x="1583075" y="3241925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6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6" name="Google Shape;66;p6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67" name="Google Shape;67;p6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6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6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6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6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6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6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6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" name="Google Shape;75;p6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7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8" name="Google Shape;78;p7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79" name="Google Shape;79;p7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7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7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7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7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7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7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7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" name="Google Shape;87;p7"/>
          <p:cNvSpPr txBox="1">
            <a:spLocks noGrp="1"/>
          </p:cNvSpPr>
          <p:nvPr>
            <p:ph type="title"/>
          </p:nvPr>
        </p:nvSpPr>
        <p:spPr>
          <a:xfrm>
            <a:off x="4613575" y="945275"/>
            <a:ext cx="3817200" cy="99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7"/>
          <p:cNvSpPr txBox="1">
            <a:spLocks noGrp="1"/>
          </p:cNvSpPr>
          <p:nvPr>
            <p:ph type="subTitle" idx="1"/>
          </p:nvPr>
        </p:nvSpPr>
        <p:spPr>
          <a:xfrm>
            <a:off x="4613575" y="2124600"/>
            <a:ext cx="38172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Source Sans 3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89" name="Google Shape;89;p7"/>
          <p:cNvSpPr>
            <a:spLocks noGrp="1"/>
          </p:cNvSpPr>
          <p:nvPr>
            <p:ph type="pic" idx="2"/>
          </p:nvPr>
        </p:nvSpPr>
        <p:spPr>
          <a:xfrm>
            <a:off x="938600" y="1061400"/>
            <a:ext cx="3020700" cy="3020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CH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8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8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93" name="Google Shape;93;p8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8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8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8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8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8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8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8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8"/>
          <p:cNvSpPr txBox="1">
            <a:spLocks noGrp="1"/>
          </p:cNvSpPr>
          <p:nvPr>
            <p:ph type="title"/>
          </p:nvPr>
        </p:nvSpPr>
        <p:spPr>
          <a:xfrm>
            <a:off x="1768550" y="1208400"/>
            <a:ext cx="56070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9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4" name="Google Shape;104;p9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105" name="Google Shape;105;p9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9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9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9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9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9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9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9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3" name="Google Shape;113;p9"/>
          <p:cNvSpPr txBox="1">
            <a:spLocks noGrp="1"/>
          </p:cNvSpPr>
          <p:nvPr>
            <p:ph type="title"/>
          </p:nvPr>
        </p:nvSpPr>
        <p:spPr>
          <a:xfrm>
            <a:off x="2135550" y="1412138"/>
            <a:ext cx="4872900" cy="116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 sz="6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9"/>
          <p:cNvSpPr txBox="1">
            <a:spLocks noGrp="1"/>
          </p:cNvSpPr>
          <p:nvPr>
            <p:ph type="subTitle" idx="1"/>
          </p:nvPr>
        </p:nvSpPr>
        <p:spPr>
          <a:xfrm>
            <a:off x="2135550" y="2816913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0"/>
          <p:cNvSpPr>
            <a:spLocks noGrp="1"/>
          </p:cNvSpPr>
          <p:nvPr>
            <p:ph type="pic" idx="2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117" name="Google Shape;117;p10"/>
          <p:cNvSpPr txBox="1">
            <a:spLocks noGrp="1"/>
          </p:cNvSpPr>
          <p:nvPr>
            <p:ph type="title"/>
          </p:nvPr>
        </p:nvSpPr>
        <p:spPr>
          <a:xfrm>
            <a:off x="1082575" y="3959850"/>
            <a:ext cx="6978900" cy="6441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1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1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121" name="Google Shape;121;p11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1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1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1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1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" name="Google Shape;129;p11"/>
          <p:cNvSpPr txBox="1">
            <a:spLocks noGrp="1"/>
          </p:cNvSpPr>
          <p:nvPr>
            <p:ph type="title" hasCustomPrompt="1"/>
          </p:nvPr>
        </p:nvSpPr>
        <p:spPr>
          <a:xfrm>
            <a:off x="1958450" y="1463550"/>
            <a:ext cx="5227200" cy="123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30" name="Google Shape;130;p11"/>
          <p:cNvSpPr txBox="1">
            <a:spLocks noGrp="1"/>
          </p:cNvSpPr>
          <p:nvPr>
            <p:ph type="subTitle" idx="1"/>
          </p:nvPr>
        </p:nvSpPr>
        <p:spPr>
          <a:xfrm>
            <a:off x="1958450" y="2850300"/>
            <a:ext cx="52272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3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4" name="Google Shape;134;p13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135" name="Google Shape;135;p13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3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13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3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3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13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3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3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3" name="Google Shape;143;p13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13"/>
          <p:cNvSpPr txBox="1">
            <a:spLocks noGrp="1"/>
          </p:cNvSpPr>
          <p:nvPr>
            <p:ph type="subTitle" idx="1"/>
          </p:nvPr>
        </p:nvSpPr>
        <p:spPr>
          <a:xfrm>
            <a:off x="796000" y="2111290"/>
            <a:ext cx="225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13"/>
          <p:cNvSpPr txBox="1">
            <a:spLocks noGrp="1"/>
          </p:cNvSpPr>
          <p:nvPr>
            <p:ph type="subTitle" idx="2"/>
          </p:nvPr>
        </p:nvSpPr>
        <p:spPr>
          <a:xfrm>
            <a:off x="3442015" y="2111290"/>
            <a:ext cx="225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13"/>
          <p:cNvSpPr txBox="1">
            <a:spLocks noGrp="1"/>
          </p:cNvSpPr>
          <p:nvPr>
            <p:ph type="subTitle" idx="3"/>
          </p:nvPr>
        </p:nvSpPr>
        <p:spPr>
          <a:xfrm>
            <a:off x="796000" y="3844474"/>
            <a:ext cx="225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13"/>
          <p:cNvSpPr txBox="1">
            <a:spLocks noGrp="1"/>
          </p:cNvSpPr>
          <p:nvPr>
            <p:ph type="subTitle" idx="4"/>
          </p:nvPr>
        </p:nvSpPr>
        <p:spPr>
          <a:xfrm>
            <a:off x="3442015" y="3844474"/>
            <a:ext cx="225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13"/>
          <p:cNvSpPr txBox="1">
            <a:spLocks noGrp="1"/>
          </p:cNvSpPr>
          <p:nvPr>
            <p:ph type="subTitle" idx="5"/>
          </p:nvPr>
        </p:nvSpPr>
        <p:spPr>
          <a:xfrm>
            <a:off x="6088037" y="2111290"/>
            <a:ext cx="225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13"/>
          <p:cNvSpPr txBox="1">
            <a:spLocks noGrp="1"/>
          </p:cNvSpPr>
          <p:nvPr>
            <p:ph type="subTitle" idx="6"/>
          </p:nvPr>
        </p:nvSpPr>
        <p:spPr>
          <a:xfrm>
            <a:off x="6088037" y="3844474"/>
            <a:ext cx="225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13"/>
          <p:cNvSpPr txBox="1">
            <a:spLocks noGrp="1"/>
          </p:cNvSpPr>
          <p:nvPr>
            <p:ph type="title" idx="7" hasCustomPrompt="1"/>
          </p:nvPr>
        </p:nvSpPr>
        <p:spPr>
          <a:xfrm>
            <a:off x="1565904" y="1332025"/>
            <a:ext cx="7203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51" name="Google Shape;151;p13"/>
          <p:cNvSpPr txBox="1">
            <a:spLocks noGrp="1"/>
          </p:cNvSpPr>
          <p:nvPr>
            <p:ph type="title" idx="8" hasCustomPrompt="1"/>
          </p:nvPr>
        </p:nvSpPr>
        <p:spPr>
          <a:xfrm>
            <a:off x="1565904" y="3064624"/>
            <a:ext cx="7203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52" name="Google Shape;152;p13"/>
          <p:cNvSpPr txBox="1">
            <a:spLocks noGrp="1"/>
          </p:cNvSpPr>
          <p:nvPr>
            <p:ph type="title" idx="9" hasCustomPrompt="1"/>
          </p:nvPr>
        </p:nvSpPr>
        <p:spPr>
          <a:xfrm>
            <a:off x="4211919" y="1332025"/>
            <a:ext cx="7203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53" name="Google Shape;153;p13"/>
          <p:cNvSpPr txBox="1">
            <a:spLocks noGrp="1"/>
          </p:cNvSpPr>
          <p:nvPr>
            <p:ph type="title" idx="13" hasCustomPrompt="1"/>
          </p:nvPr>
        </p:nvSpPr>
        <p:spPr>
          <a:xfrm>
            <a:off x="4211919" y="3064624"/>
            <a:ext cx="7203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54" name="Google Shape;154;p13"/>
          <p:cNvSpPr txBox="1">
            <a:spLocks noGrp="1"/>
          </p:cNvSpPr>
          <p:nvPr>
            <p:ph type="title" idx="14" hasCustomPrompt="1"/>
          </p:nvPr>
        </p:nvSpPr>
        <p:spPr>
          <a:xfrm>
            <a:off x="6857941" y="1332025"/>
            <a:ext cx="7203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55" name="Google Shape;155;p13"/>
          <p:cNvSpPr txBox="1">
            <a:spLocks noGrp="1"/>
          </p:cNvSpPr>
          <p:nvPr>
            <p:ph type="title" idx="15" hasCustomPrompt="1"/>
          </p:nvPr>
        </p:nvSpPr>
        <p:spPr>
          <a:xfrm>
            <a:off x="6857941" y="3064624"/>
            <a:ext cx="7203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56" name="Google Shape;156;p13"/>
          <p:cNvSpPr txBox="1">
            <a:spLocks noGrp="1"/>
          </p:cNvSpPr>
          <p:nvPr>
            <p:ph type="subTitle" idx="16"/>
          </p:nvPr>
        </p:nvSpPr>
        <p:spPr>
          <a:xfrm>
            <a:off x="796000" y="1779408"/>
            <a:ext cx="22599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157" name="Google Shape;157;p13"/>
          <p:cNvSpPr txBox="1">
            <a:spLocks noGrp="1"/>
          </p:cNvSpPr>
          <p:nvPr>
            <p:ph type="subTitle" idx="17"/>
          </p:nvPr>
        </p:nvSpPr>
        <p:spPr>
          <a:xfrm>
            <a:off x="3442015" y="1779408"/>
            <a:ext cx="22599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158" name="Google Shape;158;p13"/>
          <p:cNvSpPr txBox="1">
            <a:spLocks noGrp="1"/>
          </p:cNvSpPr>
          <p:nvPr>
            <p:ph type="subTitle" idx="18"/>
          </p:nvPr>
        </p:nvSpPr>
        <p:spPr>
          <a:xfrm>
            <a:off x="6088037" y="1779408"/>
            <a:ext cx="22599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159" name="Google Shape;159;p13"/>
          <p:cNvSpPr txBox="1">
            <a:spLocks noGrp="1"/>
          </p:cNvSpPr>
          <p:nvPr>
            <p:ph type="subTitle" idx="19"/>
          </p:nvPr>
        </p:nvSpPr>
        <p:spPr>
          <a:xfrm>
            <a:off x="796000" y="3512074"/>
            <a:ext cx="22599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160" name="Google Shape;160;p13"/>
          <p:cNvSpPr txBox="1">
            <a:spLocks noGrp="1"/>
          </p:cNvSpPr>
          <p:nvPr>
            <p:ph type="subTitle" idx="20"/>
          </p:nvPr>
        </p:nvSpPr>
        <p:spPr>
          <a:xfrm>
            <a:off x="3442015" y="3512074"/>
            <a:ext cx="22599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161" name="Google Shape;161;p13"/>
          <p:cNvSpPr txBox="1">
            <a:spLocks noGrp="1"/>
          </p:cNvSpPr>
          <p:nvPr>
            <p:ph type="subTitle" idx="21"/>
          </p:nvPr>
        </p:nvSpPr>
        <p:spPr>
          <a:xfrm>
            <a:off x="6088037" y="3512074"/>
            <a:ext cx="22599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4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4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165" name="Google Shape;165;p14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4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14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14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4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4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14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14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3" name="Google Shape;173;p14"/>
          <p:cNvSpPr txBox="1">
            <a:spLocks noGrp="1"/>
          </p:cNvSpPr>
          <p:nvPr>
            <p:ph type="title"/>
          </p:nvPr>
        </p:nvSpPr>
        <p:spPr>
          <a:xfrm>
            <a:off x="3065400" y="3370075"/>
            <a:ext cx="3013200" cy="4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74" name="Google Shape;174;p14"/>
          <p:cNvSpPr txBox="1">
            <a:spLocks noGrp="1"/>
          </p:cNvSpPr>
          <p:nvPr>
            <p:ph type="subTitle" idx="1"/>
          </p:nvPr>
        </p:nvSpPr>
        <p:spPr>
          <a:xfrm>
            <a:off x="1749300" y="1491475"/>
            <a:ext cx="5645400" cy="161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7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5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7" name="Google Shape;177;p15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178" name="Google Shape;178;p15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5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5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5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15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5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15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15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6" name="Google Shape;186;p15"/>
          <p:cNvSpPr txBox="1">
            <a:spLocks noGrp="1"/>
          </p:cNvSpPr>
          <p:nvPr>
            <p:ph type="title"/>
          </p:nvPr>
        </p:nvSpPr>
        <p:spPr>
          <a:xfrm>
            <a:off x="720000" y="1370888"/>
            <a:ext cx="3519600" cy="150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15"/>
          <p:cNvSpPr txBox="1">
            <a:spLocks noGrp="1"/>
          </p:cNvSpPr>
          <p:nvPr>
            <p:ph type="subTitle" idx="1"/>
          </p:nvPr>
        </p:nvSpPr>
        <p:spPr>
          <a:xfrm>
            <a:off x="720000" y="2875613"/>
            <a:ext cx="3519600" cy="89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15"/>
          <p:cNvSpPr>
            <a:spLocks noGrp="1"/>
          </p:cNvSpPr>
          <p:nvPr>
            <p:ph type="pic" idx="2"/>
          </p:nvPr>
        </p:nvSpPr>
        <p:spPr>
          <a:xfrm>
            <a:off x="4931805" y="1000781"/>
            <a:ext cx="3246900" cy="3246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CH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16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1" name="Google Shape;191;p16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192" name="Google Shape;192;p16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16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16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16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16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16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6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16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0" name="Google Shape;200;p16"/>
          <p:cNvSpPr txBox="1">
            <a:spLocks noGrp="1"/>
          </p:cNvSpPr>
          <p:nvPr>
            <p:ph type="title"/>
          </p:nvPr>
        </p:nvSpPr>
        <p:spPr>
          <a:xfrm>
            <a:off x="872400" y="1362425"/>
            <a:ext cx="2638200" cy="106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6"/>
          <p:cNvSpPr txBox="1">
            <a:spLocks noGrp="1"/>
          </p:cNvSpPr>
          <p:nvPr>
            <p:ph type="subTitle" idx="1"/>
          </p:nvPr>
        </p:nvSpPr>
        <p:spPr>
          <a:xfrm>
            <a:off x="872400" y="2501825"/>
            <a:ext cx="2638200" cy="115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17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4" name="Google Shape;204;p17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205" name="Google Shape;205;p17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17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17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17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17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7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17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7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" name="Google Shape;213;p17"/>
          <p:cNvSpPr txBox="1">
            <a:spLocks noGrp="1"/>
          </p:cNvSpPr>
          <p:nvPr>
            <p:ph type="title"/>
          </p:nvPr>
        </p:nvSpPr>
        <p:spPr>
          <a:xfrm>
            <a:off x="5640175" y="1362425"/>
            <a:ext cx="2638200" cy="106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17"/>
          <p:cNvSpPr txBox="1">
            <a:spLocks noGrp="1"/>
          </p:cNvSpPr>
          <p:nvPr>
            <p:ph type="subTitle" idx="1"/>
          </p:nvPr>
        </p:nvSpPr>
        <p:spPr>
          <a:xfrm>
            <a:off x="5640175" y="2501825"/>
            <a:ext cx="2638200" cy="115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_AND_BODY_1"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6;p18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7" name="Google Shape;217;p18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218" name="Google Shape;218;p18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8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18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18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18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18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18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8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6" name="Google Shape;226;p18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18"/>
          <p:cNvSpPr txBox="1">
            <a:spLocks noGrp="1"/>
          </p:cNvSpPr>
          <p:nvPr>
            <p:ph type="body" idx="1"/>
          </p:nvPr>
        </p:nvSpPr>
        <p:spPr>
          <a:xfrm>
            <a:off x="720000" y="1291938"/>
            <a:ext cx="7704000" cy="331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TITLE_AND_BODY_1_1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19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0" name="Google Shape;230;p19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231" name="Google Shape;231;p19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19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9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9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19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19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19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19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9" name="Google Shape;239;p19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240" name="Google Shape;240;p19"/>
          <p:cNvSpPr txBox="1">
            <a:spLocks noGrp="1"/>
          </p:cNvSpPr>
          <p:nvPr>
            <p:ph type="body" idx="1"/>
          </p:nvPr>
        </p:nvSpPr>
        <p:spPr>
          <a:xfrm>
            <a:off x="720000" y="1291951"/>
            <a:ext cx="7704000" cy="144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Source Sans 3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0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3" name="Google Shape;243;p20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244" name="Google Shape;244;p20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0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0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0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0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0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0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0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2" name="Google Shape;252;p20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20"/>
          <p:cNvSpPr txBox="1">
            <a:spLocks noGrp="1"/>
          </p:cNvSpPr>
          <p:nvPr>
            <p:ph type="subTitle" idx="1"/>
          </p:nvPr>
        </p:nvSpPr>
        <p:spPr>
          <a:xfrm>
            <a:off x="4914510" y="3016575"/>
            <a:ext cx="2574900" cy="11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p20"/>
          <p:cNvSpPr txBox="1">
            <a:spLocks noGrp="1"/>
          </p:cNvSpPr>
          <p:nvPr>
            <p:ph type="subTitle" idx="2"/>
          </p:nvPr>
        </p:nvSpPr>
        <p:spPr>
          <a:xfrm>
            <a:off x="1654588" y="3016575"/>
            <a:ext cx="2574900" cy="11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20"/>
          <p:cNvSpPr txBox="1">
            <a:spLocks noGrp="1"/>
          </p:cNvSpPr>
          <p:nvPr>
            <p:ph type="subTitle" idx="3"/>
          </p:nvPr>
        </p:nvSpPr>
        <p:spPr>
          <a:xfrm>
            <a:off x="1654588" y="2457675"/>
            <a:ext cx="25749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256" name="Google Shape;256;p20"/>
          <p:cNvSpPr txBox="1">
            <a:spLocks noGrp="1"/>
          </p:cNvSpPr>
          <p:nvPr>
            <p:ph type="subTitle" idx="4"/>
          </p:nvPr>
        </p:nvSpPr>
        <p:spPr>
          <a:xfrm>
            <a:off x="4914511" y="2457675"/>
            <a:ext cx="25749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1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1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260" name="Google Shape;260;p21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1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1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1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1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1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1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1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8" name="Google Shape;268;p21"/>
          <p:cNvSpPr txBox="1">
            <a:spLocks noGrp="1"/>
          </p:cNvSpPr>
          <p:nvPr>
            <p:ph type="title"/>
          </p:nvPr>
        </p:nvSpPr>
        <p:spPr>
          <a:xfrm>
            <a:off x="1144550" y="597425"/>
            <a:ext cx="6855300" cy="97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269" name="Google Shape;269;p21"/>
          <p:cNvSpPr txBox="1">
            <a:spLocks noGrp="1"/>
          </p:cNvSpPr>
          <p:nvPr>
            <p:ph type="subTitle" idx="1"/>
          </p:nvPr>
        </p:nvSpPr>
        <p:spPr>
          <a:xfrm>
            <a:off x="4825664" y="2070950"/>
            <a:ext cx="3174000" cy="18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p21"/>
          <p:cNvSpPr txBox="1">
            <a:spLocks noGrp="1"/>
          </p:cNvSpPr>
          <p:nvPr>
            <p:ph type="subTitle" idx="2"/>
          </p:nvPr>
        </p:nvSpPr>
        <p:spPr>
          <a:xfrm>
            <a:off x="1144550" y="2070950"/>
            <a:ext cx="3174000" cy="18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_AND_BODY_1_1_1"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Google Shape;272;p22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3" name="Google Shape;273;p22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274" name="Google Shape;274;p22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2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2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2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2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2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2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2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2" name="Google Shape;282;p22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283" name="Google Shape;283;p22"/>
          <p:cNvSpPr txBox="1">
            <a:spLocks noGrp="1"/>
          </p:cNvSpPr>
          <p:nvPr>
            <p:ph type="body" idx="1"/>
          </p:nvPr>
        </p:nvSpPr>
        <p:spPr>
          <a:xfrm>
            <a:off x="1077138" y="2757175"/>
            <a:ext cx="3243600" cy="16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284" name="Google Shape;284;p22"/>
          <p:cNvSpPr txBox="1">
            <a:spLocks noGrp="1"/>
          </p:cNvSpPr>
          <p:nvPr>
            <p:ph type="body" idx="2"/>
          </p:nvPr>
        </p:nvSpPr>
        <p:spPr>
          <a:xfrm>
            <a:off x="4823266" y="2757175"/>
            <a:ext cx="3243600" cy="16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285" name="Google Shape;285;p22"/>
          <p:cNvSpPr txBox="1">
            <a:spLocks noGrp="1"/>
          </p:cNvSpPr>
          <p:nvPr>
            <p:ph type="subTitle" idx="3"/>
          </p:nvPr>
        </p:nvSpPr>
        <p:spPr>
          <a:xfrm>
            <a:off x="1077112" y="2198275"/>
            <a:ext cx="32436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286" name="Google Shape;286;p22"/>
          <p:cNvSpPr txBox="1">
            <a:spLocks noGrp="1"/>
          </p:cNvSpPr>
          <p:nvPr>
            <p:ph type="subTitle" idx="4"/>
          </p:nvPr>
        </p:nvSpPr>
        <p:spPr>
          <a:xfrm>
            <a:off x="4823276" y="2198275"/>
            <a:ext cx="32436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Google Shape;288;p23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9" name="Google Shape;289;p23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290" name="Google Shape;290;p23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3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3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3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3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23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23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23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8" name="Google Shape;298;p23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p23"/>
          <p:cNvSpPr txBox="1">
            <a:spLocks noGrp="1"/>
          </p:cNvSpPr>
          <p:nvPr>
            <p:ph type="subTitle" idx="1"/>
          </p:nvPr>
        </p:nvSpPr>
        <p:spPr>
          <a:xfrm>
            <a:off x="937625" y="3117025"/>
            <a:ext cx="2175300" cy="96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0" name="Google Shape;300;p23"/>
          <p:cNvSpPr txBox="1">
            <a:spLocks noGrp="1"/>
          </p:cNvSpPr>
          <p:nvPr>
            <p:ph type="subTitle" idx="2"/>
          </p:nvPr>
        </p:nvSpPr>
        <p:spPr>
          <a:xfrm>
            <a:off x="3484347" y="3117025"/>
            <a:ext cx="2175300" cy="96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1" name="Google Shape;301;p23"/>
          <p:cNvSpPr txBox="1">
            <a:spLocks noGrp="1"/>
          </p:cNvSpPr>
          <p:nvPr>
            <p:ph type="subTitle" idx="3"/>
          </p:nvPr>
        </p:nvSpPr>
        <p:spPr>
          <a:xfrm>
            <a:off x="6031075" y="3117025"/>
            <a:ext cx="2175300" cy="96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2" name="Google Shape;302;p23"/>
          <p:cNvSpPr txBox="1">
            <a:spLocks noGrp="1"/>
          </p:cNvSpPr>
          <p:nvPr>
            <p:ph type="subTitle" idx="4"/>
          </p:nvPr>
        </p:nvSpPr>
        <p:spPr>
          <a:xfrm>
            <a:off x="937625" y="2669922"/>
            <a:ext cx="2175300" cy="44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303" name="Google Shape;303;p23"/>
          <p:cNvSpPr txBox="1">
            <a:spLocks noGrp="1"/>
          </p:cNvSpPr>
          <p:nvPr>
            <p:ph type="subTitle" idx="5"/>
          </p:nvPr>
        </p:nvSpPr>
        <p:spPr>
          <a:xfrm>
            <a:off x="3484350" y="2669922"/>
            <a:ext cx="2175300" cy="44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304" name="Google Shape;304;p23"/>
          <p:cNvSpPr txBox="1">
            <a:spLocks noGrp="1"/>
          </p:cNvSpPr>
          <p:nvPr>
            <p:ph type="subTitle" idx="6"/>
          </p:nvPr>
        </p:nvSpPr>
        <p:spPr>
          <a:xfrm>
            <a:off x="6031075" y="2669922"/>
            <a:ext cx="2175300" cy="44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24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7" name="Google Shape;307;p24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308" name="Google Shape;308;p24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4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4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4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24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24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4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4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6" name="Google Shape;316;p24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24"/>
          <p:cNvSpPr txBox="1">
            <a:spLocks noGrp="1"/>
          </p:cNvSpPr>
          <p:nvPr>
            <p:ph type="subTitle" idx="1"/>
          </p:nvPr>
        </p:nvSpPr>
        <p:spPr>
          <a:xfrm>
            <a:off x="2110300" y="1983750"/>
            <a:ext cx="1978200" cy="5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24"/>
          <p:cNvSpPr txBox="1">
            <a:spLocks noGrp="1"/>
          </p:cNvSpPr>
          <p:nvPr>
            <p:ph type="subTitle" idx="2"/>
          </p:nvPr>
        </p:nvSpPr>
        <p:spPr>
          <a:xfrm>
            <a:off x="5055497" y="1983750"/>
            <a:ext cx="1978200" cy="5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9" name="Google Shape;319;p24"/>
          <p:cNvSpPr txBox="1">
            <a:spLocks noGrp="1"/>
          </p:cNvSpPr>
          <p:nvPr>
            <p:ph type="subTitle" idx="3"/>
          </p:nvPr>
        </p:nvSpPr>
        <p:spPr>
          <a:xfrm>
            <a:off x="2110300" y="3424519"/>
            <a:ext cx="1978200" cy="5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0" name="Google Shape;320;p24"/>
          <p:cNvSpPr txBox="1">
            <a:spLocks noGrp="1"/>
          </p:cNvSpPr>
          <p:nvPr>
            <p:ph type="subTitle" idx="4"/>
          </p:nvPr>
        </p:nvSpPr>
        <p:spPr>
          <a:xfrm>
            <a:off x="5055497" y="3424519"/>
            <a:ext cx="1978200" cy="5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24"/>
          <p:cNvSpPr txBox="1">
            <a:spLocks noGrp="1"/>
          </p:cNvSpPr>
          <p:nvPr>
            <p:ph type="subTitle" idx="5"/>
          </p:nvPr>
        </p:nvSpPr>
        <p:spPr>
          <a:xfrm>
            <a:off x="2110300" y="1616550"/>
            <a:ext cx="1978200" cy="44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322" name="Google Shape;322;p24"/>
          <p:cNvSpPr txBox="1">
            <a:spLocks noGrp="1"/>
          </p:cNvSpPr>
          <p:nvPr>
            <p:ph type="subTitle" idx="6"/>
          </p:nvPr>
        </p:nvSpPr>
        <p:spPr>
          <a:xfrm>
            <a:off x="2110300" y="3057405"/>
            <a:ext cx="1978200" cy="44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323" name="Google Shape;323;p24"/>
          <p:cNvSpPr txBox="1">
            <a:spLocks noGrp="1"/>
          </p:cNvSpPr>
          <p:nvPr>
            <p:ph type="subTitle" idx="7"/>
          </p:nvPr>
        </p:nvSpPr>
        <p:spPr>
          <a:xfrm>
            <a:off x="5055493" y="1616550"/>
            <a:ext cx="1978200" cy="44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324" name="Google Shape;324;p24"/>
          <p:cNvSpPr txBox="1">
            <a:spLocks noGrp="1"/>
          </p:cNvSpPr>
          <p:nvPr>
            <p:ph type="subTitle" idx="8"/>
          </p:nvPr>
        </p:nvSpPr>
        <p:spPr>
          <a:xfrm>
            <a:off x="5055493" y="3057405"/>
            <a:ext cx="1978200" cy="44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6" name="Google Shape;326;p25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7" name="Google Shape;327;p25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328" name="Google Shape;328;p25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25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25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25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25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25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25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25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6" name="Google Shape;336;p25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5"/>
          <p:cNvSpPr txBox="1">
            <a:spLocks noGrp="1"/>
          </p:cNvSpPr>
          <p:nvPr>
            <p:ph type="subTitle" idx="1"/>
          </p:nvPr>
        </p:nvSpPr>
        <p:spPr>
          <a:xfrm>
            <a:off x="1109152" y="2175450"/>
            <a:ext cx="19860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p25"/>
          <p:cNvSpPr txBox="1">
            <a:spLocks noGrp="1"/>
          </p:cNvSpPr>
          <p:nvPr>
            <p:ph type="subTitle" idx="2"/>
          </p:nvPr>
        </p:nvSpPr>
        <p:spPr>
          <a:xfrm>
            <a:off x="3579000" y="2175450"/>
            <a:ext cx="19860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5"/>
          <p:cNvSpPr txBox="1">
            <a:spLocks noGrp="1"/>
          </p:cNvSpPr>
          <p:nvPr>
            <p:ph type="subTitle" idx="3"/>
          </p:nvPr>
        </p:nvSpPr>
        <p:spPr>
          <a:xfrm>
            <a:off x="1109152" y="3892400"/>
            <a:ext cx="19860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25"/>
          <p:cNvSpPr txBox="1">
            <a:spLocks noGrp="1"/>
          </p:cNvSpPr>
          <p:nvPr>
            <p:ph type="subTitle" idx="4"/>
          </p:nvPr>
        </p:nvSpPr>
        <p:spPr>
          <a:xfrm>
            <a:off x="3579000" y="3892400"/>
            <a:ext cx="19860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1" name="Google Shape;341;p25"/>
          <p:cNvSpPr txBox="1">
            <a:spLocks noGrp="1"/>
          </p:cNvSpPr>
          <p:nvPr>
            <p:ph type="subTitle" idx="5"/>
          </p:nvPr>
        </p:nvSpPr>
        <p:spPr>
          <a:xfrm>
            <a:off x="6048848" y="2175450"/>
            <a:ext cx="19860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2" name="Google Shape;342;p25"/>
          <p:cNvSpPr txBox="1">
            <a:spLocks noGrp="1"/>
          </p:cNvSpPr>
          <p:nvPr>
            <p:ph type="subTitle" idx="6"/>
          </p:nvPr>
        </p:nvSpPr>
        <p:spPr>
          <a:xfrm>
            <a:off x="6048848" y="3892400"/>
            <a:ext cx="19860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3" name="Google Shape;343;p25"/>
          <p:cNvSpPr txBox="1">
            <a:spLocks noGrp="1"/>
          </p:cNvSpPr>
          <p:nvPr>
            <p:ph type="subTitle" idx="7"/>
          </p:nvPr>
        </p:nvSpPr>
        <p:spPr>
          <a:xfrm>
            <a:off x="1113052" y="1835249"/>
            <a:ext cx="1978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344" name="Google Shape;344;p25"/>
          <p:cNvSpPr txBox="1">
            <a:spLocks noGrp="1"/>
          </p:cNvSpPr>
          <p:nvPr>
            <p:ph type="subTitle" idx="8"/>
          </p:nvPr>
        </p:nvSpPr>
        <p:spPr>
          <a:xfrm>
            <a:off x="3582900" y="1835249"/>
            <a:ext cx="1978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345" name="Google Shape;345;p25"/>
          <p:cNvSpPr txBox="1">
            <a:spLocks noGrp="1"/>
          </p:cNvSpPr>
          <p:nvPr>
            <p:ph type="subTitle" idx="9"/>
          </p:nvPr>
        </p:nvSpPr>
        <p:spPr>
          <a:xfrm>
            <a:off x="6052748" y="1835249"/>
            <a:ext cx="1978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346" name="Google Shape;346;p25"/>
          <p:cNvSpPr txBox="1">
            <a:spLocks noGrp="1"/>
          </p:cNvSpPr>
          <p:nvPr>
            <p:ph type="subTitle" idx="13"/>
          </p:nvPr>
        </p:nvSpPr>
        <p:spPr>
          <a:xfrm>
            <a:off x="1113052" y="3552175"/>
            <a:ext cx="1978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347" name="Google Shape;347;p25"/>
          <p:cNvSpPr txBox="1">
            <a:spLocks noGrp="1"/>
          </p:cNvSpPr>
          <p:nvPr>
            <p:ph type="subTitle" idx="14"/>
          </p:nvPr>
        </p:nvSpPr>
        <p:spPr>
          <a:xfrm>
            <a:off x="3582900" y="3552175"/>
            <a:ext cx="1978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348" name="Google Shape;348;p25"/>
          <p:cNvSpPr txBox="1">
            <a:spLocks noGrp="1"/>
          </p:cNvSpPr>
          <p:nvPr>
            <p:ph type="subTitle" idx="15"/>
          </p:nvPr>
        </p:nvSpPr>
        <p:spPr>
          <a:xfrm>
            <a:off x="6052748" y="3552175"/>
            <a:ext cx="1978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Libre Baskerville"/>
              <a:buNone/>
              <a:defRPr sz="2400" b="1"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Google Shape;350;p26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1" name="Google Shape;351;p26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352" name="Google Shape;352;p26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26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26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26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6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6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6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26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0" name="Google Shape;360;p26"/>
          <p:cNvSpPr txBox="1">
            <a:spLocks noGrp="1"/>
          </p:cNvSpPr>
          <p:nvPr>
            <p:ph type="title" hasCustomPrompt="1"/>
          </p:nvPr>
        </p:nvSpPr>
        <p:spPr>
          <a:xfrm>
            <a:off x="2223600" y="638357"/>
            <a:ext cx="4696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61" name="Google Shape;361;p26"/>
          <p:cNvSpPr txBox="1">
            <a:spLocks noGrp="1"/>
          </p:cNvSpPr>
          <p:nvPr>
            <p:ph type="subTitle" idx="1"/>
          </p:nvPr>
        </p:nvSpPr>
        <p:spPr>
          <a:xfrm>
            <a:off x="2223600" y="1327276"/>
            <a:ext cx="4696800" cy="38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2" name="Google Shape;362;p26"/>
          <p:cNvSpPr txBox="1">
            <a:spLocks noGrp="1"/>
          </p:cNvSpPr>
          <p:nvPr>
            <p:ph type="title" idx="2" hasCustomPrompt="1"/>
          </p:nvPr>
        </p:nvSpPr>
        <p:spPr>
          <a:xfrm>
            <a:off x="2223600" y="1990612"/>
            <a:ext cx="4696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63" name="Google Shape;363;p26"/>
          <p:cNvSpPr txBox="1">
            <a:spLocks noGrp="1"/>
          </p:cNvSpPr>
          <p:nvPr>
            <p:ph type="subTitle" idx="3"/>
          </p:nvPr>
        </p:nvSpPr>
        <p:spPr>
          <a:xfrm>
            <a:off x="2223600" y="2679528"/>
            <a:ext cx="4696800" cy="38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4" name="Google Shape;364;p26"/>
          <p:cNvSpPr txBox="1">
            <a:spLocks noGrp="1"/>
          </p:cNvSpPr>
          <p:nvPr>
            <p:ph type="title" idx="4" hasCustomPrompt="1"/>
          </p:nvPr>
        </p:nvSpPr>
        <p:spPr>
          <a:xfrm>
            <a:off x="2223600" y="3342868"/>
            <a:ext cx="4696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365" name="Google Shape;365;p26"/>
          <p:cNvSpPr txBox="1">
            <a:spLocks noGrp="1"/>
          </p:cNvSpPr>
          <p:nvPr>
            <p:ph type="subTitle" idx="5"/>
          </p:nvPr>
        </p:nvSpPr>
        <p:spPr>
          <a:xfrm>
            <a:off x="2223600" y="4031797"/>
            <a:ext cx="4696800" cy="38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8_1"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7" name="Google Shape;367;p27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68" name="Google Shape;368;p27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369" name="Google Shape;369;p27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7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7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27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27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27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7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27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7" name="Google Shape;377;p27"/>
          <p:cNvSpPr txBox="1">
            <a:spLocks noGrp="1"/>
          </p:cNvSpPr>
          <p:nvPr>
            <p:ph type="title" hasCustomPrompt="1"/>
          </p:nvPr>
        </p:nvSpPr>
        <p:spPr>
          <a:xfrm>
            <a:off x="1216350" y="1339675"/>
            <a:ext cx="13989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20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78" name="Google Shape;378;p27"/>
          <p:cNvSpPr txBox="1">
            <a:spLocks noGrp="1"/>
          </p:cNvSpPr>
          <p:nvPr>
            <p:ph type="subTitle" idx="1"/>
          </p:nvPr>
        </p:nvSpPr>
        <p:spPr>
          <a:xfrm>
            <a:off x="720000" y="3645875"/>
            <a:ext cx="2391600" cy="88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79" name="Google Shape;379;p27"/>
          <p:cNvSpPr txBox="1">
            <a:spLocks noGrp="1"/>
          </p:cNvSpPr>
          <p:nvPr>
            <p:ph type="subTitle" idx="2"/>
          </p:nvPr>
        </p:nvSpPr>
        <p:spPr>
          <a:xfrm>
            <a:off x="720000" y="3225050"/>
            <a:ext cx="23916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380" name="Google Shape;380;p27"/>
          <p:cNvSpPr txBox="1">
            <a:spLocks noGrp="1"/>
          </p:cNvSpPr>
          <p:nvPr>
            <p:ph type="title" idx="3" hasCustomPrompt="1"/>
          </p:nvPr>
        </p:nvSpPr>
        <p:spPr>
          <a:xfrm>
            <a:off x="3873100" y="1339675"/>
            <a:ext cx="13977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20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1" name="Google Shape;381;p27"/>
          <p:cNvSpPr txBox="1">
            <a:spLocks noGrp="1"/>
          </p:cNvSpPr>
          <p:nvPr>
            <p:ph type="subTitle" idx="4"/>
          </p:nvPr>
        </p:nvSpPr>
        <p:spPr>
          <a:xfrm>
            <a:off x="3376200" y="3645875"/>
            <a:ext cx="2391600" cy="88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82" name="Google Shape;382;p27"/>
          <p:cNvSpPr txBox="1">
            <a:spLocks noGrp="1"/>
          </p:cNvSpPr>
          <p:nvPr>
            <p:ph type="subTitle" idx="5"/>
          </p:nvPr>
        </p:nvSpPr>
        <p:spPr>
          <a:xfrm>
            <a:off x="3376200" y="3225050"/>
            <a:ext cx="23916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383" name="Google Shape;383;p27"/>
          <p:cNvSpPr txBox="1">
            <a:spLocks noGrp="1"/>
          </p:cNvSpPr>
          <p:nvPr>
            <p:ph type="title" idx="6" hasCustomPrompt="1"/>
          </p:nvPr>
        </p:nvSpPr>
        <p:spPr>
          <a:xfrm>
            <a:off x="6528650" y="1339675"/>
            <a:ext cx="1397700" cy="40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20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4" name="Google Shape;384;p27"/>
          <p:cNvSpPr txBox="1">
            <a:spLocks noGrp="1"/>
          </p:cNvSpPr>
          <p:nvPr>
            <p:ph type="subTitle" idx="7"/>
          </p:nvPr>
        </p:nvSpPr>
        <p:spPr>
          <a:xfrm>
            <a:off x="6032300" y="3645875"/>
            <a:ext cx="2391600" cy="88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85" name="Google Shape;385;p27"/>
          <p:cNvSpPr txBox="1">
            <a:spLocks noGrp="1"/>
          </p:cNvSpPr>
          <p:nvPr>
            <p:ph type="subTitle" idx="8"/>
          </p:nvPr>
        </p:nvSpPr>
        <p:spPr>
          <a:xfrm>
            <a:off x="6032300" y="3225050"/>
            <a:ext cx="23916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ibre Baskerville"/>
              <a:buNone/>
              <a:defRPr sz="24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386" name="Google Shape;386;p27"/>
          <p:cNvSpPr txBox="1">
            <a:spLocks noGrp="1"/>
          </p:cNvSpPr>
          <p:nvPr>
            <p:ph type="title" idx="9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8" name="Google Shape;388;p28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9" name="Google Shape;389;p28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390" name="Google Shape;390;p28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8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8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28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8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8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8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28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8" name="Google Shape;398;p28"/>
          <p:cNvSpPr txBox="1">
            <a:spLocks noGrp="1"/>
          </p:cNvSpPr>
          <p:nvPr>
            <p:ph type="title"/>
          </p:nvPr>
        </p:nvSpPr>
        <p:spPr>
          <a:xfrm>
            <a:off x="2347938" y="67752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399" name="Google Shape;399;p28"/>
          <p:cNvSpPr txBox="1">
            <a:spLocks noGrp="1"/>
          </p:cNvSpPr>
          <p:nvPr>
            <p:ph type="subTitle" idx="1"/>
          </p:nvPr>
        </p:nvSpPr>
        <p:spPr>
          <a:xfrm>
            <a:off x="2347900" y="176525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0" name="Google Shape;400;p28"/>
          <p:cNvSpPr txBox="1"/>
          <p:nvPr/>
        </p:nvSpPr>
        <p:spPr>
          <a:xfrm>
            <a:off x="2405700" y="3611950"/>
            <a:ext cx="43326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CREDITS:</a:t>
            </a:r>
            <a:r>
              <a:rPr lang="en" sz="100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 This presentation template was created by </a:t>
            </a:r>
            <a:r>
              <a:rPr lang="en" sz="1000" b="1" u="sng">
                <a:solidFill>
                  <a:schemeClr val="hlink"/>
                </a:solidFill>
                <a:latin typeface="Source Sans 3"/>
                <a:ea typeface="Source Sans 3"/>
                <a:cs typeface="Source Sans 3"/>
                <a:sym typeface="Source Sans 3"/>
                <a:hlinkClick r:id="rId3"/>
              </a:rPr>
              <a:t>Slidesgo</a:t>
            </a:r>
            <a:r>
              <a:rPr lang="en" sz="100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, and includes icons by </a:t>
            </a:r>
            <a:r>
              <a:rPr lang="en" sz="1000" b="1" u="sng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, and infographics &amp; images by </a:t>
            </a:r>
            <a:r>
              <a:rPr lang="en" sz="1000" b="1" u="sng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endParaRPr sz="1000" b="1" u="sng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29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3" name="Google Shape;403;p29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404" name="Google Shape;404;p29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9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9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9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9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29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29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9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2" name="Google Shape;412;p29"/>
          <p:cNvGrpSpPr/>
          <p:nvPr/>
        </p:nvGrpSpPr>
        <p:grpSpPr>
          <a:xfrm>
            <a:off x="565056" y="519563"/>
            <a:ext cx="8012737" cy="4104778"/>
            <a:chOff x="585525" y="1202450"/>
            <a:chExt cx="6436450" cy="3297275"/>
          </a:xfrm>
        </p:grpSpPr>
        <p:sp>
          <p:nvSpPr>
            <p:cNvPr id="413" name="Google Shape;413;p29"/>
            <p:cNvSpPr/>
            <p:nvPr/>
          </p:nvSpPr>
          <p:spPr>
            <a:xfrm>
              <a:off x="839525" y="1202450"/>
              <a:ext cx="551125" cy="190275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1819" y="2949"/>
                  </a:moveTo>
                  <a:cubicBezTo>
                    <a:pt x="16996" y="7611"/>
                    <a:pt x="10597" y="0"/>
                    <a:pt x="4949" y="1300"/>
                  </a:cubicBezTo>
                  <a:cubicBezTo>
                    <a:pt x="1962" y="2000"/>
                    <a:pt x="0" y="4312"/>
                    <a:pt x="100" y="7373"/>
                  </a:cubicBezTo>
                  <a:cubicBezTo>
                    <a:pt x="113" y="7461"/>
                    <a:pt x="225" y="7461"/>
                    <a:pt x="238" y="7373"/>
                  </a:cubicBezTo>
                  <a:cubicBezTo>
                    <a:pt x="513" y="1100"/>
                    <a:pt x="7511" y="887"/>
                    <a:pt x="11872" y="2724"/>
                  </a:cubicBezTo>
                  <a:cubicBezTo>
                    <a:pt x="13597" y="3449"/>
                    <a:pt x="15309" y="4437"/>
                    <a:pt x="17208" y="4661"/>
                  </a:cubicBezTo>
                  <a:cubicBezTo>
                    <a:pt x="19108" y="4886"/>
                    <a:pt x="20620" y="4387"/>
                    <a:pt x="21957" y="3087"/>
                  </a:cubicBezTo>
                  <a:cubicBezTo>
                    <a:pt x="22044" y="2999"/>
                    <a:pt x="21919" y="2874"/>
                    <a:pt x="21832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29"/>
            <p:cNvSpPr/>
            <p:nvPr/>
          </p:nvSpPr>
          <p:spPr>
            <a:xfrm>
              <a:off x="844200" y="1369575"/>
              <a:ext cx="180925" cy="121575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13" y="1688"/>
                  </a:moveTo>
                  <a:cubicBezTo>
                    <a:pt x="151" y="3700"/>
                    <a:pt x="2612" y="4862"/>
                    <a:pt x="4412" y="4325"/>
                  </a:cubicBezTo>
                  <a:cubicBezTo>
                    <a:pt x="5924" y="3875"/>
                    <a:pt x="7236" y="1338"/>
                    <a:pt x="5849" y="88"/>
                  </a:cubicBezTo>
                  <a:cubicBezTo>
                    <a:pt x="5774" y="1"/>
                    <a:pt x="5649" y="126"/>
                    <a:pt x="5737" y="201"/>
                  </a:cubicBezTo>
                  <a:cubicBezTo>
                    <a:pt x="7124" y="1725"/>
                    <a:pt x="5474" y="4025"/>
                    <a:pt x="3837" y="4225"/>
                  </a:cubicBezTo>
                  <a:cubicBezTo>
                    <a:pt x="2288" y="4425"/>
                    <a:pt x="326" y="3413"/>
                    <a:pt x="201" y="1688"/>
                  </a:cubicBezTo>
                  <a:cubicBezTo>
                    <a:pt x="201" y="1563"/>
                    <a:pt x="1" y="1563"/>
                    <a:pt x="13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29"/>
            <p:cNvSpPr/>
            <p:nvPr/>
          </p:nvSpPr>
          <p:spPr>
            <a:xfrm>
              <a:off x="898575" y="1348025"/>
              <a:ext cx="73125" cy="77200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49" y="488"/>
                  </a:moveTo>
                  <a:cubicBezTo>
                    <a:pt x="2025" y="1"/>
                    <a:pt x="800" y="351"/>
                    <a:pt x="387" y="1238"/>
                  </a:cubicBezTo>
                  <a:cubicBezTo>
                    <a:pt x="0" y="2063"/>
                    <a:pt x="612" y="2987"/>
                    <a:pt x="1487" y="3075"/>
                  </a:cubicBezTo>
                  <a:cubicBezTo>
                    <a:pt x="1600" y="3087"/>
                    <a:pt x="1625" y="2900"/>
                    <a:pt x="1512" y="2887"/>
                  </a:cubicBezTo>
                  <a:cubicBezTo>
                    <a:pt x="700" y="2737"/>
                    <a:pt x="200" y="1913"/>
                    <a:pt x="675" y="1163"/>
                  </a:cubicBezTo>
                  <a:cubicBezTo>
                    <a:pt x="1137" y="476"/>
                    <a:pt x="2037" y="251"/>
                    <a:pt x="2774" y="625"/>
                  </a:cubicBezTo>
                  <a:cubicBezTo>
                    <a:pt x="2862" y="663"/>
                    <a:pt x="2924" y="551"/>
                    <a:pt x="2849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29"/>
            <p:cNvSpPr/>
            <p:nvPr/>
          </p:nvSpPr>
          <p:spPr>
            <a:xfrm>
              <a:off x="944800" y="14189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29"/>
            <p:cNvSpPr/>
            <p:nvPr/>
          </p:nvSpPr>
          <p:spPr>
            <a:xfrm>
              <a:off x="752350" y="1240875"/>
              <a:ext cx="206850" cy="104050"/>
            </a:xfrm>
            <a:custGeom>
              <a:avLst/>
              <a:gdLst/>
              <a:ahLst/>
              <a:cxnLst/>
              <a:rect l="l" t="t" r="r" b="b"/>
              <a:pathLst>
                <a:path w="8274" h="4162" extrusionOk="0">
                  <a:moveTo>
                    <a:pt x="8123" y="25"/>
                  </a:moveTo>
                  <a:cubicBezTo>
                    <a:pt x="6999" y="263"/>
                    <a:pt x="5937" y="725"/>
                    <a:pt x="4987" y="1375"/>
                  </a:cubicBezTo>
                  <a:cubicBezTo>
                    <a:pt x="3537" y="2387"/>
                    <a:pt x="2063" y="4162"/>
                    <a:pt x="176" y="2875"/>
                  </a:cubicBezTo>
                  <a:cubicBezTo>
                    <a:pt x="101" y="2825"/>
                    <a:pt x="1" y="2950"/>
                    <a:pt x="76" y="3012"/>
                  </a:cubicBezTo>
                  <a:cubicBezTo>
                    <a:pt x="825" y="3699"/>
                    <a:pt x="1775" y="3699"/>
                    <a:pt x="2700" y="3299"/>
                  </a:cubicBezTo>
                  <a:cubicBezTo>
                    <a:pt x="3375" y="2999"/>
                    <a:pt x="3912" y="2475"/>
                    <a:pt x="4474" y="2025"/>
                  </a:cubicBezTo>
                  <a:cubicBezTo>
                    <a:pt x="5549" y="1137"/>
                    <a:pt x="6811" y="500"/>
                    <a:pt x="8173" y="175"/>
                  </a:cubicBezTo>
                  <a:cubicBezTo>
                    <a:pt x="8273" y="150"/>
                    <a:pt x="8223" y="0"/>
                    <a:pt x="812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29"/>
            <p:cNvSpPr/>
            <p:nvPr/>
          </p:nvSpPr>
          <p:spPr>
            <a:xfrm>
              <a:off x="1012600" y="1245875"/>
              <a:ext cx="88750" cy="80000"/>
            </a:xfrm>
            <a:custGeom>
              <a:avLst/>
              <a:gdLst/>
              <a:ahLst/>
              <a:cxnLst/>
              <a:rect l="l" t="t" r="r" b="b"/>
              <a:pathLst>
                <a:path w="3550" h="3200" extrusionOk="0">
                  <a:moveTo>
                    <a:pt x="3437" y="313"/>
                  </a:moveTo>
                  <a:cubicBezTo>
                    <a:pt x="2562" y="113"/>
                    <a:pt x="1700" y="0"/>
                    <a:pt x="900" y="488"/>
                  </a:cubicBezTo>
                  <a:cubicBezTo>
                    <a:pt x="363" y="813"/>
                    <a:pt x="0" y="1325"/>
                    <a:pt x="100" y="1975"/>
                  </a:cubicBezTo>
                  <a:cubicBezTo>
                    <a:pt x="200" y="2587"/>
                    <a:pt x="700" y="3062"/>
                    <a:pt x="1325" y="3137"/>
                  </a:cubicBezTo>
                  <a:cubicBezTo>
                    <a:pt x="1787" y="3187"/>
                    <a:pt x="2462" y="3024"/>
                    <a:pt x="2512" y="2475"/>
                  </a:cubicBezTo>
                  <a:cubicBezTo>
                    <a:pt x="2525" y="2387"/>
                    <a:pt x="2400" y="2387"/>
                    <a:pt x="2387" y="2475"/>
                  </a:cubicBezTo>
                  <a:cubicBezTo>
                    <a:pt x="2312" y="3199"/>
                    <a:pt x="1100" y="2937"/>
                    <a:pt x="788" y="2712"/>
                  </a:cubicBezTo>
                  <a:cubicBezTo>
                    <a:pt x="300" y="2362"/>
                    <a:pt x="150" y="1700"/>
                    <a:pt x="450" y="1175"/>
                  </a:cubicBezTo>
                  <a:cubicBezTo>
                    <a:pt x="1063" y="163"/>
                    <a:pt x="2412" y="263"/>
                    <a:pt x="3387" y="488"/>
                  </a:cubicBezTo>
                  <a:cubicBezTo>
                    <a:pt x="3499" y="513"/>
                    <a:pt x="3549" y="338"/>
                    <a:pt x="3437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29"/>
            <p:cNvSpPr/>
            <p:nvPr/>
          </p:nvSpPr>
          <p:spPr>
            <a:xfrm>
              <a:off x="1123500" y="1272100"/>
              <a:ext cx="33450" cy="43775"/>
            </a:xfrm>
            <a:custGeom>
              <a:avLst/>
              <a:gdLst/>
              <a:ahLst/>
              <a:cxnLst/>
              <a:rect l="l" t="t" r="r" b="b"/>
              <a:pathLst>
                <a:path w="1338" h="1751" extrusionOk="0">
                  <a:moveTo>
                    <a:pt x="1238" y="188"/>
                  </a:moveTo>
                  <a:cubicBezTo>
                    <a:pt x="688" y="1"/>
                    <a:pt x="1" y="326"/>
                    <a:pt x="76" y="976"/>
                  </a:cubicBezTo>
                  <a:cubicBezTo>
                    <a:pt x="126" y="1413"/>
                    <a:pt x="825" y="1750"/>
                    <a:pt x="1088" y="1326"/>
                  </a:cubicBezTo>
                  <a:cubicBezTo>
                    <a:pt x="1163" y="1213"/>
                    <a:pt x="975" y="1101"/>
                    <a:pt x="900" y="1213"/>
                  </a:cubicBezTo>
                  <a:cubicBezTo>
                    <a:pt x="788" y="1288"/>
                    <a:pt x="651" y="1301"/>
                    <a:pt x="538" y="1263"/>
                  </a:cubicBezTo>
                  <a:cubicBezTo>
                    <a:pt x="263" y="1026"/>
                    <a:pt x="213" y="813"/>
                    <a:pt x="388" y="613"/>
                  </a:cubicBezTo>
                  <a:cubicBezTo>
                    <a:pt x="551" y="301"/>
                    <a:pt x="888" y="263"/>
                    <a:pt x="1188" y="351"/>
                  </a:cubicBezTo>
                  <a:cubicBezTo>
                    <a:pt x="1288" y="376"/>
                    <a:pt x="1338" y="226"/>
                    <a:pt x="123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29"/>
            <p:cNvSpPr/>
            <p:nvPr/>
          </p:nvSpPr>
          <p:spPr>
            <a:xfrm>
              <a:off x="732975" y="129210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51" y="925"/>
                  </a:moveTo>
                  <a:cubicBezTo>
                    <a:pt x="1275" y="563"/>
                    <a:pt x="826" y="1"/>
                    <a:pt x="413" y="326"/>
                  </a:cubicBezTo>
                  <a:cubicBezTo>
                    <a:pt x="1" y="651"/>
                    <a:pt x="476" y="1275"/>
                    <a:pt x="888" y="975"/>
                  </a:cubicBezTo>
                  <a:cubicBezTo>
                    <a:pt x="963" y="925"/>
                    <a:pt x="913" y="813"/>
                    <a:pt x="826" y="826"/>
                  </a:cubicBezTo>
                  <a:lnTo>
                    <a:pt x="826" y="826"/>
                  </a:lnTo>
                  <a:cubicBezTo>
                    <a:pt x="788" y="901"/>
                    <a:pt x="888" y="1000"/>
                    <a:pt x="951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29"/>
            <p:cNvSpPr/>
            <p:nvPr/>
          </p:nvSpPr>
          <p:spPr>
            <a:xfrm>
              <a:off x="809225" y="1274925"/>
              <a:ext cx="77800" cy="113125"/>
            </a:xfrm>
            <a:custGeom>
              <a:avLst/>
              <a:gdLst/>
              <a:ahLst/>
              <a:cxnLst/>
              <a:rect l="l" t="t" r="r" b="b"/>
              <a:pathLst>
                <a:path w="3112" h="4525" extrusionOk="0">
                  <a:moveTo>
                    <a:pt x="2949" y="63"/>
                  </a:moveTo>
                  <a:cubicBezTo>
                    <a:pt x="1550" y="1163"/>
                    <a:pt x="525" y="2675"/>
                    <a:pt x="25" y="4374"/>
                  </a:cubicBezTo>
                  <a:cubicBezTo>
                    <a:pt x="0" y="4462"/>
                    <a:pt x="125" y="4524"/>
                    <a:pt x="175" y="4437"/>
                  </a:cubicBezTo>
                  <a:cubicBezTo>
                    <a:pt x="925" y="2825"/>
                    <a:pt x="1687" y="1338"/>
                    <a:pt x="3049" y="150"/>
                  </a:cubicBezTo>
                  <a:cubicBezTo>
                    <a:pt x="3112" y="100"/>
                    <a:pt x="3012" y="0"/>
                    <a:pt x="2949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29"/>
            <p:cNvSpPr/>
            <p:nvPr/>
          </p:nvSpPr>
          <p:spPr>
            <a:xfrm>
              <a:off x="792650" y="1376150"/>
              <a:ext cx="30650" cy="32525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725" y="500"/>
                  </a:moveTo>
                  <a:lnTo>
                    <a:pt x="725" y="563"/>
                  </a:lnTo>
                  <a:cubicBezTo>
                    <a:pt x="800" y="638"/>
                    <a:pt x="913" y="550"/>
                    <a:pt x="875" y="450"/>
                  </a:cubicBezTo>
                  <a:cubicBezTo>
                    <a:pt x="626" y="0"/>
                    <a:pt x="1" y="550"/>
                    <a:pt x="338" y="925"/>
                  </a:cubicBezTo>
                  <a:cubicBezTo>
                    <a:pt x="688" y="1300"/>
                    <a:pt x="1225" y="750"/>
                    <a:pt x="838" y="388"/>
                  </a:cubicBezTo>
                  <a:cubicBezTo>
                    <a:pt x="763" y="325"/>
                    <a:pt x="663" y="425"/>
                    <a:pt x="725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29"/>
            <p:cNvSpPr/>
            <p:nvPr/>
          </p:nvSpPr>
          <p:spPr>
            <a:xfrm>
              <a:off x="841400" y="1393325"/>
              <a:ext cx="5650" cy="9725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13" y="126"/>
                  </a:moveTo>
                  <a:cubicBezTo>
                    <a:pt x="0" y="201"/>
                    <a:pt x="13" y="276"/>
                    <a:pt x="63" y="326"/>
                  </a:cubicBezTo>
                  <a:cubicBezTo>
                    <a:pt x="100" y="388"/>
                    <a:pt x="225" y="376"/>
                    <a:pt x="225" y="288"/>
                  </a:cubicBezTo>
                  <a:cubicBezTo>
                    <a:pt x="213" y="238"/>
                    <a:pt x="213" y="176"/>
                    <a:pt x="213" y="126"/>
                  </a:cubicBezTo>
                  <a:cubicBezTo>
                    <a:pt x="200" y="1"/>
                    <a:pt x="13" y="1"/>
                    <a:pt x="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29"/>
            <p:cNvSpPr/>
            <p:nvPr/>
          </p:nvSpPr>
          <p:spPr>
            <a:xfrm>
              <a:off x="973550" y="1363650"/>
              <a:ext cx="9700" cy="6900"/>
            </a:xfrm>
            <a:custGeom>
              <a:avLst/>
              <a:gdLst/>
              <a:ahLst/>
              <a:cxnLst/>
              <a:rect l="l" t="t" r="r" b="b"/>
              <a:pathLst>
                <a:path w="388" h="276" extrusionOk="0">
                  <a:moveTo>
                    <a:pt x="75" y="188"/>
                  </a:moveTo>
                  <a:cubicBezTo>
                    <a:pt x="138" y="225"/>
                    <a:pt x="213" y="250"/>
                    <a:pt x="288" y="263"/>
                  </a:cubicBezTo>
                  <a:cubicBezTo>
                    <a:pt x="350" y="275"/>
                    <a:pt x="388" y="213"/>
                    <a:pt x="350" y="163"/>
                  </a:cubicBezTo>
                  <a:cubicBezTo>
                    <a:pt x="300" y="100"/>
                    <a:pt x="225" y="50"/>
                    <a:pt x="138" y="25"/>
                  </a:cubicBezTo>
                  <a:cubicBezTo>
                    <a:pt x="50" y="0"/>
                    <a:pt x="0" y="138"/>
                    <a:pt x="75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29"/>
            <p:cNvSpPr/>
            <p:nvPr/>
          </p:nvSpPr>
          <p:spPr>
            <a:xfrm>
              <a:off x="832025" y="1234000"/>
              <a:ext cx="156850" cy="27525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6174" y="13"/>
                  </a:moveTo>
                  <a:cubicBezTo>
                    <a:pt x="5324" y="0"/>
                    <a:pt x="4462" y="75"/>
                    <a:pt x="3624" y="250"/>
                  </a:cubicBezTo>
                  <a:cubicBezTo>
                    <a:pt x="2475" y="488"/>
                    <a:pt x="1350" y="925"/>
                    <a:pt x="163" y="613"/>
                  </a:cubicBezTo>
                  <a:cubicBezTo>
                    <a:pt x="50" y="575"/>
                    <a:pt x="0" y="763"/>
                    <a:pt x="113" y="788"/>
                  </a:cubicBezTo>
                  <a:cubicBezTo>
                    <a:pt x="913" y="1100"/>
                    <a:pt x="1625" y="950"/>
                    <a:pt x="2450" y="775"/>
                  </a:cubicBezTo>
                  <a:cubicBezTo>
                    <a:pt x="3687" y="500"/>
                    <a:pt x="4899" y="250"/>
                    <a:pt x="6174" y="188"/>
                  </a:cubicBezTo>
                  <a:cubicBezTo>
                    <a:pt x="6274" y="175"/>
                    <a:pt x="6274" y="25"/>
                    <a:pt x="6174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9"/>
            <p:cNvSpPr/>
            <p:nvPr/>
          </p:nvSpPr>
          <p:spPr>
            <a:xfrm>
              <a:off x="810775" y="1233675"/>
              <a:ext cx="33150" cy="30975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875" y="688"/>
                  </a:moveTo>
                  <a:lnTo>
                    <a:pt x="763" y="651"/>
                  </a:lnTo>
                  <a:cubicBezTo>
                    <a:pt x="700" y="726"/>
                    <a:pt x="763" y="826"/>
                    <a:pt x="850" y="813"/>
                  </a:cubicBezTo>
                  <a:cubicBezTo>
                    <a:pt x="1325" y="651"/>
                    <a:pt x="850" y="1"/>
                    <a:pt x="463" y="226"/>
                  </a:cubicBezTo>
                  <a:cubicBezTo>
                    <a:pt x="0" y="526"/>
                    <a:pt x="550" y="1238"/>
                    <a:pt x="975" y="801"/>
                  </a:cubicBezTo>
                  <a:cubicBezTo>
                    <a:pt x="1038" y="738"/>
                    <a:pt x="950" y="638"/>
                    <a:pt x="875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29"/>
            <p:cNvSpPr/>
            <p:nvPr/>
          </p:nvSpPr>
          <p:spPr>
            <a:xfrm>
              <a:off x="766400" y="1291175"/>
              <a:ext cx="73150" cy="22525"/>
            </a:xfrm>
            <a:custGeom>
              <a:avLst/>
              <a:gdLst/>
              <a:ahLst/>
              <a:cxnLst/>
              <a:rect l="l" t="t" r="r" b="b"/>
              <a:pathLst>
                <a:path w="2926" h="901" extrusionOk="0">
                  <a:moveTo>
                    <a:pt x="2813" y="638"/>
                  </a:moveTo>
                  <a:cubicBezTo>
                    <a:pt x="2500" y="338"/>
                    <a:pt x="2113" y="150"/>
                    <a:pt x="1688" y="100"/>
                  </a:cubicBezTo>
                  <a:cubicBezTo>
                    <a:pt x="1226" y="38"/>
                    <a:pt x="526" y="0"/>
                    <a:pt x="113" y="263"/>
                  </a:cubicBezTo>
                  <a:cubicBezTo>
                    <a:pt x="1" y="325"/>
                    <a:pt x="76" y="488"/>
                    <a:pt x="201" y="463"/>
                  </a:cubicBezTo>
                  <a:cubicBezTo>
                    <a:pt x="976" y="263"/>
                    <a:pt x="2025" y="213"/>
                    <a:pt x="2650" y="800"/>
                  </a:cubicBezTo>
                  <a:cubicBezTo>
                    <a:pt x="2763" y="900"/>
                    <a:pt x="2925" y="738"/>
                    <a:pt x="28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29"/>
            <p:cNvSpPr/>
            <p:nvPr/>
          </p:nvSpPr>
          <p:spPr>
            <a:xfrm>
              <a:off x="767350" y="1296800"/>
              <a:ext cx="70625" cy="23450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63" y="200"/>
                  </a:moveTo>
                  <a:cubicBezTo>
                    <a:pt x="575" y="887"/>
                    <a:pt x="2012" y="937"/>
                    <a:pt x="2712" y="575"/>
                  </a:cubicBezTo>
                  <a:cubicBezTo>
                    <a:pt x="2825" y="513"/>
                    <a:pt x="2737" y="375"/>
                    <a:pt x="2637" y="388"/>
                  </a:cubicBezTo>
                  <a:cubicBezTo>
                    <a:pt x="1925" y="500"/>
                    <a:pt x="763" y="762"/>
                    <a:pt x="213" y="88"/>
                  </a:cubicBezTo>
                  <a:cubicBezTo>
                    <a:pt x="150" y="0"/>
                    <a:pt x="0" y="113"/>
                    <a:pt x="63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9"/>
            <p:cNvSpPr/>
            <p:nvPr/>
          </p:nvSpPr>
          <p:spPr>
            <a:xfrm>
              <a:off x="919500" y="1249000"/>
              <a:ext cx="18150" cy="56875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325" y="163"/>
                  </a:moveTo>
                  <a:cubicBezTo>
                    <a:pt x="488" y="800"/>
                    <a:pt x="400" y="1475"/>
                    <a:pt x="75" y="2037"/>
                  </a:cubicBezTo>
                  <a:cubicBezTo>
                    <a:pt x="0" y="2162"/>
                    <a:pt x="188" y="2275"/>
                    <a:pt x="263" y="2150"/>
                  </a:cubicBezTo>
                  <a:cubicBezTo>
                    <a:pt x="638" y="1537"/>
                    <a:pt x="725" y="800"/>
                    <a:pt x="500" y="113"/>
                  </a:cubicBezTo>
                  <a:cubicBezTo>
                    <a:pt x="463" y="0"/>
                    <a:pt x="288" y="50"/>
                    <a:pt x="3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29"/>
            <p:cNvSpPr/>
            <p:nvPr/>
          </p:nvSpPr>
          <p:spPr>
            <a:xfrm>
              <a:off x="914500" y="1250875"/>
              <a:ext cx="16275" cy="54375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463" y="1987"/>
                  </a:moveTo>
                  <a:cubicBezTo>
                    <a:pt x="338" y="1625"/>
                    <a:pt x="288" y="1225"/>
                    <a:pt x="350" y="850"/>
                  </a:cubicBezTo>
                  <a:cubicBezTo>
                    <a:pt x="400" y="563"/>
                    <a:pt x="538" y="388"/>
                    <a:pt x="638" y="150"/>
                  </a:cubicBezTo>
                  <a:cubicBezTo>
                    <a:pt x="650" y="100"/>
                    <a:pt x="625" y="63"/>
                    <a:pt x="588" y="50"/>
                  </a:cubicBezTo>
                  <a:cubicBezTo>
                    <a:pt x="288" y="0"/>
                    <a:pt x="188" y="325"/>
                    <a:pt x="113" y="563"/>
                  </a:cubicBezTo>
                  <a:cubicBezTo>
                    <a:pt x="0" y="1062"/>
                    <a:pt x="50" y="1575"/>
                    <a:pt x="250" y="2050"/>
                  </a:cubicBezTo>
                  <a:cubicBezTo>
                    <a:pt x="300" y="2175"/>
                    <a:pt x="500" y="2125"/>
                    <a:pt x="463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29"/>
            <p:cNvSpPr/>
            <p:nvPr/>
          </p:nvSpPr>
          <p:spPr>
            <a:xfrm>
              <a:off x="1186925" y="1310225"/>
              <a:ext cx="83125" cy="26900"/>
            </a:xfrm>
            <a:custGeom>
              <a:avLst/>
              <a:gdLst/>
              <a:ahLst/>
              <a:cxnLst/>
              <a:rect l="l" t="t" r="r" b="b"/>
              <a:pathLst>
                <a:path w="3325" h="1076" extrusionOk="0">
                  <a:moveTo>
                    <a:pt x="3200" y="151"/>
                  </a:moveTo>
                  <a:cubicBezTo>
                    <a:pt x="2187" y="1"/>
                    <a:pt x="813" y="151"/>
                    <a:pt x="63" y="913"/>
                  </a:cubicBezTo>
                  <a:cubicBezTo>
                    <a:pt x="1" y="963"/>
                    <a:pt x="63" y="1075"/>
                    <a:pt x="138" y="1050"/>
                  </a:cubicBezTo>
                  <a:cubicBezTo>
                    <a:pt x="613" y="888"/>
                    <a:pt x="1013" y="600"/>
                    <a:pt x="1500" y="475"/>
                  </a:cubicBezTo>
                  <a:cubicBezTo>
                    <a:pt x="2050" y="338"/>
                    <a:pt x="2612" y="300"/>
                    <a:pt x="3162" y="363"/>
                  </a:cubicBezTo>
                  <a:cubicBezTo>
                    <a:pt x="3287" y="375"/>
                    <a:pt x="3325" y="163"/>
                    <a:pt x="3200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29"/>
            <p:cNvSpPr/>
            <p:nvPr/>
          </p:nvSpPr>
          <p:spPr>
            <a:xfrm>
              <a:off x="1187250" y="1314900"/>
              <a:ext cx="100600" cy="30975"/>
            </a:xfrm>
            <a:custGeom>
              <a:avLst/>
              <a:gdLst/>
              <a:ahLst/>
              <a:cxnLst/>
              <a:rect l="l" t="t" r="r" b="b"/>
              <a:pathLst>
                <a:path w="4024" h="1239" extrusionOk="0">
                  <a:moveTo>
                    <a:pt x="138" y="1001"/>
                  </a:moveTo>
                  <a:cubicBezTo>
                    <a:pt x="762" y="1113"/>
                    <a:pt x="1412" y="1238"/>
                    <a:pt x="2049" y="1151"/>
                  </a:cubicBezTo>
                  <a:cubicBezTo>
                    <a:pt x="2724" y="1038"/>
                    <a:pt x="3312" y="688"/>
                    <a:pt x="3887" y="313"/>
                  </a:cubicBezTo>
                  <a:cubicBezTo>
                    <a:pt x="4024" y="226"/>
                    <a:pt x="3887" y="1"/>
                    <a:pt x="3749" y="88"/>
                  </a:cubicBezTo>
                  <a:cubicBezTo>
                    <a:pt x="3287" y="401"/>
                    <a:pt x="2787" y="713"/>
                    <a:pt x="2237" y="851"/>
                  </a:cubicBezTo>
                  <a:cubicBezTo>
                    <a:pt x="1575" y="1013"/>
                    <a:pt x="862" y="901"/>
                    <a:pt x="187" y="788"/>
                  </a:cubicBezTo>
                  <a:cubicBezTo>
                    <a:pt x="50" y="776"/>
                    <a:pt x="0" y="976"/>
                    <a:pt x="138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9"/>
            <p:cNvSpPr/>
            <p:nvPr/>
          </p:nvSpPr>
          <p:spPr>
            <a:xfrm>
              <a:off x="585525" y="1460800"/>
              <a:ext cx="199975" cy="551150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3487" y="21958"/>
                  </a:moveTo>
                  <a:cubicBezTo>
                    <a:pt x="4799" y="20621"/>
                    <a:pt x="5299" y="19108"/>
                    <a:pt x="5074" y="17209"/>
                  </a:cubicBezTo>
                  <a:cubicBezTo>
                    <a:pt x="4912" y="15809"/>
                    <a:pt x="4287" y="14560"/>
                    <a:pt x="3749" y="13285"/>
                  </a:cubicBezTo>
                  <a:cubicBezTo>
                    <a:pt x="1875" y="8811"/>
                    <a:pt x="0" y="576"/>
                    <a:pt x="7786" y="238"/>
                  </a:cubicBezTo>
                  <a:cubicBezTo>
                    <a:pt x="7861" y="238"/>
                    <a:pt x="7861" y="113"/>
                    <a:pt x="7786" y="101"/>
                  </a:cubicBezTo>
                  <a:cubicBezTo>
                    <a:pt x="4737" y="1"/>
                    <a:pt x="2400" y="1975"/>
                    <a:pt x="1712" y="4962"/>
                  </a:cubicBezTo>
                  <a:cubicBezTo>
                    <a:pt x="400" y="10611"/>
                    <a:pt x="7998" y="17034"/>
                    <a:pt x="3362" y="21833"/>
                  </a:cubicBezTo>
                  <a:cubicBezTo>
                    <a:pt x="3274" y="21908"/>
                    <a:pt x="3412" y="22045"/>
                    <a:pt x="3487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29"/>
            <p:cNvSpPr/>
            <p:nvPr/>
          </p:nvSpPr>
          <p:spPr>
            <a:xfrm>
              <a:off x="762975" y="1465800"/>
              <a:ext cx="121550" cy="180925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1688" y="201"/>
                  </a:moveTo>
                  <a:cubicBezTo>
                    <a:pt x="3412" y="326"/>
                    <a:pt x="4424" y="2288"/>
                    <a:pt x="4224" y="3837"/>
                  </a:cubicBezTo>
                  <a:cubicBezTo>
                    <a:pt x="4024" y="5462"/>
                    <a:pt x="1725" y="7124"/>
                    <a:pt x="200" y="5724"/>
                  </a:cubicBezTo>
                  <a:cubicBezTo>
                    <a:pt x="125" y="5649"/>
                    <a:pt x="0" y="5774"/>
                    <a:pt x="88" y="5849"/>
                  </a:cubicBezTo>
                  <a:cubicBezTo>
                    <a:pt x="1338" y="7237"/>
                    <a:pt x="3874" y="5924"/>
                    <a:pt x="4324" y="4412"/>
                  </a:cubicBezTo>
                  <a:cubicBezTo>
                    <a:pt x="4862" y="2600"/>
                    <a:pt x="3700" y="151"/>
                    <a:pt x="1688" y="13"/>
                  </a:cubicBezTo>
                  <a:cubicBezTo>
                    <a:pt x="1563" y="1"/>
                    <a:pt x="1563" y="201"/>
                    <a:pt x="16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29"/>
            <p:cNvSpPr/>
            <p:nvPr/>
          </p:nvSpPr>
          <p:spPr>
            <a:xfrm>
              <a:off x="741425" y="1520175"/>
              <a:ext cx="77175" cy="73125"/>
            </a:xfrm>
            <a:custGeom>
              <a:avLst/>
              <a:gdLst/>
              <a:ahLst/>
              <a:cxnLst/>
              <a:rect l="l" t="t" r="r" b="b"/>
              <a:pathLst>
                <a:path w="3087" h="2925" extrusionOk="0">
                  <a:moveTo>
                    <a:pt x="625" y="2775"/>
                  </a:moveTo>
                  <a:cubicBezTo>
                    <a:pt x="250" y="2037"/>
                    <a:pt x="475" y="1138"/>
                    <a:pt x="1162" y="675"/>
                  </a:cubicBezTo>
                  <a:cubicBezTo>
                    <a:pt x="1900" y="188"/>
                    <a:pt x="2737" y="713"/>
                    <a:pt x="2874" y="1512"/>
                  </a:cubicBezTo>
                  <a:cubicBezTo>
                    <a:pt x="2899" y="1625"/>
                    <a:pt x="3087" y="1600"/>
                    <a:pt x="3074" y="1487"/>
                  </a:cubicBezTo>
                  <a:cubicBezTo>
                    <a:pt x="2987" y="613"/>
                    <a:pt x="2062" y="0"/>
                    <a:pt x="1237" y="388"/>
                  </a:cubicBezTo>
                  <a:cubicBezTo>
                    <a:pt x="350" y="800"/>
                    <a:pt x="0" y="2025"/>
                    <a:pt x="488" y="2850"/>
                  </a:cubicBezTo>
                  <a:cubicBezTo>
                    <a:pt x="538" y="2925"/>
                    <a:pt x="663" y="2862"/>
                    <a:pt x="625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29"/>
            <p:cNvSpPr/>
            <p:nvPr/>
          </p:nvSpPr>
          <p:spPr>
            <a:xfrm>
              <a:off x="812325" y="1566400"/>
              <a:ext cx="25" cy="350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9"/>
            <p:cNvSpPr/>
            <p:nvPr/>
          </p:nvSpPr>
          <p:spPr>
            <a:xfrm>
              <a:off x="633950" y="1373950"/>
              <a:ext cx="104050" cy="206550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175" y="8174"/>
                  </a:moveTo>
                  <a:cubicBezTo>
                    <a:pt x="463" y="6974"/>
                    <a:pt x="988" y="5862"/>
                    <a:pt x="1725" y="4887"/>
                  </a:cubicBezTo>
                  <a:cubicBezTo>
                    <a:pt x="2250" y="4187"/>
                    <a:pt x="2937" y="3525"/>
                    <a:pt x="3312" y="2700"/>
                  </a:cubicBezTo>
                  <a:cubicBezTo>
                    <a:pt x="3712" y="1788"/>
                    <a:pt x="3699" y="826"/>
                    <a:pt x="3025" y="76"/>
                  </a:cubicBezTo>
                  <a:cubicBezTo>
                    <a:pt x="2962" y="1"/>
                    <a:pt x="2837" y="88"/>
                    <a:pt x="2887" y="176"/>
                  </a:cubicBezTo>
                  <a:cubicBezTo>
                    <a:pt x="4162" y="2050"/>
                    <a:pt x="2400" y="3537"/>
                    <a:pt x="1387" y="4987"/>
                  </a:cubicBezTo>
                  <a:cubicBezTo>
                    <a:pt x="738" y="5937"/>
                    <a:pt x="275" y="6999"/>
                    <a:pt x="25" y="8124"/>
                  </a:cubicBezTo>
                  <a:cubicBezTo>
                    <a:pt x="0" y="8224"/>
                    <a:pt x="150" y="8261"/>
                    <a:pt x="188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29"/>
            <p:cNvSpPr/>
            <p:nvPr/>
          </p:nvSpPr>
          <p:spPr>
            <a:xfrm>
              <a:off x="638950" y="1634200"/>
              <a:ext cx="81550" cy="88450"/>
            </a:xfrm>
            <a:custGeom>
              <a:avLst/>
              <a:gdLst/>
              <a:ahLst/>
              <a:cxnLst/>
              <a:rect l="l" t="t" r="r" b="b"/>
              <a:pathLst>
                <a:path w="3262" h="3538" extrusionOk="0">
                  <a:moveTo>
                    <a:pt x="488" y="3387"/>
                  </a:moveTo>
                  <a:cubicBezTo>
                    <a:pt x="275" y="2413"/>
                    <a:pt x="175" y="1050"/>
                    <a:pt x="1187" y="438"/>
                  </a:cubicBezTo>
                  <a:cubicBezTo>
                    <a:pt x="1650" y="176"/>
                    <a:pt x="2250" y="263"/>
                    <a:pt x="2625" y="650"/>
                  </a:cubicBezTo>
                  <a:cubicBezTo>
                    <a:pt x="2937" y="975"/>
                    <a:pt x="3262" y="2300"/>
                    <a:pt x="2475" y="2388"/>
                  </a:cubicBezTo>
                  <a:cubicBezTo>
                    <a:pt x="2400" y="2388"/>
                    <a:pt x="2400" y="2525"/>
                    <a:pt x="2475" y="2512"/>
                  </a:cubicBezTo>
                  <a:cubicBezTo>
                    <a:pt x="3024" y="2462"/>
                    <a:pt x="3199" y="1788"/>
                    <a:pt x="3137" y="1313"/>
                  </a:cubicBezTo>
                  <a:cubicBezTo>
                    <a:pt x="3074" y="700"/>
                    <a:pt x="2600" y="201"/>
                    <a:pt x="1975" y="101"/>
                  </a:cubicBezTo>
                  <a:cubicBezTo>
                    <a:pt x="1337" y="1"/>
                    <a:pt x="825" y="363"/>
                    <a:pt x="500" y="900"/>
                  </a:cubicBezTo>
                  <a:cubicBezTo>
                    <a:pt x="0" y="1700"/>
                    <a:pt x="125" y="2562"/>
                    <a:pt x="325" y="3425"/>
                  </a:cubicBezTo>
                  <a:cubicBezTo>
                    <a:pt x="350" y="3537"/>
                    <a:pt x="525" y="3500"/>
                    <a:pt x="488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29"/>
            <p:cNvSpPr/>
            <p:nvPr/>
          </p:nvSpPr>
          <p:spPr>
            <a:xfrm>
              <a:off x="665200" y="1745425"/>
              <a:ext cx="44075" cy="33150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350" y="1175"/>
                  </a:moveTo>
                  <a:cubicBezTo>
                    <a:pt x="262" y="863"/>
                    <a:pt x="312" y="538"/>
                    <a:pt x="625" y="363"/>
                  </a:cubicBezTo>
                  <a:cubicBezTo>
                    <a:pt x="825" y="188"/>
                    <a:pt x="1037" y="238"/>
                    <a:pt x="1262" y="525"/>
                  </a:cubicBezTo>
                  <a:cubicBezTo>
                    <a:pt x="1312" y="650"/>
                    <a:pt x="1300" y="788"/>
                    <a:pt x="1225" y="900"/>
                  </a:cubicBezTo>
                  <a:cubicBezTo>
                    <a:pt x="1112" y="975"/>
                    <a:pt x="1212" y="1150"/>
                    <a:pt x="1325" y="1075"/>
                  </a:cubicBezTo>
                  <a:cubicBezTo>
                    <a:pt x="1762" y="813"/>
                    <a:pt x="1412" y="113"/>
                    <a:pt x="987" y="63"/>
                  </a:cubicBezTo>
                  <a:cubicBezTo>
                    <a:pt x="325" y="0"/>
                    <a:pt x="0" y="688"/>
                    <a:pt x="200" y="1225"/>
                  </a:cubicBezTo>
                  <a:cubicBezTo>
                    <a:pt x="237" y="1325"/>
                    <a:pt x="387" y="1288"/>
                    <a:pt x="3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29"/>
            <p:cNvSpPr/>
            <p:nvPr/>
          </p:nvSpPr>
          <p:spPr>
            <a:xfrm>
              <a:off x="685175" y="1354600"/>
              <a:ext cx="32200" cy="31875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838" y="825"/>
                  </a:moveTo>
                  <a:lnTo>
                    <a:pt x="838" y="825"/>
                  </a:lnTo>
                  <a:cubicBezTo>
                    <a:pt x="826" y="900"/>
                    <a:pt x="926" y="950"/>
                    <a:pt x="988" y="887"/>
                  </a:cubicBezTo>
                  <a:cubicBezTo>
                    <a:pt x="1288" y="475"/>
                    <a:pt x="663" y="0"/>
                    <a:pt x="326" y="412"/>
                  </a:cubicBezTo>
                  <a:cubicBezTo>
                    <a:pt x="1" y="825"/>
                    <a:pt x="563" y="1275"/>
                    <a:pt x="938" y="950"/>
                  </a:cubicBezTo>
                  <a:cubicBezTo>
                    <a:pt x="1001" y="887"/>
                    <a:pt x="913" y="775"/>
                    <a:pt x="838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29"/>
            <p:cNvSpPr/>
            <p:nvPr/>
          </p:nvSpPr>
          <p:spPr>
            <a:xfrm>
              <a:off x="668300" y="143050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1" y="3050"/>
                  </a:moveTo>
                  <a:cubicBezTo>
                    <a:pt x="1338" y="1688"/>
                    <a:pt x="2813" y="926"/>
                    <a:pt x="4437" y="176"/>
                  </a:cubicBezTo>
                  <a:cubicBezTo>
                    <a:pt x="4525" y="138"/>
                    <a:pt x="4462" y="1"/>
                    <a:pt x="4375" y="26"/>
                  </a:cubicBezTo>
                  <a:cubicBezTo>
                    <a:pt x="2663" y="538"/>
                    <a:pt x="1163" y="1550"/>
                    <a:pt x="51" y="2950"/>
                  </a:cubicBezTo>
                  <a:cubicBezTo>
                    <a:pt x="1" y="3012"/>
                    <a:pt x="88" y="3100"/>
                    <a:pt x="151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29"/>
            <p:cNvSpPr/>
            <p:nvPr/>
          </p:nvSpPr>
          <p:spPr>
            <a:xfrm>
              <a:off x="769525" y="1413950"/>
              <a:ext cx="32525" cy="3095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850"/>
                  </a:moveTo>
                  <a:cubicBezTo>
                    <a:pt x="751" y="1238"/>
                    <a:pt x="1301" y="700"/>
                    <a:pt x="926" y="350"/>
                  </a:cubicBezTo>
                  <a:cubicBezTo>
                    <a:pt x="551" y="0"/>
                    <a:pt x="1" y="638"/>
                    <a:pt x="451" y="888"/>
                  </a:cubicBezTo>
                  <a:cubicBezTo>
                    <a:pt x="538" y="925"/>
                    <a:pt x="626" y="813"/>
                    <a:pt x="563" y="738"/>
                  </a:cubicBezTo>
                  <a:lnTo>
                    <a:pt x="501" y="738"/>
                  </a:lnTo>
                  <a:cubicBezTo>
                    <a:pt x="426" y="675"/>
                    <a:pt x="326" y="775"/>
                    <a:pt x="3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29"/>
            <p:cNvSpPr/>
            <p:nvPr/>
          </p:nvSpPr>
          <p:spPr>
            <a:xfrm>
              <a:off x="786400" y="1462675"/>
              <a:ext cx="10025" cy="5975"/>
            </a:xfrm>
            <a:custGeom>
              <a:avLst/>
              <a:gdLst/>
              <a:ahLst/>
              <a:cxnLst/>
              <a:rect l="l" t="t" r="r" b="b"/>
              <a:pathLst>
                <a:path w="401" h="239" extrusionOk="0">
                  <a:moveTo>
                    <a:pt x="126" y="213"/>
                  </a:moveTo>
                  <a:cubicBezTo>
                    <a:pt x="188" y="213"/>
                    <a:pt x="238" y="213"/>
                    <a:pt x="301" y="226"/>
                  </a:cubicBezTo>
                  <a:cubicBezTo>
                    <a:pt x="388" y="238"/>
                    <a:pt x="401" y="113"/>
                    <a:pt x="338" y="76"/>
                  </a:cubicBezTo>
                  <a:cubicBezTo>
                    <a:pt x="276" y="26"/>
                    <a:pt x="201" y="1"/>
                    <a:pt x="126" y="13"/>
                  </a:cubicBezTo>
                  <a:cubicBezTo>
                    <a:pt x="1" y="13"/>
                    <a:pt x="1" y="201"/>
                    <a:pt x="126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29"/>
            <p:cNvSpPr/>
            <p:nvPr/>
          </p:nvSpPr>
          <p:spPr>
            <a:xfrm>
              <a:off x="756725" y="1594850"/>
              <a:ext cx="7200" cy="10000"/>
            </a:xfrm>
            <a:custGeom>
              <a:avLst/>
              <a:gdLst/>
              <a:ahLst/>
              <a:cxnLst/>
              <a:rect l="l" t="t" r="r" b="b"/>
              <a:pathLst>
                <a:path w="288" h="400" extrusionOk="0">
                  <a:moveTo>
                    <a:pt x="38" y="150"/>
                  </a:moveTo>
                  <a:cubicBezTo>
                    <a:pt x="63" y="237"/>
                    <a:pt x="101" y="312"/>
                    <a:pt x="176" y="362"/>
                  </a:cubicBezTo>
                  <a:cubicBezTo>
                    <a:pt x="213" y="400"/>
                    <a:pt x="288" y="362"/>
                    <a:pt x="275" y="300"/>
                  </a:cubicBezTo>
                  <a:cubicBezTo>
                    <a:pt x="263" y="225"/>
                    <a:pt x="238" y="150"/>
                    <a:pt x="188" y="88"/>
                  </a:cubicBezTo>
                  <a:cubicBezTo>
                    <a:pt x="151" y="0"/>
                    <a:pt x="1" y="63"/>
                    <a:pt x="38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29"/>
            <p:cNvSpPr/>
            <p:nvPr/>
          </p:nvSpPr>
          <p:spPr>
            <a:xfrm>
              <a:off x="627075" y="1453625"/>
              <a:ext cx="27825" cy="156850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188" y="6174"/>
                  </a:moveTo>
                  <a:cubicBezTo>
                    <a:pt x="250" y="4899"/>
                    <a:pt x="500" y="3675"/>
                    <a:pt x="775" y="2437"/>
                  </a:cubicBezTo>
                  <a:cubicBezTo>
                    <a:pt x="950" y="1625"/>
                    <a:pt x="1113" y="913"/>
                    <a:pt x="788" y="113"/>
                  </a:cubicBezTo>
                  <a:cubicBezTo>
                    <a:pt x="750" y="1"/>
                    <a:pt x="588" y="51"/>
                    <a:pt x="613" y="163"/>
                  </a:cubicBezTo>
                  <a:cubicBezTo>
                    <a:pt x="925" y="1338"/>
                    <a:pt x="488" y="2462"/>
                    <a:pt x="250" y="3625"/>
                  </a:cubicBezTo>
                  <a:cubicBezTo>
                    <a:pt x="75" y="4462"/>
                    <a:pt x="0" y="5312"/>
                    <a:pt x="0" y="6174"/>
                  </a:cubicBezTo>
                  <a:cubicBezTo>
                    <a:pt x="25" y="6274"/>
                    <a:pt x="175" y="6274"/>
                    <a:pt x="188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29"/>
            <p:cNvSpPr/>
            <p:nvPr/>
          </p:nvSpPr>
          <p:spPr>
            <a:xfrm>
              <a:off x="627075" y="1432375"/>
              <a:ext cx="30950" cy="33150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800" y="976"/>
                  </a:moveTo>
                  <a:cubicBezTo>
                    <a:pt x="1238" y="551"/>
                    <a:pt x="513" y="1"/>
                    <a:pt x="225" y="476"/>
                  </a:cubicBezTo>
                  <a:cubicBezTo>
                    <a:pt x="0" y="851"/>
                    <a:pt x="663" y="1325"/>
                    <a:pt x="813" y="851"/>
                  </a:cubicBezTo>
                  <a:cubicBezTo>
                    <a:pt x="825" y="763"/>
                    <a:pt x="725" y="701"/>
                    <a:pt x="650" y="763"/>
                  </a:cubicBezTo>
                  <a:cubicBezTo>
                    <a:pt x="663" y="801"/>
                    <a:pt x="675" y="838"/>
                    <a:pt x="688" y="876"/>
                  </a:cubicBezTo>
                  <a:cubicBezTo>
                    <a:pt x="638" y="963"/>
                    <a:pt x="738" y="1038"/>
                    <a:pt x="813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29"/>
            <p:cNvSpPr/>
            <p:nvPr/>
          </p:nvSpPr>
          <p:spPr>
            <a:xfrm>
              <a:off x="684550" y="1388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1" y="2650"/>
                  </a:moveTo>
                  <a:cubicBezTo>
                    <a:pt x="213" y="2012"/>
                    <a:pt x="263" y="975"/>
                    <a:pt x="451" y="188"/>
                  </a:cubicBezTo>
                  <a:cubicBezTo>
                    <a:pt x="488" y="63"/>
                    <a:pt x="326" y="0"/>
                    <a:pt x="251" y="113"/>
                  </a:cubicBezTo>
                  <a:cubicBezTo>
                    <a:pt x="1" y="525"/>
                    <a:pt x="26" y="1225"/>
                    <a:pt x="101" y="1687"/>
                  </a:cubicBezTo>
                  <a:cubicBezTo>
                    <a:pt x="151" y="2112"/>
                    <a:pt x="338" y="2500"/>
                    <a:pt x="638" y="2812"/>
                  </a:cubicBezTo>
                  <a:cubicBezTo>
                    <a:pt x="738" y="2912"/>
                    <a:pt x="901" y="2750"/>
                    <a:pt x="7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29"/>
            <p:cNvSpPr/>
            <p:nvPr/>
          </p:nvSpPr>
          <p:spPr>
            <a:xfrm>
              <a:off x="690175" y="1388950"/>
              <a:ext cx="23775" cy="70625"/>
            </a:xfrm>
            <a:custGeom>
              <a:avLst/>
              <a:gdLst/>
              <a:ahLst/>
              <a:cxnLst/>
              <a:rect l="l" t="t" r="r" b="b"/>
              <a:pathLst>
                <a:path w="951" h="2825" extrusionOk="0">
                  <a:moveTo>
                    <a:pt x="88" y="213"/>
                  </a:moveTo>
                  <a:cubicBezTo>
                    <a:pt x="763" y="763"/>
                    <a:pt x="501" y="1938"/>
                    <a:pt x="401" y="2650"/>
                  </a:cubicBezTo>
                  <a:cubicBezTo>
                    <a:pt x="376" y="2750"/>
                    <a:pt x="513" y="2825"/>
                    <a:pt x="576" y="2725"/>
                  </a:cubicBezTo>
                  <a:cubicBezTo>
                    <a:pt x="951" y="2013"/>
                    <a:pt x="888" y="588"/>
                    <a:pt x="201" y="63"/>
                  </a:cubicBezTo>
                  <a:cubicBezTo>
                    <a:pt x="113" y="1"/>
                    <a:pt x="1" y="138"/>
                    <a:pt x="88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29"/>
            <p:cNvSpPr/>
            <p:nvPr/>
          </p:nvSpPr>
          <p:spPr>
            <a:xfrm>
              <a:off x="642075" y="1541100"/>
              <a:ext cx="56875" cy="18150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113" y="500"/>
                  </a:moveTo>
                  <a:cubicBezTo>
                    <a:pt x="800" y="725"/>
                    <a:pt x="1537" y="638"/>
                    <a:pt x="2150" y="251"/>
                  </a:cubicBezTo>
                  <a:cubicBezTo>
                    <a:pt x="2275" y="188"/>
                    <a:pt x="2162" y="1"/>
                    <a:pt x="2037" y="63"/>
                  </a:cubicBezTo>
                  <a:cubicBezTo>
                    <a:pt x="1475" y="401"/>
                    <a:pt x="800" y="488"/>
                    <a:pt x="163" y="313"/>
                  </a:cubicBezTo>
                  <a:cubicBezTo>
                    <a:pt x="50" y="288"/>
                    <a:pt x="0" y="463"/>
                    <a:pt x="113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9"/>
            <p:cNvSpPr/>
            <p:nvPr/>
          </p:nvSpPr>
          <p:spPr>
            <a:xfrm>
              <a:off x="642375" y="1531100"/>
              <a:ext cx="55950" cy="20950"/>
            </a:xfrm>
            <a:custGeom>
              <a:avLst/>
              <a:gdLst/>
              <a:ahLst/>
              <a:cxnLst/>
              <a:rect l="l" t="t" r="r" b="b"/>
              <a:pathLst>
                <a:path w="2238" h="838" extrusionOk="0">
                  <a:moveTo>
                    <a:pt x="2113" y="438"/>
                  </a:moveTo>
                  <a:cubicBezTo>
                    <a:pt x="1763" y="313"/>
                    <a:pt x="1" y="1"/>
                    <a:pt x="113" y="776"/>
                  </a:cubicBezTo>
                  <a:cubicBezTo>
                    <a:pt x="126" y="813"/>
                    <a:pt x="176" y="838"/>
                    <a:pt x="213" y="826"/>
                  </a:cubicBezTo>
                  <a:cubicBezTo>
                    <a:pt x="463" y="738"/>
                    <a:pt x="626" y="588"/>
                    <a:pt x="913" y="538"/>
                  </a:cubicBezTo>
                  <a:cubicBezTo>
                    <a:pt x="1300" y="488"/>
                    <a:pt x="1688" y="526"/>
                    <a:pt x="2050" y="663"/>
                  </a:cubicBezTo>
                  <a:cubicBezTo>
                    <a:pt x="2188" y="701"/>
                    <a:pt x="2238" y="501"/>
                    <a:pt x="2113" y="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29"/>
            <p:cNvSpPr/>
            <p:nvPr/>
          </p:nvSpPr>
          <p:spPr>
            <a:xfrm>
              <a:off x="703625" y="1808525"/>
              <a:ext cx="26875" cy="82825"/>
            </a:xfrm>
            <a:custGeom>
              <a:avLst/>
              <a:gdLst/>
              <a:ahLst/>
              <a:cxnLst/>
              <a:rect l="l" t="t" r="r" b="b"/>
              <a:pathLst>
                <a:path w="1075" h="3313" extrusionOk="0">
                  <a:moveTo>
                    <a:pt x="350" y="3162"/>
                  </a:moveTo>
                  <a:cubicBezTo>
                    <a:pt x="288" y="2600"/>
                    <a:pt x="325" y="2038"/>
                    <a:pt x="462" y="1500"/>
                  </a:cubicBezTo>
                  <a:cubicBezTo>
                    <a:pt x="600" y="1013"/>
                    <a:pt x="887" y="613"/>
                    <a:pt x="1050" y="138"/>
                  </a:cubicBezTo>
                  <a:cubicBezTo>
                    <a:pt x="1075" y="63"/>
                    <a:pt x="962" y="1"/>
                    <a:pt x="912" y="63"/>
                  </a:cubicBezTo>
                  <a:cubicBezTo>
                    <a:pt x="138" y="813"/>
                    <a:pt x="0" y="2175"/>
                    <a:pt x="138" y="3187"/>
                  </a:cubicBezTo>
                  <a:cubicBezTo>
                    <a:pt x="163" y="3312"/>
                    <a:pt x="363" y="3287"/>
                    <a:pt x="350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29"/>
            <p:cNvSpPr/>
            <p:nvPr/>
          </p:nvSpPr>
          <p:spPr>
            <a:xfrm>
              <a:off x="708300" y="1808525"/>
              <a:ext cx="30950" cy="100950"/>
            </a:xfrm>
            <a:custGeom>
              <a:avLst/>
              <a:gdLst/>
              <a:ahLst/>
              <a:cxnLst/>
              <a:rect l="l" t="t" r="r" b="b"/>
              <a:pathLst>
                <a:path w="1238" h="4038" extrusionOk="0">
                  <a:moveTo>
                    <a:pt x="788" y="201"/>
                  </a:moveTo>
                  <a:cubicBezTo>
                    <a:pt x="900" y="876"/>
                    <a:pt x="1000" y="1575"/>
                    <a:pt x="850" y="2250"/>
                  </a:cubicBezTo>
                  <a:cubicBezTo>
                    <a:pt x="713" y="2800"/>
                    <a:pt x="400" y="3287"/>
                    <a:pt x="88" y="3762"/>
                  </a:cubicBezTo>
                  <a:cubicBezTo>
                    <a:pt x="1" y="3900"/>
                    <a:pt x="226" y="4037"/>
                    <a:pt x="313" y="3887"/>
                  </a:cubicBezTo>
                  <a:cubicBezTo>
                    <a:pt x="688" y="3325"/>
                    <a:pt x="1038" y="2738"/>
                    <a:pt x="1138" y="2050"/>
                  </a:cubicBezTo>
                  <a:cubicBezTo>
                    <a:pt x="1238" y="1425"/>
                    <a:pt x="1113" y="763"/>
                    <a:pt x="1000" y="138"/>
                  </a:cubicBezTo>
                  <a:cubicBezTo>
                    <a:pt x="975" y="1"/>
                    <a:pt x="763" y="63"/>
                    <a:pt x="7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29"/>
            <p:cNvSpPr/>
            <p:nvPr/>
          </p:nvSpPr>
          <p:spPr>
            <a:xfrm>
              <a:off x="887000" y="1496125"/>
              <a:ext cx="8475" cy="812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251" y="13"/>
                  </a:moveTo>
                  <a:cubicBezTo>
                    <a:pt x="163" y="0"/>
                    <a:pt x="76" y="38"/>
                    <a:pt x="38" y="113"/>
                  </a:cubicBezTo>
                  <a:cubicBezTo>
                    <a:pt x="13" y="125"/>
                    <a:pt x="1" y="163"/>
                    <a:pt x="13" y="188"/>
                  </a:cubicBezTo>
                  <a:cubicBezTo>
                    <a:pt x="26" y="213"/>
                    <a:pt x="26" y="250"/>
                    <a:pt x="38" y="275"/>
                  </a:cubicBezTo>
                  <a:cubicBezTo>
                    <a:pt x="51" y="300"/>
                    <a:pt x="113" y="325"/>
                    <a:pt x="138" y="288"/>
                  </a:cubicBezTo>
                  <a:lnTo>
                    <a:pt x="276" y="150"/>
                  </a:lnTo>
                  <a:cubicBezTo>
                    <a:pt x="338" y="125"/>
                    <a:pt x="338" y="0"/>
                    <a:pt x="25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9"/>
            <p:cNvSpPr/>
            <p:nvPr/>
          </p:nvSpPr>
          <p:spPr>
            <a:xfrm>
              <a:off x="893575" y="1496125"/>
              <a:ext cx="58750" cy="15000"/>
            </a:xfrm>
            <a:custGeom>
              <a:avLst/>
              <a:gdLst/>
              <a:ahLst/>
              <a:cxnLst/>
              <a:rect l="l" t="t" r="r" b="b"/>
              <a:pathLst>
                <a:path w="2350" h="600" extrusionOk="0">
                  <a:moveTo>
                    <a:pt x="50" y="125"/>
                  </a:moveTo>
                  <a:cubicBezTo>
                    <a:pt x="725" y="462"/>
                    <a:pt x="1525" y="600"/>
                    <a:pt x="2262" y="375"/>
                  </a:cubicBezTo>
                  <a:cubicBezTo>
                    <a:pt x="2350" y="350"/>
                    <a:pt x="2337" y="188"/>
                    <a:pt x="2237" y="200"/>
                  </a:cubicBezTo>
                  <a:cubicBezTo>
                    <a:pt x="1487" y="288"/>
                    <a:pt x="812" y="288"/>
                    <a:pt x="100" y="25"/>
                  </a:cubicBezTo>
                  <a:cubicBezTo>
                    <a:pt x="38" y="0"/>
                    <a:pt x="0" y="100"/>
                    <a:pt x="5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29"/>
            <p:cNvSpPr/>
            <p:nvPr/>
          </p:nvSpPr>
          <p:spPr>
            <a:xfrm>
              <a:off x="927000" y="1501125"/>
              <a:ext cx="25325" cy="17200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825" y="75"/>
                  </a:moveTo>
                  <a:cubicBezTo>
                    <a:pt x="613" y="337"/>
                    <a:pt x="375" y="412"/>
                    <a:pt x="75" y="525"/>
                  </a:cubicBezTo>
                  <a:cubicBezTo>
                    <a:pt x="0" y="562"/>
                    <a:pt x="0" y="687"/>
                    <a:pt x="100" y="675"/>
                  </a:cubicBezTo>
                  <a:cubicBezTo>
                    <a:pt x="450" y="662"/>
                    <a:pt x="763" y="475"/>
                    <a:pt x="963" y="187"/>
                  </a:cubicBezTo>
                  <a:cubicBezTo>
                    <a:pt x="1013" y="100"/>
                    <a:pt x="888" y="0"/>
                    <a:pt x="82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29"/>
            <p:cNvSpPr/>
            <p:nvPr/>
          </p:nvSpPr>
          <p:spPr>
            <a:xfrm>
              <a:off x="886700" y="1501125"/>
              <a:ext cx="26575" cy="55300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38" y="138"/>
                  </a:moveTo>
                  <a:cubicBezTo>
                    <a:pt x="213" y="437"/>
                    <a:pt x="363" y="750"/>
                    <a:pt x="488" y="1087"/>
                  </a:cubicBezTo>
                  <a:cubicBezTo>
                    <a:pt x="600" y="1437"/>
                    <a:pt x="525" y="1737"/>
                    <a:pt x="488" y="2099"/>
                  </a:cubicBezTo>
                  <a:cubicBezTo>
                    <a:pt x="475" y="2187"/>
                    <a:pt x="600" y="2212"/>
                    <a:pt x="638" y="2137"/>
                  </a:cubicBezTo>
                  <a:cubicBezTo>
                    <a:pt x="1062" y="1437"/>
                    <a:pt x="600" y="600"/>
                    <a:pt x="125" y="50"/>
                  </a:cubicBezTo>
                  <a:cubicBezTo>
                    <a:pt x="75" y="0"/>
                    <a:pt x="0" y="75"/>
                    <a:pt x="25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9"/>
            <p:cNvSpPr/>
            <p:nvPr/>
          </p:nvSpPr>
          <p:spPr>
            <a:xfrm>
              <a:off x="897000" y="1522975"/>
              <a:ext cx="17200" cy="34700"/>
            </a:xfrm>
            <a:custGeom>
              <a:avLst/>
              <a:gdLst/>
              <a:ahLst/>
              <a:cxnLst/>
              <a:rect l="l" t="t" r="r" b="b"/>
              <a:pathLst>
                <a:path w="688" h="1388" extrusionOk="0">
                  <a:moveTo>
                    <a:pt x="301" y="1263"/>
                  </a:moveTo>
                  <a:cubicBezTo>
                    <a:pt x="563" y="938"/>
                    <a:pt x="688" y="513"/>
                    <a:pt x="638" y="101"/>
                  </a:cubicBezTo>
                  <a:cubicBezTo>
                    <a:pt x="613" y="1"/>
                    <a:pt x="463" y="38"/>
                    <a:pt x="463" y="126"/>
                  </a:cubicBezTo>
                  <a:cubicBezTo>
                    <a:pt x="438" y="513"/>
                    <a:pt x="375" y="813"/>
                    <a:pt x="113" y="1101"/>
                  </a:cubicBezTo>
                  <a:cubicBezTo>
                    <a:pt x="1" y="1238"/>
                    <a:pt x="201" y="1388"/>
                    <a:pt x="301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29"/>
            <p:cNvSpPr/>
            <p:nvPr/>
          </p:nvSpPr>
          <p:spPr>
            <a:xfrm>
              <a:off x="907925" y="1521425"/>
              <a:ext cx="22850" cy="11275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126" y="213"/>
                  </a:moveTo>
                  <a:cubicBezTo>
                    <a:pt x="351" y="275"/>
                    <a:pt x="551" y="388"/>
                    <a:pt x="776" y="425"/>
                  </a:cubicBezTo>
                  <a:cubicBezTo>
                    <a:pt x="863" y="450"/>
                    <a:pt x="913" y="338"/>
                    <a:pt x="838" y="288"/>
                  </a:cubicBezTo>
                  <a:cubicBezTo>
                    <a:pt x="638" y="163"/>
                    <a:pt x="413" y="75"/>
                    <a:pt x="176" y="38"/>
                  </a:cubicBezTo>
                  <a:cubicBezTo>
                    <a:pt x="51" y="0"/>
                    <a:pt x="1" y="175"/>
                    <a:pt x="12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29"/>
            <p:cNvSpPr/>
            <p:nvPr/>
          </p:nvSpPr>
          <p:spPr>
            <a:xfrm>
              <a:off x="915425" y="1512975"/>
              <a:ext cx="16275" cy="19725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588" y="563"/>
                  </a:moveTo>
                  <a:cubicBezTo>
                    <a:pt x="501" y="376"/>
                    <a:pt x="376" y="201"/>
                    <a:pt x="213" y="63"/>
                  </a:cubicBezTo>
                  <a:cubicBezTo>
                    <a:pt x="138" y="1"/>
                    <a:pt x="1" y="88"/>
                    <a:pt x="63" y="176"/>
                  </a:cubicBezTo>
                  <a:cubicBezTo>
                    <a:pt x="176" y="351"/>
                    <a:pt x="288" y="501"/>
                    <a:pt x="401" y="663"/>
                  </a:cubicBezTo>
                  <a:cubicBezTo>
                    <a:pt x="476" y="788"/>
                    <a:pt x="651" y="688"/>
                    <a:pt x="588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9"/>
            <p:cNvSpPr/>
            <p:nvPr/>
          </p:nvSpPr>
          <p:spPr>
            <a:xfrm>
              <a:off x="917300" y="1513300"/>
              <a:ext cx="17225" cy="6900"/>
            </a:xfrm>
            <a:custGeom>
              <a:avLst/>
              <a:gdLst/>
              <a:ahLst/>
              <a:cxnLst/>
              <a:rect l="l" t="t" r="r" b="b"/>
              <a:pathLst>
                <a:path w="689" h="276" extrusionOk="0">
                  <a:moveTo>
                    <a:pt x="126" y="225"/>
                  </a:moveTo>
                  <a:cubicBezTo>
                    <a:pt x="288" y="275"/>
                    <a:pt x="463" y="250"/>
                    <a:pt x="613" y="163"/>
                  </a:cubicBezTo>
                  <a:cubicBezTo>
                    <a:pt x="688" y="113"/>
                    <a:pt x="626" y="0"/>
                    <a:pt x="551" y="25"/>
                  </a:cubicBezTo>
                  <a:lnTo>
                    <a:pt x="176" y="38"/>
                  </a:lnTo>
                  <a:cubicBezTo>
                    <a:pt x="51" y="13"/>
                    <a:pt x="1" y="188"/>
                    <a:pt x="126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9"/>
            <p:cNvSpPr/>
            <p:nvPr/>
          </p:nvSpPr>
          <p:spPr>
            <a:xfrm>
              <a:off x="926050" y="1528925"/>
              <a:ext cx="28775" cy="23450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501" y="163"/>
                  </a:moveTo>
                  <a:cubicBezTo>
                    <a:pt x="1" y="263"/>
                    <a:pt x="276" y="937"/>
                    <a:pt x="713" y="838"/>
                  </a:cubicBezTo>
                  <a:cubicBezTo>
                    <a:pt x="1150" y="750"/>
                    <a:pt x="1013" y="0"/>
                    <a:pt x="513" y="150"/>
                  </a:cubicBezTo>
                  <a:cubicBezTo>
                    <a:pt x="401" y="188"/>
                    <a:pt x="426" y="350"/>
                    <a:pt x="538" y="350"/>
                  </a:cubicBezTo>
                  <a:cubicBezTo>
                    <a:pt x="538" y="350"/>
                    <a:pt x="538" y="325"/>
                    <a:pt x="551" y="325"/>
                  </a:cubicBezTo>
                  <a:cubicBezTo>
                    <a:pt x="663" y="288"/>
                    <a:pt x="613" y="125"/>
                    <a:pt x="50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9"/>
            <p:cNvSpPr/>
            <p:nvPr/>
          </p:nvSpPr>
          <p:spPr>
            <a:xfrm>
              <a:off x="6209675" y="1202450"/>
              <a:ext cx="551125" cy="190275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25" y="2949"/>
                  </a:moveTo>
                  <a:cubicBezTo>
                    <a:pt x="5049" y="7611"/>
                    <a:pt x="11447" y="0"/>
                    <a:pt x="17096" y="1300"/>
                  </a:cubicBezTo>
                  <a:cubicBezTo>
                    <a:pt x="20083" y="2000"/>
                    <a:pt x="22045" y="4312"/>
                    <a:pt x="21945" y="7373"/>
                  </a:cubicBezTo>
                  <a:cubicBezTo>
                    <a:pt x="21932" y="7461"/>
                    <a:pt x="21820" y="7461"/>
                    <a:pt x="21807" y="7373"/>
                  </a:cubicBezTo>
                  <a:cubicBezTo>
                    <a:pt x="21532" y="1100"/>
                    <a:pt x="14534" y="887"/>
                    <a:pt x="10173" y="2724"/>
                  </a:cubicBezTo>
                  <a:cubicBezTo>
                    <a:pt x="8448" y="3449"/>
                    <a:pt x="6736" y="4437"/>
                    <a:pt x="4837" y="4661"/>
                  </a:cubicBezTo>
                  <a:cubicBezTo>
                    <a:pt x="2937" y="4886"/>
                    <a:pt x="1425" y="4387"/>
                    <a:pt x="88" y="3087"/>
                  </a:cubicBezTo>
                  <a:cubicBezTo>
                    <a:pt x="0" y="2999"/>
                    <a:pt x="125" y="2874"/>
                    <a:pt x="213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9"/>
            <p:cNvSpPr/>
            <p:nvPr/>
          </p:nvSpPr>
          <p:spPr>
            <a:xfrm>
              <a:off x="6575200" y="1369575"/>
              <a:ext cx="180925" cy="121575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7224" y="1688"/>
                  </a:moveTo>
                  <a:cubicBezTo>
                    <a:pt x="7086" y="3700"/>
                    <a:pt x="4624" y="4862"/>
                    <a:pt x="2825" y="4325"/>
                  </a:cubicBezTo>
                  <a:cubicBezTo>
                    <a:pt x="1313" y="3875"/>
                    <a:pt x="0" y="1338"/>
                    <a:pt x="1388" y="88"/>
                  </a:cubicBezTo>
                  <a:cubicBezTo>
                    <a:pt x="1463" y="1"/>
                    <a:pt x="1588" y="126"/>
                    <a:pt x="1500" y="201"/>
                  </a:cubicBezTo>
                  <a:cubicBezTo>
                    <a:pt x="113" y="1725"/>
                    <a:pt x="1775" y="4025"/>
                    <a:pt x="3400" y="4225"/>
                  </a:cubicBezTo>
                  <a:cubicBezTo>
                    <a:pt x="4949" y="4425"/>
                    <a:pt x="6911" y="3413"/>
                    <a:pt x="7024" y="1688"/>
                  </a:cubicBezTo>
                  <a:cubicBezTo>
                    <a:pt x="7036" y="1563"/>
                    <a:pt x="7236" y="1563"/>
                    <a:pt x="7224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9"/>
            <p:cNvSpPr/>
            <p:nvPr/>
          </p:nvSpPr>
          <p:spPr>
            <a:xfrm>
              <a:off x="6628300" y="1348025"/>
              <a:ext cx="73450" cy="77200"/>
            </a:xfrm>
            <a:custGeom>
              <a:avLst/>
              <a:gdLst/>
              <a:ahLst/>
              <a:cxnLst/>
              <a:rect l="l" t="t" r="r" b="b"/>
              <a:pathLst>
                <a:path w="2938" h="3088" extrusionOk="0">
                  <a:moveTo>
                    <a:pt x="88" y="488"/>
                  </a:moveTo>
                  <a:cubicBezTo>
                    <a:pt x="913" y="1"/>
                    <a:pt x="2138" y="351"/>
                    <a:pt x="2550" y="1238"/>
                  </a:cubicBezTo>
                  <a:cubicBezTo>
                    <a:pt x="2938" y="2063"/>
                    <a:pt x="2325" y="2987"/>
                    <a:pt x="1451" y="3075"/>
                  </a:cubicBezTo>
                  <a:cubicBezTo>
                    <a:pt x="1338" y="3087"/>
                    <a:pt x="1313" y="2900"/>
                    <a:pt x="1426" y="2887"/>
                  </a:cubicBezTo>
                  <a:cubicBezTo>
                    <a:pt x="2238" y="2737"/>
                    <a:pt x="2738" y="1913"/>
                    <a:pt x="2275" y="1163"/>
                  </a:cubicBezTo>
                  <a:cubicBezTo>
                    <a:pt x="1800" y="476"/>
                    <a:pt x="901" y="251"/>
                    <a:pt x="163" y="625"/>
                  </a:cubicBezTo>
                  <a:cubicBezTo>
                    <a:pt x="76" y="675"/>
                    <a:pt x="1" y="538"/>
                    <a:pt x="88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9"/>
            <p:cNvSpPr/>
            <p:nvPr/>
          </p:nvSpPr>
          <p:spPr>
            <a:xfrm>
              <a:off x="6655500" y="14189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29"/>
            <p:cNvSpPr/>
            <p:nvPr/>
          </p:nvSpPr>
          <p:spPr>
            <a:xfrm>
              <a:off x="6641425" y="1240875"/>
              <a:ext cx="206550" cy="104050"/>
            </a:xfrm>
            <a:custGeom>
              <a:avLst/>
              <a:gdLst/>
              <a:ahLst/>
              <a:cxnLst/>
              <a:rect l="l" t="t" r="r" b="b"/>
              <a:pathLst>
                <a:path w="8262" h="4162" extrusionOk="0">
                  <a:moveTo>
                    <a:pt x="138" y="25"/>
                  </a:moveTo>
                  <a:cubicBezTo>
                    <a:pt x="1263" y="263"/>
                    <a:pt x="2325" y="725"/>
                    <a:pt x="3275" y="1375"/>
                  </a:cubicBezTo>
                  <a:cubicBezTo>
                    <a:pt x="4725" y="2387"/>
                    <a:pt x="6199" y="4162"/>
                    <a:pt x="8086" y="2875"/>
                  </a:cubicBezTo>
                  <a:cubicBezTo>
                    <a:pt x="8161" y="2825"/>
                    <a:pt x="8261" y="2950"/>
                    <a:pt x="8186" y="3012"/>
                  </a:cubicBezTo>
                  <a:cubicBezTo>
                    <a:pt x="7436" y="3699"/>
                    <a:pt x="6487" y="3699"/>
                    <a:pt x="5562" y="3299"/>
                  </a:cubicBezTo>
                  <a:cubicBezTo>
                    <a:pt x="4887" y="2999"/>
                    <a:pt x="4362" y="2475"/>
                    <a:pt x="3787" y="2025"/>
                  </a:cubicBezTo>
                  <a:cubicBezTo>
                    <a:pt x="2713" y="1137"/>
                    <a:pt x="1450" y="500"/>
                    <a:pt x="88" y="175"/>
                  </a:cubicBezTo>
                  <a:cubicBezTo>
                    <a:pt x="1" y="150"/>
                    <a:pt x="38" y="0"/>
                    <a:pt x="13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29"/>
            <p:cNvSpPr/>
            <p:nvPr/>
          </p:nvSpPr>
          <p:spPr>
            <a:xfrm>
              <a:off x="6499275" y="1245875"/>
              <a:ext cx="88450" cy="80000"/>
            </a:xfrm>
            <a:custGeom>
              <a:avLst/>
              <a:gdLst/>
              <a:ahLst/>
              <a:cxnLst/>
              <a:rect l="l" t="t" r="r" b="b"/>
              <a:pathLst>
                <a:path w="3538" h="3200" extrusionOk="0">
                  <a:moveTo>
                    <a:pt x="101" y="313"/>
                  </a:moveTo>
                  <a:cubicBezTo>
                    <a:pt x="988" y="113"/>
                    <a:pt x="1838" y="0"/>
                    <a:pt x="2638" y="488"/>
                  </a:cubicBezTo>
                  <a:cubicBezTo>
                    <a:pt x="3175" y="813"/>
                    <a:pt x="3537" y="1325"/>
                    <a:pt x="3437" y="1975"/>
                  </a:cubicBezTo>
                  <a:cubicBezTo>
                    <a:pt x="3337" y="2587"/>
                    <a:pt x="2838" y="3062"/>
                    <a:pt x="2225" y="3137"/>
                  </a:cubicBezTo>
                  <a:cubicBezTo>
                    <a:pt x="1750" y="3187"/>
                    <a:pt x="1075" y="3024"/>
                    <a:pt x="1026" y="2475"/>
                  </a:cubicBezTo>
                  <a:cubicBezTo>
                    <a:pt x="1013" y="2387"/>
                    <a:pt x="1150" y="2387"/>
                    <a:pt x="1150" y="2475"/>
                  </a:cubicBezTo>
                  <a:cubicBezTo>
                    <a:pt x="1225" y="3199"/>
                    <a:pt x="2438" y="2937"/>
                    <a:pt x="2750" y="2712"/>
                  </a:cubicBezTo>
                  <a:cubicBezTo>
                    <a:pt x="3237" y="2362"/>
                    <a:pt x="3387" y="1700"/>
                    <a:pt x="3087" y="1175"/>
                  </a:cubicBezTo>
                  <a:cubicBezTo>
                    <a:pt x="2475" y="163"/>
                    <a:pt x="1125" y="263"/>
                    <a:pt x="151" y="488"/>
                  </a:cubicBezTo>
                  <a:cubicBezTo>
                    <a:pt x="38" y="513"/>
                    <a:pt x="1" y="338"/>
                    <a:pt x="101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9"/>
            <p:cNvSpPr/>
            <p:nvPr/>
          </p:nvSpPr>
          <p:spPr>
            <a:xfrm>
              <a:off x="6443675" y="1272100"/>
              <a:ext cx="33125" cy="43775"/>
            </a:xfrm>
            <a:custGeom>
              <a:avLst/>
              <a:gdLst/>
              <a:ahLst/>
              <a:cxnLst/>
              <a:rect l="l" t="t" r="r" b="b"/>
              <a:pathLst>
                <a:path w="1325" h="1751" extrusionOk="0">
                  <a:moveTo>
                    <a:pt x="88" y="188"/>
                  </a:moveTo>
                  <a:cubicBezTo>
                    <a:pt x="638" y="1"/>
                    <a:pt x="1325" y="326"/>
                    <a:pt x="1250" y="976"/>
                  </a:cubicBezTo>
                  <a:cubicBezTo>
                    <a:pt x="1200" y="1413"/>
                    <a:pt x="500" y="1750"/>
                    <a:pt x="238" y="1326"/>
                  </a:cubicBezTo>
                  <a:cubicBezTo>
                    <a:pt x="175" y="1213"/>
                    <a:pt x="350" y="1101"/>
                    <a:pt x="425" y="1213"/>
                  </a:cubicBezTo>
                  <a:cubicBezTo>
                    <a:pt x="538" y="1288"/>
                    <a:pt x="675" y="1301"/>
                    <a:pt x="800" y="1263"/>
                  </a:cubicBezTo>
                  <a:cubicBezTo>
                    <a:pt x="1075" y="1026"/>
                    <a:pt x="1125" y="813"/>
                    <a:pt x="950" y="613"/>
                  </a:cubicBezTo>
                  <a:cubicBezTo>
                    <a:pt x="788" y="301"/>
                    <a:pt x="450" y="263"/>
                    <a:pt x="138" y="351"/>
                  </a:cubicBezTo>
                  <a:cubicBezTo>
                    <a:pt x="38" y="376"/>
                    <a:pt x="0" y="226"/>
                    <a:pt x="10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29"/>
            <p:cNvSpPr/>
            <p:nvPr/>
          </p:nvSpPr>
          <p:spPr>
            <a:xfrm>
              <a:off x="6835450" y="1292100"/>
              <a:ext cx="31875" cy="31900"/>
            </a:xfrm>
            <a:custGeom>
              <a:avLst/>
              <a:gdLst/>
              <a:ahLst/>
              <a:cxnLst/>
              <a:rect l="l" t="t" r="r" b="b"/>
              <a:pathLst>
                <a:path w="1275" h="1276" extrusionOk="0">
                  <a:moveTo>
                    <a:pt x="325" y="925"/>
                  </a:moveTo>
                  <a:cubicBezTo>
                    <a:pt x="0" y="563"/>
                    <a:pt x="450" y="1"/>
                    <a:pt x="863" y="326"/>
                  </a:cubicBezTo>
                  <a:cubicBezTo>
                    <a:pt x="1275" y="651"/>
                    <a:pt x="800" y="1275"/>
                    <a:pt x="388" y="975"/>
                  </a:cubicBezTo>
                  <a:cubicBezTo>
                    <a:pt x="325" y="925"/>
                    <a:pt x="375" y="813"/>
                    <a:pt x="463" y="826"/>
                  </a:cubicBezTo>
                  <a:lnTo>
                    <a:pt x="463" y="826"/>
                  </a:lnTo>
                  <a:cubicBezTo>
                    <a:pt x="500" y="901"/>
                    <a:pt x="400" y="1000"/>
                    <a:pt x="338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29"/>
            <p:cNvSpPr/>
            <p:nvPr/>
          </p:nvSpPr>
          <p:spPr>
            <a:xfrm>
              <a:off x="6713600" y="1274925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63"/>
                  </a:moveTo>
                  <a:cubicBezTo>
                    <a:pt x="1550" y="1163"/>
                    <a:pt x="2575" y="2675"/>
                    <a:pt x="3087" y="4374"/>
                  </a:cubicBezTo>
                  <a:cubicBezTo>
                    <a:pt x="3112" y="4462"/>
                    <a:pt x="2975" y="4524"/>
                    <a:pt x="2925" y="4437"/>
                  </a:cubicBezTo>
                  <a:cubicBezTo>
                    <a:pt x="2175" y="2825"/>
                    <a:pt x="1413" y="1338"/>
                    <a:pt x="63" y="150"/>
                  </a:cubicBezTo>
                  <a:cubicBezTo>
                    <a:pt x="1" y="100"/>
                    <a:pt x="88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29"/>
            <p:cNvSpPr/>
            <p:nvPr/>
          </p:nvSpPr>
          <p:spPr>
            <a:xfrm>
              <a:off x="6777025" y="1376150"/>
              <a:ext cx="30650" cy="32525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500" y="500"/>
                  </a:moveTo>
                  <a:lnTo>
                    <a:pt x="500" y="563"/>
                  </a:lnTo>
                  <a:cubicBezTo>
                    <a:pt x="425" y="638"/>
                    <a:pt x="313" y="550"/>
                    <a:pt x="350" y="450"/>
                  </a:cubicBezTo>
                  <a:cubicBezTo>
                    <a:pt x="600" y="0"/>
                    <a:pt x="1225" y="550"/>
                    <a:pt x="888" y="925"/>
                  </a:cubicBezTo>
                  <a:cubicBezTo>
                    <a:pt x="550" y="1300"/>
                    <a:pt x="0" y="750"/>
                    <a:pt x="388" y="388"/>
                  </a:cubicBezTo>
                  <a:cubicBezTo>
                    <a:pt x="463" y="325"/>
                    <a:pt x="563" y="425"/>
                    <a:pt x="500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29"/>
            <p:cNvSpPr/>
            <p:nvPr/>
          </p:nvSpPr>
          <p:spPr>
            <a:xfrm>
              <a:off x="6753275" y="1393325"/>
              <a:ext cx="5650" cy="9725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213" y="126"/>
                  </a:moveTo>
                  <a:cubicBezTo>
                    <a:pt x="226" y="201"/>
                    <a:pt x="213" y="276"/>
                    <a:pt x="163" y="326"/>
                  </a:cubicBezTo>
                  <a:cubicBezTo>
                    <a:pt x="126" y="388"/>
                    <a:pt x="1" y="376"/>
                    <a:pt x="1" y="288"/>
                  </a:cubicBezTo>
                  <a:cubicBezTo>
                    <a:pt x="13" y="238"/>
                    <a:pt x="13" y="176"/>
                    <a:pt x="26" y="126"/>
                  </a:cubicBezTo>
                  <a:cubicBezTo>
                    <a:pt x="26" y="1"/>
                    <a:pt x="213" y="1"/>
                    <a:pt x="2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29"/>
            <p:cNvSpPr/>
            <p:nvPr/>
          </p:nvSpPr>
          <p:spPr>
            <a:xfrm>
              <a:off x="6617075" y="1363650"/>
              <a:ext cx="10000" cy="6900"/>
            </a:xfrm>
            <a:custGeom>
              <a:avLst/>
              <a:gdLst/>
              <a:ahLst/>
              <a:cxnLst/>
              <a:rect l="l" t="t" r="r" b="b"/>
              <a:pathLst>
                <a:path w="400" h="276" extrusionOk="0">
                  <a:moveTo>
                    <a:pt x="312" y="188"/>
                  </a:moveTo>
                  <a:cubicBezTo>
                    <a:pt x="250" y="225"/>
                    <a:pt x="175" y="250"/>
                    <a:pt x="100" y="263"/>
                  </a:cubicBezTo>
                  <a:cubicBezTo>
                    <a:pt x="38" y="275"/>
                    <a:pt x="0" y="213"/>
                    <a:pt x="38" y="163"/>
                  </a:cubicBezTo>
                  <a:cubicBezTo>
                    <a:pt x="88" y="100"/>
                    <a:pt x="163" y="50"/>
                    <a:pt x="250" y="25"/>
                  </a:cubicBezTo>
                  <a:cubicBezTo>
                    <a:pt x="337" y="0"/>
                    <a:pt x="400" y="138"/>
                    <a:pt x="312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9"/>
            <p:cNvSpPr/>
            <p:nvPr/>
          </p:nvSpPr>
          <p:spPr>
            <a:xfrm>
              <a:off x="6611450" y="1234000"/>
              <a:ext cx="156850" cy="27525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100" y="13"/>
                  </a:moveTo>
                  <a:cubicBezTo>
                    <a:pt x="950" y="0"/>
                    <a:pt x="1812" y="75"/>
                    <a:pt x="2649" y="250"/>
                  </a:cubicBezTo>
                  <a:cubicBezTo>
                    <a:pt x="3812" y="488"/>
                    <a:pt x="4924" y="925"/>
                    <a:pt x="6111" y="613"/>
                  </a:cubicBezTo>
                  <a:cubicBezTo>
                    <a:pt x="6223" y="575"/>
                    <a:pt x="6273" y="763"/>
                    <a:pt x="6161" y="788"/>
                  </a:cubicBezTo>
                  <a:cubicBezTo>
                    <a:pt x="5361" y="1100"/>
                    <a:pt x="4636" y="950"/>
                    <a:pt x="3824" y="775"/>
                  </a:cubicBezTo>
                  <a:cubicBezTo>
                    <a:pt x="2587" y="500"/>
                    <a:pt x="1375" y="250"/>
                    <a:pt x="100" y="188"/>
                  </a:cubicBezTo>
                  <a:cubicBezTo>
                    <a:pt x="0" y="175"/>
                    <a:pt x="0" y="25"/>
                    <a:pt x="100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29"/>
            <p:cNvSpPr/>
            <p:nvPr/>
          </p:nvSpPr>
          <p:spPr>
            <a:xfrm>
              <a:off x="6756400" y="1233675"/>
              <a:ext cx="33150" cy="30975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450" y="688"/>
                  </a:moveTo>
                  <a:lnTo>
                    <a:pt x="563" y="651"/>
                  </a:lnTo>
                  <a:cubicBezTo>
                    <a:pt x="625" y="726"/>
                    <a:pt x="563" y="826"/>
                    <a:pt x="475" y="813"/>
                  </a:cubicBezTo>
                  <a:cubicBezTo>
                    <a:pt x="1" y="651"/>
                    <a:pt x="475" y="1"/>
                    <a:pt x="863" y="226"/>
                  </a:cubicBezTo>
                  <a:cubicBezTo>
                    <a:pt x="1325" y="526"/>
                    <a:pt x="788" y="1238"/>
                    <a:pt x="350" y="801"/>
                  </a:cubicBezTo>
                  <a:cubicBezTo>
                    <a:pt x="301" y="738"/>
                    <a:pt x="375" y="638"/>
                    <a:pt x="450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29"/>
            <p:cNvSpPr/>
            <p:nvPr/>
          </p:nvSpPr>
          <p:spPr>
            <a:xfrm>
              <a:off x="6761100" y="1291175"/>
              <a:ext cx="72800" cy="22525"/>
            </a:xfrm>
            <a:custGeom>
              <a:avLst/>
              <a:gdLst/>
              <a:ahLst/>
              <a:cxnLst/>
              <a:rect l="l" t="t" r="r" b="b"/>
              <a:pathLst>
                <a:path w="2912" h="901" extrusionOk="0">
                  <a:moveTo>
                    <a:pt x="100" y="638"/>
                  </a:moveTo>
                  <a:cubicBezTo>
                    <a:pt x="412" y="338"/>
                    <a:pt x="800" y="150"/>
                    <a:pt x="1225" y="100"/>
                  </a:cubicBezTo>
                  <a:cubicBezTo>
                    <a:pt x="1700" y="38"/>
                    <a:pt x="2387" y="0"/>
                    <a:pt x="2799" y="263"/>
                  </a:cubicBezTo>
                  <a:cubicBezTo>
                    <a:pt x="2912" y="325"/>
                    <a:pt x="2837" y="488"/>
                    <a:pt x="2724" y="463"/>
                  </a:cubicBezTo>
                  <a:cubicBezTo>
                    <a:pt x="1937" y="263"/>
                    <a:pt x="900" y="213"/>
                    <a:pt x="262" y="800"/>
                  </a:cubicBezTo>
                  <a:cubicBezTo>
                    <a:pt x="150" y="900"/>
                    <a:pt x="0" y="738"/>
                    <a:pt x="1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29"/>
            <p:cNvSpPr/>
            <p:nvPr/>
          </p:nvSpPr>
          <p:spPr>
            <a:xfrm>
              <a:off x="6762650" y="1296800"/>
              <a:ext cx="70325" cy="23450"/>
            </a:xfrm>
            <a:custGeom>
              <a:avLst/>
              <a:gdLst/>
              <a:ahLst/>
              <a:cxnLst/>
              <a:rect l="l" t="t" r="r" b="b"/>
              <a:pathLst>
                <a:path w="2813" h="938" extrusionOk="0">
                  <a:moveTo>
                    <a:pt x="2750" y="200"/>
                  </a:moveTo>
                  <a:cubicBezTo>
                    <a:pt x="2237" y="887"/>
                    <a:pt x="800" y="937"/>
                    <a:pt x="100" y="575"/>
                  </a:cubicBezTo>
                  <a:cubicBezTo>
                    <a:pt x="1" y="513"/>
                    <a:pt x="75" y="375"/>
                    <a:pt x="175" y="388"/>
                  </a:cubicBezTo>
                  <a:cubicBezTo>
                    <a:pt x="888" y="500"/>
                    <a:pt x="2050" y="762"/>
                    <a:pt x="2600" y="88"/>
                  </a:cubicBezTo>
                  <a:cubicBezTo>
                    <a:pt x="2675" y="0"/>
                    <a:pt x="2812" y="113"/>
                    <a:pt x="2762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9"/>
            <p:cNvSpPr/>
            <p:nvPr/>
          </p:nvSpPr>
          <p:spPr>
            <a:xfrm>
              <a:off x="6662675" y="1249000"/>
              <a:ext cx="18150" cy="56875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413" y="163"/>
                  </a:moveTo>
                  <a:cubicBezTo>
                    <a:pt x="238" y="800"/>
                    <a:pt x="325" y="1475"/>
                    <a:pt x="650" y="2037"/>
                  </a:cubicBezTo>
                  <a:cubicBezTo>
                    <a:pt x="725" y="2162"/>
                    <a:pt x="538" y="2275"/>
                    <a:pt x="463" y="2150"/>
                  </a:cubicBezTo>
                  <a:cubicBezTo>
                    <a:pt x="88" y="1537"/>
                    <a:pt x="1" y="800"/>
                    <a:pt x="226" y="113"/>
                  </a:cubicBezTo>
                  <a:cubicBezTo>
                    <a:pt x="263" y="0"/>
                    <a:pt x="438" y="50"/>
                    <a:pt x="413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29"/>
            <p:cNvSpPr/>
            <p:nvPr/>
          </p:nvSpPr>
          <p:spPr>
            <a:xfrm>
              <a:off x="6669850" y="1250875"/>
              <a:ext cx="15975" cy="54375"/>
            </a:xfrm>
            <a:custGeom>
              <a:avLst/>
              <a:gdLst/>
              <a:ahLst/>
              <a:cxnLst/>
              <a:rect l="l" t="t" r="r" b="b"/>
              <a:pathLst>
                <a:path w="639" h="2175" extrusionOk="0">
                  <a:moveTo>
                    <a:pt x="176" y="1987"/>
                  </a:moveTo>
                  <a:cubicBezTo>
                    <a:pt x="313" y="1625"/>
                    <a:pt x="351" y="1225"/>
                    <a:pt x="301" y="850"/>
                  </a:cubicBezTo>
                  <a:cubicBezTo>
                    <a:pt x="251" y="563"/>
                    <a:pt x="101" y="388"/>
                    <a:pt x="13" y="150"/>
                  </a:cubicBezTo>
                  <a:cubicBezTo>
                    <a:pt x="1" y="100"/>
                    <a:pt x="26" y="63"/>
                    <a:pt x="63" y="50"/>
                  </a:cubicBezTo>
                  <a:cubicBezTo>
                    <a:pt x="363" y="0"/>
                    <a:pt x="463" y="325"/>
                    <a:pt x="526" y="563"/>
                  </a:cubicBezTo>
                  <a:cubicBezTo>
                    <a:pt x="638" y="1062"/>
                    <a:pt x="588" y="1575"/>
                    <a:pt x="401" y="2050"/>
                  </a:cubicBezTo>
                  <a:cubicBezTo>
                    <a:pt x="351" y="2175"/>
                    <a:pt x="138" y="2125"/>
                    <a:pt x="188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29"/>
            <p:cNvSpPr/>
            <p:nvPr/>
          </p:nvSpPr>
          <p:spPr>
            <a:xfrm>
              <a:off x="6330275" y="1310225"/>
              <a:ext cx="82800" cy="26900"/>
            </a:xfrm>
            <a:custGeom>
              <a:avLst/>
              <a:gdLst/>
              <a:ahLst/>
              <a:cxnLst/>
              <a:rect l="l" t="t" r="r" b="b"/>
              <a:pathLst>
                <a:path w="3312" h="1076" extrusionOk="0">
                  <a:moveTo>
                    <a:pt x="138" y="151"/>
                  </a:moveTo>
                  <a:cubicBezTo>
                    <a:pt x="1150" y="1"/>
                    <a:pt x="2512" y="151"/>
                    <a:pt x="3262" y="913"/>
                  </a:cubicBezTo>
                  <a:cubicBezTo>
                    <a:pt x="3312" y="963"/>
                    <a:pt x="3262" y="1075"/>
                    <a:pt x="3174" y="1050"/>
                  </a:cubicBezTo>
                  <a:cubicBezTo>
                    <a:pt x="2712" y="888"/>
                    <a:pt x="2299" y="600"/>
                    <a:pt x="1812" y="475"/>
                  </a:cubicBezTo>
                  <a:cubicBezTo>
                    <a:pt x="1275" y="338"/>
                    <a:pt x="712" y="300"/>
                    <a:pt x="150" y="363"/>
                  </a:cubicBezTo>
                  <a:cubicBezTo>
                    <a:pt x="38" y="375"/>
                    <a:pt x="0" y="163"/>
                    <a:pt x="12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29"/>
            <p:cNvSpPr/>
            <p:nvPr/>
          </p:nvSpPr>
          <p:spPr>
            <a:xfrm>
              <a:off x="6312450" y="1314900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900" y="1001"/>
                  </a:moveTo>
                  <a:cubicBezTo>
                    <a:pt x="3275" y="1113"/>
                    <a:pt x="2613" y="1238"/>
                    <a:pt x="1975" y="1151"/>
                  </a:cubicBezTo>
                  <a:cubicBezTo>
                    <a:pt x="1300" y="1038"/>
                    <a:pt x="713" y="688"/>
                    <a:pt x="151" y="313"/>
                  </a:cubicBezTo>
                  <a:cubicBezTo>
                    <a:pt x="1" y="226"/>
                    <a:pt x="138" y="1"/>
                    <a:pt x="276" y="88"/>
                  </a:cubicBezTo>
                  <a:cubicBezTo>
                    <a:pt x="751" y="401"/>
                    <a:pt x="1238" y="713"/>
                    <a:pt x="1788" y="851"/>
                  </a:cubicBezTo>
                  <a:cubicBezTo>
                    <a:pt x="2463" y="1013"/>
                    <a:pt x="3175" y="901"/>
                    <a:pt x="3837" y="788"/>
                  </a:cubicBezTo>
                  <a:cubicBezTo>
                    <a:pt x="3975" y="776"/>
                    <a:pt x="4025" y="976"/>
                    <a:pt x="3900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9"/>
            <p:cNvSpPr/>
            <p:nvPr/>
          </p:nvSpPr>
          <p:spPr>
            <a:xfrm>
              <a:off x="6814825" y="1460800"/>
              <a:ext cx="199975" cy="551150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4512" y="21958"/>
                  </a:moveTo>
                  <a:cubicBezTo>
                    <a:pt x="3200" y="20621"/>
                    <a:pt x="2700" y="19108"/>
                    <a:pt x="2925" y="17209"/>
                  </a:cubicBezTo>
                  <a:cubicBezTo>
                    <a:pt x="3087" y="15809"/>
                    <a:pt x="3712" y="14560"/>
                    <a:pt x="4249" y="13285"/>
                  </a:cubicBezTo>
                  <a:cubicBezTo>
                    <a:pt x="6124" y="8811"/>
                    <a:pt x="7998" y="576"/>
                    <a:pt x="213" y="238"/>
                  </a:cubicBezTo>
                  <a:cubicBezTo>
                    <a:pt x="138" y="238"/>
                    <a:pt x="138" y="113"/>
                    <a:pt x="213" y="101"/>
                  </a:cubicBezTo>
                  <a:cubicBezTo>
                    <a:pt x="3262" y="1"/>
                    <a:pt x="5599" y="1975"/>
                    <a:pt x="6286" y="4962"/>
                  </a:cubicBezTo>
                  <a:cubicBezTo>
                    <a:pt x="7598" y="10611"/>
                    <a:pt x="0" y="17034"/>
                    <a:pt x="4637" y="21833"/>
                  </a:cubicBezTo>
                  <a:cubicBezTo>
                    <a:pt x="4724" y="21908"/>
                    <a:pt x="4599" y="22045"/>
                    <a:pt x="4512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29"/>
            <p:cNvSpPr/>
            <p:nvPr/>
          </p:nvSpPr>
          <p:spPr>
            <a:xfrm>
              <a:off x="6715800" y="1465800"/>
              <a:ext cx="121550" cy="180925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3187" y="201"/>
                  </a:moveTo>
                  <a:cubicBezTo>
                    <a:pt x="1450" y="326"/>
                    <a:pt x="450" y="2288"/>
                    <a:pt x="637" y="3837"/>
                  </a:cubicBezTo>
                  <a:cubicBezTo>
                    <a:pt x="850" y="5462"/>
                    <a:pt x="3137" y="7124"/>
                    <a:pt x="4661" y="5724"/>
                  </a:cubicBezTo>
                  <a:cubicBezTo>
                    <a:pt x="4736" y="5649"/>
                    <a:pt x="4861" y="5774"/>
                    <a:pt x="4786" y="5849"/>
                  </a:cubicBezTo>
                  <a:cubicBezTo>
                    <a:pt x="3537" y="7237"/>
                    <a:pt x="987" y="5924"/>
                    <a:pt x="537" y="4412"/>
                  </a:cubicBezTo>
                  <a:cubicBezTo>
                    <a:pt x="0" y="2600"/>
                    <a:pt x="1162" y="151"/>
                    <a:pt x="3187" y="13"/>
                  </a:cubicBezTo>
                  <a:cubicBezTo>
                    <a:pt x="3312" y="1"/>
                    <a:pt x="3312" y="201"/>
                    <a:pt x="3187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29"/>
            <p:cNvSpPr/>
            <p:nvPr/>
          </p:nvSpPr>
          <p:spPr>
            <a:xfrm>
              <a:off x="6781700" y="1520175"/>
              <a:ext cx="77200" cy="73125"/>
            </a:xfrm>
            <a:custGeom>
              <a:avLst/>
              <a:gdLst/>
              <a:ahLst/>
              <a:cxnLst/>
              <a:rect l="l" t="t" r="r" b="b"/>
              <a:pathLst>
                <a:path w="3088" h="2925" extrusionOk="0">
                  <a:moveTo>
                    <a:pt x="2463" y="2775"/>
                  </a:moveTo>
                  <a:cubicBezTo>
                    <a:pt x="2838" y="2037"/>
                    <a:pt x="2613" y="1138"/>
                    <a:pt x="1925" y="675"/>
                  </a:cubicBezTo>
                  <a:cubicBezTo>
                    <a:pt x="1188" y="188"/>
                    <a:pt x="351" y="713"/>
                    <a:pt x="213" y="1512"/>
                  </a:cubicBezTo>
                  <a:cubicBezTo>
                    <a:pt x="188" y="1625"/>
                    <a:pt x="1" y="1600"/>
                    <a:pt x="13" y="1487"/>
                  </a:cubicBezTo>
                  <a:cubicBezTo>
                    <a:pt x="101" y="613"/>
                    <a:pt x="1026" y="0"/>
                    <a:pt x="1850" y="388"/>
                  </a:cubicBezTo>
                  <a:cubicBezTo>
                    <a:pt x="2738" y="800"/>
                    <a:pt x="3088" y="2025"/>
                    <a:pt x="2600" y="2850"/>
                  </a:cubicBezTo>
                  <a:cubicBezTo>
                    <a:pt x="2550" y="2925"/>
                    <a:pt x="2425" y="2862"/>
                    <a:pt x="2463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29"/>
            <p:cNvSpPr/>
            <p:nvPr/>
          </p:nvSpPr>
          <p:spPr>
            <a:xfrm>
              <a:off x="6787950" y="1566400"/>
              <a:ext cx="25" cy="350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29"/>
            <p:cNvSpPr/>
            <p:nvPr/>
          </p:nvSpPr>
          <p:spPr>
            <a:xfrm>
              <a:off x="6862300" y="1373950"/>
              <a:ext cx="104075" cy="206550"/>
            </a:xfrm>
            <a:custGeom>
              <a:avLst/>
              <a:gdLst/>
              <a:ahLst/>
              <a:cxnLst/>
              <a:rect l="l" t="t" r="r" b="b"/>
              <a:pathLst>
                <a:path w="4163" h="8262" extrusionOk="0">
                  <a:moveTo>
                    <a:pt x="3987" y="8174"/>
                  </a:moveTo>
                  <a:cubicBezTo>
                    <a:pt x="3700" y="6974"/>
                    <a:pt x="3175" y="5862"/>
                    <a:pt x="2438" y="4887"/>
                  </a:cubicBezTo>
                  <a:cubicBezTo>
                    <a:pt x="1913" y="4187"/>
                    <a:pt x="1226" y="3525"/>
                    <a:pt x="851" y="2700"/>
                  </a:cubicBezTo>
                  <a:cubicBezTo>
                    <a:pt x="451" y="1788"/>
                    <a:pt x="463" y="826"/>
                    <a:pt x="1138" y="76"/>
                  </a:cubicBezTo>
                  <a:cubicBezTo>
                    <a:pt x="1201" y="1"/>
                    <a:pt x="1338" y="88"/>
                    <a:pt x="1276" y="176"/>
                  </a:cubicBezTo>
                  <a:cubicBezTo>
                    <a:pt x="1" y="2050"/>
                    <a:pt x="1763" y="3537"/>
                    <a:pt x="2775" y="4987"/>
                  </a:cubicBezTo>
                  <a:cubicBezTo>
                    <a:pt x="3425" y="5937"/>
                    <a:pt x="3887" y="6999"/>
                    <a:pt x="4137" y="8124"/>
                  </a:cubicBezTo>
                  <a:cubicBezTo>
                    <a:pt x="4162" y="8224"/>
                    <a:pt x="4012" y="8261"/>
                    <a:pt x="3975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29"/>
            <p:cNvSpPr/>
            <p:nvPr/>
          </p:nvSpPr>
          <p:spPr>
            <a:xfrm>
              <a:off x="6879800" y="1634200"/>
              <a:ext cx="81575" cy="88450"/>
            </a:xfrm>
            <a:custGeom>
              <a:avLst/>
              <a:gdLst/>
              <a:ahLst/>
              <a:cxnLst/>
              <a:rect l="l" t="t" r="r" b="b"/>
              <a:pathLst>
                <a:path w="3263" h="3538" extrusionOk="0">
                  <a:moveTo>
                    <a:pt x="2775" y="3387"/>
                  </a:moveTo>
                  <a:cubicBezTo>
                    <a:pt x="2988" y="2413"/>
                    <a:pt x="3087" y="1050"/>
                    <a:pt x="2088" y="438"/>
                  </a:cubicBezTo>
                  <a:cubicBezTo>
                    <a:pt x="1613" y="176"/>
                    <a:pt x="1013" y="263"/>
                    <a:pt x="638" y="650"/>
                  </a:cubicBezTo>
                  <a:cubicBezTo>
                    <a:pt x="338" y="975"/>
                    <a:pt x="1" y="2300"/>
                    <a:pt x="788" y="2388"/>
                  </a:cubicBezTo>
                  <a:cubicBezTo>
                    <a:pt x="876" y="2388"/>
                    <a:pt x="876" y="2525"/>
                    <a:pt x="788" y="2512"/>
                  </a:cubicBezTo>
                  <a:cubicBezTo>
                    <a:pt x="251" y="2462"/>
                    <a:pt x="76" y="1788"/>
                    <a:pt x="126" y="1313"/>
                  </a:cubicBezTo>
                  <a:cubicBezTo>
                    <a:pt x="201" y="700"/>
                    <a:pt x="676" y="201"/>
                    <a:pt x="1288" y="101"/>
                  </a:cubicBezTo>
                  <a:cubicBezTo>
                    <a:pt x="1938" y="1"/>
                    <a:pt x="2450" y="363"/>
                    <a:pt x="2775" y="900"/>
                  </a:cubicBezTo>
                  <a:cubicBezTo>
                    <a:pt x="3262" y="1700"/>
                    <a:pt x="3150" y="2562"/>
                    <a:pt x="2950" y="3425"/>
                  </a:cubicBezTo>
                  <a:cubicBezTo>
                    <a:pt x="2925" y="3537"/>
                    <a:pt x="2750" y="3500"/>
                    <a:pt x="2775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29"/>
            <p:cNvSpPr/>
            <p:nvPr/>
          </p:nvSpPr>
          <p:spPr>
            <a:xfrm>
              <a:off x="6891050" y="1745425"/>
              <a:ext cx="44075" cy="33150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1413" y="1175"/>
                  </a:moveTo>
                  <a:cubicBezTo>
                    <a:pt x="1500" y="863"/>
                    <a:pt x="1450" y="538"/>
                    <a:pt x="1150" y="363"/>
                  </a:cubicBezTo>
                  <a:cubicBezTo>
                    <a:pt x="938" y="188"/>
                    <a:pt x="725" y="238"/>
                    <a:pt x="501" y="525"/>
                  </a:cubicBezTo>
                  <a:cubicBezTo>
                    <a:pt x="451" y="650"/>
                    <a:pt x="463" y="788"/>
                    <a:pt x="538" y="900"/>
                  </a:cubicBezTo>
                  <a:cubicBezTo>
                    <a:pt x="650" y="975"/>
                    <a:pt x="551" y="1150"/>
                    <a:pt x="438" y="1075"/>
                  </a:cubicBezTo>
                  <a:cubicBezTo>
                    <a:pt x="1" y="813"/>
                    <a:pt x="351" y="113"/>
                    <a:pt x="775" y="63"/>
                  </a:cubicBezTo>
                  <a:cubicBezTo>
                    <a:pt x="1438" y="0"/>
                    <a:pt x="1763" y="688"/>
                    <a:pt x="1563" y="1225"/>
                  </a:cubicBezTo>
                  <a:cubicBezTo>
                    <a:pt x="1525" y="1325"/>
                    <a:pt x="1375" y="1288"/>
                    <a:pt x="140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29"/>
            <p:cNvSpPr/>
            <p:nvPr/>
          </p:nvSpPr>
          <p:spPr>
            <a:xfrm>
              <a:off x="6882925" y="1354600"/>
              <a:ext cx="32200" cy="31875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463" y="825"/>
                  </a:moveTo>
                  <a:lnTo>
                    <a:pt x="463" y="825"/>
                  </a:lnTo>
                  <a:cubicBezTo>
                    <a:pt x="463" y="900"/>
                    <a:pt x="363" y="950"/>
                    <a:pt x="301" y="887"/>
                  </a:cubicBezTo>
                  <a:cubicBezTo>
                    <a:pt x="1" y="475"/>
                    <a:pt x="638" y="0"/>
                    <a:pt x="963" y="412"/>
                  </a:cubicBezTo>
                  <a:cubicBezTo>
                    <a:pt x="1288" y="825"/>
                    <a:pt x="726" y="1275"/>
                    <a:pt x="363" y="950"/>
                  </a:cubicBezTo>
                  <a:cubicBezTo>
                    <a:pt x="288" y="887"/>
                    <a:pt x="376" y="775"/>
                    <a:pt x="463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29"/>
            <p:cNvSpPr/>
            <p:nvPr/>
          </p:nvSpPr>
          <p:spPr>
            <a:xfrm>
              <a:off x="6819200" y="143050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4374" y="3050"/>
                  </a:moveTo>
                  <a:cubicBezTo>
                    <a:pt x="3187" y="1688"/>
                    <a:pt x="1700" y="926"/>
                    <a:pt x="88" y="176"/>
                  </a:cubicBezTo>
                  <a:cubicBezTo>
                    <a:pt x="0" y="138"/>
                    <a:pt x="63" y="1"/>
                    <a:pt x="150" y="26"/>
                  </a:cubicBezTo>
                  <a:cubicBezTo>
                    <a:pt x="1850" y="538"/>
                    <a:pt x="3362" y="1550"/>
                    <a:pt x="4462" y="2950"/>
                  </a:cubicBezTo>
                  <a:cubicBezTo>
                    <a:pt x="4524" y="3012"/>
                    <a:pt x="4424" y="3100"/>
                    <a:pt x="4374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29"/>
            <p:cNvSpPr/>
            <p:nvPr/>
          </p:nvSpPr>
          <p:spPr>
            <a:xfrm>
              <a:off x="6798275" y="1413950"/>
              <a:ext cx="32500" cy="3095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850"/>
                  </a:moveTo>
                  <a:cubicBezTo>
                    <a:pt x="550" y="1238"/>
                    <a:pt x="0" y="700"/>
                    <a:pt x="375" y="350"/>
                  </a:cubicBezTo>
                  <a:cubicBezTo>
                    <a:pt x="750" y="0"/>
                    <a:pt x="1300" y="638"/>
                    <a:pt x="850" y="888"/>
                  </a:cubicBezTo>
                  <a:cubicBezTo>
                    <a:pt x="762" y="925"/>
                    <a:pt x="675" y="813"/>
                    <a:pt x="737" y="738"/>
                  </a:cubicBezTo>
                  <a:lnTo>
                    <a:pt x="800" y="738"/>
                  </a:lnTo>
                  <a:cubicBezTo>
                    <a:pt x="875" y="675"/>
                    <a:pt x="975" y="775"/>
                    <a:pt x="912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29"/>
            <p:cNvSpPr/>
            <p:nvPr/>
          </p:nvSpPr>
          <p:spPr>
            <a:xfrm>
              <a:off x="6803900" y="1462675"/>
              <a:ext cx="10000" cy="5975"/>
            </a:xfrm>
            <a:custGeom>
              <a:avLst/>
              <a:gdLst/>
              <a:ahLst/>
              <a:cxnLst/>
              <a:rect l="l" t="t" r="r" b="b"/>
              <a:pathLst>
                <a:path w="400" h="239" extrusionOk="0">
                  <a:moveTo>
                    <a:pt x="275" y="213"/>
                  </a:moveTo>
                  <a:cubicBezTo>
                    <a:pt x="213" y="213"/>
                    <a:pt x="163" y="213"/>
                    <a:pt x="100" y="226"/>
                  </a:cubicBezTo>
                  <a:cubicBezTo>
                    <a:pt x="25" y="238"/>
                    <a:pt x="0" y="113"/>
                    <a:pt x="63" y="76"/>
                  </a:cubicBezTo>
                  <a:cubicBezTo>
                    <a:pt x="125" y="26"/>
                    <a:pt x="200" y="1"/>
                    <a:pt x="275" y="13"/>
                  </a:cubicBezTo>
                  <a:cubicBezTo>
                    <a:pt x="400" y="13"/>
                    <a:pt x="400" y="201"/>
                    <a:pt x="2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29"/>
            <p:cNvSpPr/>
            <p:nvPr/>
          </p:nvSpPr>
          <p:spPr>
            <a:xfrm>
              <a:off x="6836375" y="1594850"/>
              <a:ext cx="7225" cy="10000"/>
            </a:xfrm>
            <a:custGeom>
              <a:avLst/>
              <a:gdLst/>
              <a:ahLst/>
              <a:cxnLst/>
              <a:rect l="l" t="t" r="r" b="b"/>
              <a:pathLst>
                <a:path w="289" h="400" extrusionOk="0">
                  <a:moveTo>
                    <a:pt x="251" y="150"/>
                  </a:moveTo>
                  <a:cubicBezTo>
                    <a:pt x="226" y="237"/>
                    <a:pt x="176" y="312"/>
                    <a:pt x="113" y="362"/>
                  </a:cubicBezTo>
                  <a:cubicBezTo>
                    <a:pt x="76" y="400"/>
                    <a:pt x="1" y="362"/>
                    <a:pt x="13" y="300"/>
                  </a:cubicBezTo>
                  <a:cubicBezTo>
                    <a:pt x="26" y="225"/>
                    <a:pt x="51" y="150"/>
                    <a:pt x="101" y="88"/>
                  </a:cubicBezTo>
                  <a:cubicBezTo>
                    <a:pt x="138" y="0"/>
                    <a:pt x="288" y="63"/>
                    <a:pt x="251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29"/>
            <p:cNvSpPr/>
            <p:nvPr/>
          </p:nvSpPr>
          <p:spPr>
            <a:xfrm>
              <a:off x="6945425" y="1453625"/>
              <a:ext cx="27825" cy="156850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925" y="6174"/>
                  </a:moveTo>
                  <a:cubicBezTo>
                    <a:pt x="862" y="4899"/>
                    <a:pt x="612" y="3675"/>
                    <a:pt x="338" y="2437"/>
                  </a:cubicBezTo>
                  <a:cubicBezTo>
                    <a:pt x="163" y="1625"/>
                    <a:pt x="0" y="913"/>
                    <a:pt x="325" y="113"/>
                  </a:cubicBezTo>
                  <a:cubicBezTo>
                    <a:pt x="350" y="1"/>
                    <a:pt x="537" y="51"/>
                    <a:pt x="500" y="163"/>
                  </a:cubicBezTo>
                  <a:cubicBezTo>
                    <a:pt x="188" y="1338"/>
                    <a:pt x="637" y="2462"/>
                    <a:pt x="862" y="3625"/>
                  </a:cubicBezTo>
                  <a:cubicBezTo>
                    <a:pt x="1037" y="4462"/>
                    <a:pt x="1112" y="5312"/>
                    <a:pt x="1112" y="6174"/>
                  </a:cubicBezTo>
                  <a:cubicBezTo>
                    <a:pt x="1087" y="6274"/>
                    <a:pt x="937" y="6274"/>
                    <a:pt x="925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9"/>
            <p:cNvSpPr/>
            <p:nvPr/>
          </p:nvSpPr>
          <p:spPr>
            <a:xfrm>
              <a:off x="6942300" y="1432375"/>
              <a:ext cx="30950" cy="33150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438" y="976"/>
                  </a:moveTo>
                  <a:cubicBezTo>
                    <a:pt x="0" y="551"/>
                    <a:pt x="725" y="1"/>
                    <a:pt x="1012" y="476"/>
                  </a:cubicBezTo>
                  <a:cubicBezTo>
                    <a:pt x="1237" y="851"/>
                    <a:pt x="575" y="1325"/>
                    <a:pt x="425" y="851"/>
                  </a:cubicBezTo>
                  <a:cubicBezTo>
                    <a:pt x="413" y="763"/>
                    <a:pt x="512" y="701"/>
                    <a:pt x="587" y="763"/>
                  </a:cubicBezTo>
                  <a:cubicBezTo>
                    <a:pt x="575" y="801"/>
                    <a:pt x="562" y="838"/>
                    <a:pt x="550" y="876"/>
                  </a:cubicBezTo>
                  <a:cubicBezTo>
                    <a:pt x="600" y="963"/>
                    <a:pt x="500" y="1038"/>
                    <a:pt x="42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9"/>
            <p:cNvSpPr/>
            <p:nvPr/>
          </p:nvSpPr>
          <p:spPr>
            <a:xfrm>
              <a:off x="6893250" y="1388025"/>
              <a:ext cx="22500" cy="72800"/>
            </a:xfrm>
            <a:custGeom>
              <a:avLst/>
              <a:gdLst/>
              <a:ahLst/>
              <a:cxnLst/>
              <a:rect l="l" t="t" r="r" b="b"/>
              <a:pathLst>
                <a:path w="900" h="2912" extrusionOk="0">
                  <a:moveTo>
                    <a:pt x="100" y="2650"/>
                  </a:moveTo>
                  <a:cubicBezTo>
                    <a:pt x="687" y="2012"/>
                    <a:pt x="637" y="975"/>
                    <a:pt x="450" y="188"/>
                  </a:cubicBezTo>
                  <a:cubicBezTo>
                    <a:pt x="413" y="63"/>
                    <a:pt x="575" y="0"/>
                    <a:pt x="650" y="113"/>
                  </a:cubicBezTo>
                  <a:cubicBezTo>
                    <a:pt x="900" y="525"/>
                    <a:pt x="875" y="1225"/>
                    <a:pt x="800" y="1687"/>
                  </a:cubicBezTo>
                  <a:cubicBezTo>
                    <a:pt x="750" y="2112"/>
                    <a:pt x="562" y="2500"/>
                    <a:pt x="263" y="2812"/>
                  </a:cubicBezTo>
                  <a:cubicBezTo>
                    <a:pt x="163" y="2912"/>
                    <a:pt x="0" y="2750"/>
                    <a:pt x="113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9"/>
            <p:cNvSpPr/>
            <p:nvPr/>
          </p:nvSpPr>
          <p:spPr>
            <a:xfrm>
              <a:off x="6886375" y="1388950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75" y="213"/>
                  </a:moveTo>
                  <a:cubicBezTo>
                    <a:pt x="188" y="763"/>
                    <a:pt x="450" y="1938"/>
                    <a:pt x="563" y="2650"/>
                  </a:cubicBezTo>
                  <a:cubicBezTo>
                    <a:pt x="575" y="2750"/>
                    <a:pt x="438" y="2825"/>
                    <a:pt x="375" y="2725"/>
                  </a:cubicBezTo>
                  <a:cubicBezTo>
                    <a:pt x="0" y="2013"/>
                    <a:pt x="63" y="588"/>
                    <a:pt x="750" y="63"/>
                  </a:cubicBezTo>
                  <a:cubicBezTo>
                    <a:pt x="825" y="1"/>
                    <a:pt x="937" y="138"/>
                    <a:pt x="862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9"/>
            <p:cNvSpPr/>
            <p:nvPr/>
          </p:nvSpPr>
          <p:spPr>
            <a:xfrm>
              <a:off x="6901375" y="1541100"/>
              <a:ext cx="56875" cy="18150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2149" y="500"/>
                  </a:moveTo>
                  <a:cubicBezTo>
                    <a:pt x="1475" y="725"/>
                    <a:pt x="725" y="638"/>
                    <a:pt x="125" y="251"/>
                  </a:cubicBezTo>
                  <a:cubicBezTo>
                    <a:pt x="0" y="188"/>
                    <a:pt x="113" y="1"/>
                    <a:pt x="237" y="63"/>
                  </a:cubicBezTo>
                  <a:cubicBezTo>
                    <a:pt x="800" y="401"/>
                    <a:pt x="1475" y="488"/>
                    <a:pt x="2112" y="313"/>
                  </a:cubicBezTo>
                  <a:cubicBezTo>
                    <a:pt x="2224" y="288"/>
                    <a:pt x="2274" y="463"/>
                    <a:pt x="2149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9"/>
            <p:cNvSpPr/>
            <p:nvPr/>
          </p:nvSpPr>
          <p:spPr>
            <a:xfrm>
              <a:off x="6901675" y="1530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38" y="450"/>
                  </a:moveTo>
                  <a:cubicBezTo>
                    <a:pt x="488" y="313"/>
                    <a:pt x="2250" y="0"/>
                    <a:pt x="2137" y="788"/>
                  </a:cubicBezTo>
                  <a:cubicBezTo>
                    <a:pt x="2125" y="825"/>
                    <a:pt x="2075" y="850"/>
                    <a:pt x="2038" y="838"/>
                  </a:cubicBezTo>
                  <a:cubicBezTo>
                    <a:pt x="1788" y="738"/>
                    <a:pt x="1613" y="600"/>
                    <a:pt x="1338" y="550"/>
                  </a:cubicBezTo>
                  <a:cubicBezTo>
                    <a:pt x="950" y="488"/>
                    <a:pt x="563" y="538"/>
                    <a:pt x="188" y="663"/>
                  </a:cubicBezTo>
                  <a:cubicBezTo>
                    <a:pt x="63" y="713"/>
                    <a:pt x="1" y="513"/>
                    <a:pt x="1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9"/>
            <p:cNvSpPr/>
            <p:nvPr/>
          </p:nvSpPr>
          <p:spPr>
            <a:xfrm>
              <a:off x="6869800" y="1808525"/>
              <a:ext cx="26900" cy="82825"/>
            </a:xfrm>
            <a:custGeom>
              <a:avLst/>
              <a:gdLst/>
              <a:ahLst/>
              <a:cxnLst/>
              <a:rect l="l" t="t" r="r" b="b"/>
              <a:pathLst>
                <a:path w="1076" h="3313" extrusionOk="0">
                  <a:moveTo>
                    <a:pt x="726" y="3162"/>
                  </a:moveTo>
                  <a:cubicBezTo>
                    <a:pt x="788" y="2600"/>
                    <a:pt x="751" y="2038"/>
                    <a:pt x="613" y="1500"/>
                  </a:cubicBezTo>
                  <a:cubicBezTo>
                    <a:pt x="476" y="1013"/>
                    <a:pt x="188" y="613"/>
                    <a:pt x="38" y="138"/>
                  </a:cubicBezTo>
                  <a:cubicBezTo>
                    <a:pt x="1" y="63"/>
                    <a:pt x="113" y="1"/>
                    <a:pt x="176" y="63"/>
                  </a:cubicBezTo>
                  <a:cubicBezTo>
                    <a:pt x="951" y="813"/>
                    <a:pt x="1076" y="2175"/>
                    <a:pt x="938" y="3187"/>
                  </a:cubicBezTo>
                  <a:cubicBezTo>
                    <a:pt x="913" y="3312"/>
                    <a:pt x="713" y="3287"/>
                    <a:pt x="726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9"/>
            <p:cNvSpPr/>
            <p:nvPr/>
          </p:nvSpPr>
          <p:spPr>
            <a:xfrm>
              <a:off x="6861050" y="1808525"/>
              <a:ext cx="30975" cy="100950"/>
            </a:xfrm>
            <a:custGeom>
              <a:avLst/>
              <a:gdLst/>
              <a:ahLst/>
              <a:cxnLst/>
              <a:rect l="l" t="t" r="r" b="b"/>
              <a:pathLst>
                <a:path w="1239" h="4038" extrusionOk="0">
                  <a:moveTo>
                    <a:pt x="451" y="201"/>
                  </a:moveTo>
                  <a:cubicBezTo>
                    <a:pt x="351" y="876"/>
                    <a:pt x="238" y="1575"/>
                    <a:pt x="401" y="2250"/>
                  </a:cubicBezTo>
                  <a:cubicBezTo>
                    <a:pt x="526" y="2800"/>
                    <a:pt x="838" y="3287"/>
                    <a:pt x="1151" y="3762"/>
                  </a:cubicBezTo>
                  <a:cubicBezTo>
                    <a:pt x="1238" y="3900"/>
                    <a:pt x="1013" y="4037"/>
                    <a:pt x="926" y="3887"/>
                  </a:cubicBezTo>
                  <a:cubicBezTo>
                    <a:pt x="551" y="3325"/>
                    <a:pt x="201" y="2738"/>
                    <a:pt x="101" y="2050"/>
                  </a:cubicBezTo>
                  <a:cubicBezTo>
                    <a:pt x="1" y="1425"/>
                    <a:pt x="126" y="763"/>
                    <a:pt x="251" y="138"/>
                  </a:cubicBezTo>
                  <a:cubicBezTo>
                    <a:pt x="276" y="1"/>
                    <a:pt x="476" y="63"/>
                    <a:pt x="451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9"/>
            <p:cNvSpPr/>
            <p:nvPr/>
          </p:nvSpPr>
          <p:spPr>
            <a:xfrm>
              <a:off x="6704850" y="1496125"/>
              <a:ext cx="8475" cy="812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88" y="13"/>
                  </a:moveTo>
                  <a:cubicBezTo>
                    <a:pt x="176" y="0"/>
                    <a:pt x="263" y="38"/>
                    <a:pt x="301" y="113"/>
                  </a:cubicBezTo>
                  <a:cubicBezTo>
                    <a:pt x="326" y="125"/>
                    <a:pt x="338" y="163"/>
                    <a:pt x="326" y="188"/>
                  </a:cubicBezTo>
                  <a:lnTo>
                    <a:pt x="301" y="275"/>
                  </a:lnTo>
                  <a:cubicBezTo>
                    <a:pt x="288" y="313"/>
                    <a:pt x="226" y="325"/>
                    <a:pt x="213" y="288"/>
                  </a:cubicBezTo>
                  <a:lnTo>
                    <a:pt x="76" y="150"/>
                  </a:lnTo>
                  <a:cubicBezTo>
                    <a:pt x="1" y="125"/>
                    <a:pt x="13" y="0"/>
                    <a:pt x="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9"/>
            <p:cNvSpPr/>
            <p:nvPr/>
          </p:nvSpPr>
          <p:spPr>
            <a:xfrm>
              <a:off x="6648000" y="1496125"/>
              <a:ext cx="59075" cy="15000"/>
            </a:xfrm>
            <a:custGeom>
              <a:avLst/>
              <a:gdLst/>
              <a:ahLst/>
              <a:cxnLst/>
              <a:rect l="l" t="t" r="r" b="b"/>
              <a:pathLst>
                <a:path w="2363" h="600" extrusionOk="0">
                  <a:moveTo>
                    <a:pt x="2300" y="125"/>
                  </a:moveTo>
                  <a:cubicBezTo>
                    <a:pt x="1625" y="462"/>
                    <a:pt x="825" y="600"/>
                    <a:pt x="100" y="375"/>
                  </a:cubicBezTo>
                  <a:cubicBezTo>
                    <a:pt x="0" y="350"/>
                    <a:pt x="13" y="188"/>
                    <a:pt x="125" y="200"/>
                  </a:cubicBezTo>
                  <a:cubicBezTo>
                    <a:pt x="862" y="288"/>
                    <a:pt x="1537" y="288"/>
                    <a:pt x="2262" y="25"/>
                  </a:cubicBezTo>
                  <a:cubicBezTo>
                    <a:pt x="2325" y="0"/>
                    <a:pt x="2362" y="88"/>
                    <a:pt x="2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29"/>
            <p:cNvSpPr/>
            <p:nvPr/>
          </p:nvSpPr>
          <p:spPr>
            <a:xfrm>
              <a:off x="6648000" y="1501125"/>
              <a:ext cx="25325" cy="17200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188" y="75"/>
                  </a:moveTo>
                  <a:cubicBezTo>
                    <a:pt x="400" y="337"/>
                    <a:pt x="638" y="412"/>
                    <a:pt x="937" y="525"/>
                  </a:cubicBezTo>
                  <a:cubicBezTo>
                    <a:pt x="1012" y="562"/>
                    <a:pt x="1012" y="687"/>
                    <a:pt x="925" y="675"/>
                  </a:cubicBezTo>
                  <a:cubicBezTo>
                    <a:pt x="563" y="662"/>
                    <a:pt x="250" y="475"/>
                    <a:pt x="63" y="187"/>
                  </a:cubicBezTo>
                  <a:cubicBezTo>
                    <a:pt x="0" y="100"/>
                    <a:pt x="125" y="0"/>
                    <a:pt x="18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29"/>
            <p:cNvSpPr/>
            <p:nvPr/>
          </p:nvSpPr>
          <p:spPr>
            <a:xfrm>
              <a:off x="6687050" y="1501125"/>
              <a:ext cx="26575" cy="55300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1025" y="138"/>
                  </a:moveTo>
                  <a:cubicBezTo>
                    <a:pt x="850" y="437"/>
                    <a:pt x="700" y="750"/>
                    <a:pt x="575" y="1087"/>
                  </a:cubicBezTo>
                  <a:cubicBezTo>
                    <a:pt x="475" y="1437"/>
                    <a:pt x="538" y="1737"/>
                    <a:pt x="575" y="2099"/>
                  </a:cubicBezTo>
                  <a:cubicBezTo>
                    <a:pt x="588" y="2187"/>
                    <a:pt x="463" y="2212"/>
                    <a:pt x="425" y="2137"/>
                  </a:cubicBezTo>
                  <a:cubicBezTo>
                    <a:pt x="0" y="1437"/>
                    <a:pt x="475" y="600"/>
                    <a:pt x="938" y="50"/>
                  </a:cubicBezTo>
                  <a:cubicBezTo>
                    <a:pt x="988" y="0"/>
                    <a:pt x="1063" y="75"/>
                    <a:pt x="1038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29"/>
            <p:cNvSpPr/>
            <p:nvPr/>
          </p:nvSpPr>
          <p:spPr>
            <a:xfrm>
              <a:off x="6686100" y="1522975"/>
              <a:ext cx="17225" cy="34700"/>
            </a:xfrm>
            <a:custGeom>
              <a:avLst/>
              <a:gdLst/>
              <a:ahLst/>
              <a:cxnLst/>
              <a:rect l="l" t="t" r="r" b="b"/>
              <a:pathLst>
                <a:path w="689" h="1388" extrusionOk="0">
                  <a:moveTo>
                    <a:pt x="388" y="1263"/>
                  </a:moveTo>
                  <a:cubicBezTo>
                    <a:pt x="126" y="938"/>
                    <a:pt x="1" y="513"/>
                    <a:pt x="63" y="101"/>
                  </a:cubicBezTo>
                  <a:cubicBezTo>
                    <a:pt x="76" y="1"/>
                    <a:pt x="226" y="38"/>
                    <a:pt x="226" y="126"/>
                  </a:cubicBezTo>
                  <a:cubicBezTo>
                    <a:pt x="251" y="513"/>
                    <a:pt x="313" y="813"/>
                    <a:pt x="576" y="1101"/>
                  </a:cubicBezTo>
                  <a:cubicBezTo>
                    <a:pt x="688" y="1238"/>
                    <a:pt x="488" y="1388"/>
                    <a:pt x="388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29"/>
            <p:cNvSpPr/>
            <p:nvPr/>
          </p:nvSpPr>
          <p:spPr>
            <a:xfrm>
              <a:off x="6669850" y="1521425"/>
              <a:ext cx="22525" cy="11275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776" y="213"/>
                  </a:moveTo>
                  <a:cubicBezTo>
                    <a:pt x="563" y="275"/>
                    <a:pt x="351" y="388"/>
                    <a:pt x="126" y="425"/>
                  </a:cubicBezTo>
                  <a:cubicBezTo>
                    <a:pt x="51" y="450"/>
                    <a:pt x="1" y="338"/>
                    <a:pt x="63" y="288"/>
                  </a:cubicBezTo>
                  <a:cubicBezTo>
                    <a:pt x="263" y="163"/>
                    <a:pt x="488" y="75"/>
                    <a:pt x="726" y="38"/>
                  </a:cubicBezTo>
                  <a:cubicBezTo>
                    <a:pt x="851" y="0"/>
                    <a:pt x="901" y="175"/>
                    <a:pt x="77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29"/>
            <p:cNvSpPr/>
            <p:nvPr/>
          </p:nvSpPr>
          <p:spPr>
            <a:xfrm>
              <a:off x="6668925" y="1512975"/>
              <a:ext cx="15650" cy="19100"/>
            </a:xfrm>
            <a:custGeom>
              <a:avLst/>
              <a:gdLst/>
              <a:ahLst/>
              <a:cxnLst/>
              <a:rect l="l" t="t" r="r" b="b"/>
              <a:pathLst>
                <a:path w="626" h="764" extrusionOk="0">
                  <a:moveTo>
                    <a:pt x="50" y="563"/>
                  </a:moveTo>
                  <a:cubicBezTo>
                    <a:pt x="138" y="376"/>
                    <a:pt x="263" y="201"/>
                    <a:pt x="425" y="63"/>
                  </a:cubicBezTo>
                  <a:cubicBezTo>
                    <a:pt x="500" y="1"/>
                    <a:pt x="625" y="88"/>
                    <a:pt x="575" y="176"/>
                  </a:cubicBezTo>
                  <a:cubicBezTo>
                    <a:pt x="463" y="351"/>
                    <a:pt x="338" y="501"/>
                    <a:pt x="238" y="663"/>
                  </a:cubicBezTo>
                  <a:cubicBezTo>
                    <a:pt x="163" y="763"/>
                    <a:pt x="1" y="676"/>
                    <a:pt x="50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29"/>
            <p:cNvSpPr/>
            <p:nvPr/>
          </p:nvSpPr>
          <p:spPr>
            <a:xfrm>
              <a:off x="6665800" y="151330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5" y="225"/>
                  </a:moveTo>
                  <a:cubicBezTo>
                    <a:pt x="400" y="275"/>
                    <a:pt x="225" y="250"/>
                    <a:pt x="76" y="163"/>
                  </a:cubicBezTo>
                  <a:cubicBezTo>
                    <a:pt x="1" y="113"/>
                    <a:pt x="63" y="0"/>
                    <a:pt x="138" y="25"/>
                  </a:cubicBezTo>
                  <a:lnTo>
                    <a:pt x="513" y="38"/>
                  </a:lnTo>
                  <a:cubicBezTo>
                    <a:pt x="638" y="13"/>
                    <a:pt x="700" y="188"/>
                    <a:pt x="575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29"/>
            <p:cNvSpPr/>
            <p:nvPr/>
          </p:nvSpPr>
          <p:spPr>
            <a:xfrm>
              <a:off x="6645800" y="1528925"/>
              <a:ext cx="28775" cy="23450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638" y="163"/>
                  </a:moveTo>
                  <a:cubicBezTo>
                    <a:pt x="1150" y="263"/>
                    <a:pt x="863" y="937"/>
                    <a:pt x="426" y="838"/>
                  </a:cubicBezTo>
                  <a:cubicBezTo>
                    <a:pt x="1" y="750"/>
                    <a:pt x="126" y="0"/>
                    <a:pt x="626" y="150"/>
                  </a:cubicBezTo>
                  <a:cubicBezTo>
                    <a:pt x="738" y="188"/>
                    <a:pt x="713" y="350"/>
                    <a:pt x="601" y="350"/>
                  </a:cubicBezTo>
                  <a:lnTo>
                    <a:pt x="601" y="325"/>
                  </a:lnTo>
                  <a:cubicBezTo>
                    <a:pt x="501" y="288"/>
                    <a:pt x="538" y="138"/>
                    <a:pt x="65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29"/>
            <p:cNvSpPr/>
            <p:nvPr/>
          </p:nvSpPr>
          <p:spPr>
            <a:xfrm>
              <a:off x="6217175" y="4309125"/>
              <a:ext cx="551125" cy="190600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3" y="4662"/>
                  </a:moveTo>
                  <a:cubicBezTo>
                    <a:pt x="5036" y="0"/>
                    <a:pt x="11447" y="7623"/>
                    <a:pt x="17083" y="6311"/>
                  </a:cubicBezTo>
                  <a:cubicBezTo>
                    <a:pt x="20070" y="5611"/>
                    <a:pt x="22044" y="3300"/>
                    <a:pt x="21932" y="238"/>
                  </a:cubicBezTo>
                  <a:cubicBezTo>
                    <a:pt x="21932" y="150"/>
                    <a:pt x="21795" y="150"/>
                    <a:pt x="21795" y="238"/>
                  </a:cubicBezTo>
                  <a:cubicBezTo>
                    <a:pt x="21532" y="6511"/>
                    <a:pt x="14521" y="6724"/>
                    <a:pt x="10160" y="4887"/>
                  </a:cubicBezTo>
                  <a:cubicBezTo>
                    <a:pt x="8448" y="4162"/>
                    <a:pt x="6723" y="3175"/>
                    <a:pt x="4824" y="2950"/>
                  </a:cubicBezTo>
                  <a:cubicBezTo>
                    <a:pt x="2924" y="2725"/>
                    <a:pt x="1425" y="3225"/>
                    <a:pt x="88" y="4537"/>
                  </a:cubicBezTo>
                  <a:cubicBezTo>
                    <a:pt x="0" y="4612"/>
                    <a:pt x="125" y="4737"/>
                    <a:pt x="213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29"/>
            <p:cNvSpPr/>
            <p:nvPr/>
          </p:nvSpPr>
          <p:spPr>
            <a:xfrm>
              <a:off x="6582375" y="4210725"/>
              <a:ext cx="180925" cy="121225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7224" y="3174"/>
                  </a:moveTo>
                  <a:cubicBezTo>
                    <a:pt x="7087" y="1162"/>
                    <a:pt x="4637" y="0"/>
                    <a:pt x="2825" y="537"/>
                  </a:cubicBezTo>
                  <a:cubicBezTo>
                    <a:pt x="1326" y="987"/>
                    <a:pt x="1" y="3524"/>
                    <a:pt x="1388" y="4774"/>
                  </a:cubicBezTo>
                  <a:cubicBezTo>
                    <a:pt x="1463" y="4849"/>
                    <a:pt x="1575" y="4736"/>
                    <a:pt x="1513" y="4661"/>
                  </a:cubicBezTo>
                  <a:cubicBezTo>
                    <a:pt x="113" y="3137"/>
                    <a:pt x="1775" y="837"/>
                    <a:pt x="3400" y="637"/>
                  </a:cubicBezTo>
                  <a:cubicBezTo>
                    <a:pt x="4950" y="437"/>
                    <a:pt x="6912" y="1450"/>
                    <a:pt x="7037" y="3174"/>
                  </a:cubicBezTo>
                  <a:cubicBezTo>
                    <a:pt x="7037" y="3299"/>
                    <a:pt x="7237" y="3299"/>
                    <a:pt x="7224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29"/>
            <p:cNvSpPr/>
            <p:nvPr/>
          </p:nvSpPr>
          <p:spPr>
            <a:xfrm>
              <a:off x="6636125" y="4276625"/>
              <a:ext cx="72825" cy="77200"/>
            </a:xfrm>
            <a:custGeom>
              <a:avLst/>
              <a:gdLst/>
              <a:ahLst/>
              <a:cxnLst/>
              <a:rect l="l" t="t" r="r" b="b"/>
              <a:pathLst>
                <a:path w="2913" h="3088" extrusionOk="0">
                  <a:moveTo>
                    <a:pt x="63" y="2600"/>
                  </a:moveTo>
                  <a:cubicBezTo>
                    <a:pt x="888" y="3087"/>
                    <a:pt x="2112" y="2738"/>
                    <a:pt x="2537" y="1850"/>
                  </a:cubicBezTo>
                  <a:cubicBezTo>
                    <a:pt x="2912" y="1026"/>
                    <a:pt x="2300" y="101"/>
                    <a:pt x="1437" y="13"/>
                  </a:cubicBezTo>
                  <a:cubicBezTo>
                    <a:pt x="1325" y="1"/>
                    <a:pt x="1300" y="188"/>
                    <a:pt x="1412" y="213"/>
                  </a:cubicBezTo>
                  <a:cubicBezTo>
                    <a:pt x="2225" y="351"/>
                    <a:pt x="2725" y="1176"/>
                    <a:pt x="2250" y="1925"/>
                  </a:cubicBezTo>
                  <a:cubicBezTo>
                    <a:pt x="1787" y="2613"/>
                    <a:pt x="888" y="2838"/>
                    <a:pt x="150" y="2463"/>
                  </a:cubicBezTo>
                  <a:cubicBezTo>
                    <a:pt x="63" y="2425"/>
                    <a:pt x="0" y="2538"/>
                    <a:pt x="75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29"/>
            <p:cNvSpPr/>
            <p:nvPr/>
          </p:nvSpPr>
          <p:spPr>
            <a:xfrm>
              <a:off x="6662675" y="42825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29"/>
            <p:cNvSpPr/>
            <p:nvPr/>
          </p:nvSpPr>
          <p:spPr>
            <a:xfrm>
              <a:off x="6648925" y="4357225"/>
              <a:ext cx="206550" cy="103750"/>
            </a:xfrm>
            <a:custGeom>
              <a:avLst/>
              <a:gdLst/>
              <a:ahLst/>
              <a:cxnLst/>
              <a:rect l="l" t="t" r="r" b="b"/>
              <a:pathLst>
                <a:path w="8262" h="4150" extrusionOk="0">
                  <a:moveTo>
                    <a:pt x="126" y="4137"/>
                  </a:moveTo>
                  <a:cubicBezTo>
                    <a:pt x="1250" y="3887"/>
                    <a:pt x="2325" y="3425"/>
                    <a:pt x="3275" y="2775"/>
                  </a:cubicBezTo>
                  <a:cubicBezTo>
                    <a:pt x="4724" y="1763"/>
                    <a:pt x="6199" y="1"/>
                    <a:pt x="8074" y="1276"/>
                  </a:cubicBezTo>
                  <a:cubicBezTo>
                    <a:pt x="8161" y="1326"/>
                    <a:pt x="8261" y="1201"/>
                    <a:pt x="8186" y="1138"/>
                  </a:cubicBezTo>
                  <a:cubicBezTo>
                    <a:pt x="7424" y="451"/>
                    <a:pt x="6474" y="451"/>
                    <a:pt x="5549" y="851"/>
                  </a:cubicBezTo>
                  <a:cubicBezTo>
                    <a:pt x="4887" y="1151"/>
                    <a:pt x="4350" y="1676"/>
                    <a:pt x="3787" y="2125"/>
                  </a:cubicBezTo>
                  <a:cubicBezTo>
                    <a:pt x="2700" y="3013"/>
                    <a:pt x="1450" y="3650"/>
                    <a:pt x="88" y="3987"/>
                  </a:cubicBezTo>
                  <a:cubicBezTo>
                    <a:pt x="1" y="4000"/>
                    <a:pt x="38" y="4150"/>
                    <a:pt x="138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29"/>
            <p:cNvSpPr/>
            <p:nvPr/>
          </p:nvSpPr>
          <p:spPr>
            <a:xfrm>
              <a:off x="6506475" y="4375975"/>
              <a:ext cx="88425" cy="80000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113" y="2888"/>
                  </a:moveTo>
                  <a:cubicBezTo>
                    <a:pt x="987" y="3087"/>
                    <a:pt x="1837" y="3200"/>
                    <a:pt x="2650" y="2713"/>
                  </a:cubicBezTo>
                  <a:cubicBezTo>
                    <a:pt x="3174" y="2388"/>
                    <a:pt x="3537" y="1875"/>
                    <a:pt x="3437" y="1225"/>
                  </a:cubicBezTo>
                  <a:cubicBezTo>
                    <a:pt x="3349" y="613"/>
                    <a:pt x="2849" y="138"/>
                    <a:pt x="2225" y="63"/>
                  </a:cubicBezTo>
                  <a:cubicBezTo>
                    <a:pt x="1750" y="13"/>
                    <a:pt x="1075" y="176"/>
                    <a:pt x="1025" y="726"/>
                  </a:cubicBezTo>
                  <a:cubicBezTo>
                    <a:pt x="1025" y="813"/>
                    <a:pt x="1150" y="813"/>
                    <a:pt x="1150" y="726"/>
                  </a:cubicBezTo>
                  <a:cubicBezTo>
                    <a:pt x="1225" y="1"/>
                    <a:pt x="2437" y="263"/>
                    <a:pt x="2762" y="488"/>
                  </a:cubicBezTo>
                  <a:cubicBezTo>
                    <a:pt x="3249" y="838"/>
                    <a:pt x="3387" y="1500"/>
                    <a:pt x="3099" y="2025"/>
                  </a:cubicBezTo>
                  <a:cubicBezTo>
                    <a:pt x="2475" y="3037"/>
                    <a:pt x="1125" y="2937"/>
                    <a:pt x="150" y="2713"/>
                  </a:cubicBezTo>
                  <a:cubicBezTo>
                    <a:pt x="38" y="2688"/>
                    <a:pt x="0" y="2863"/>
                    <a:pt x="113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29"/>
            <p:cNvSpPr/>
            <p:nvPr/>
          </p:nvSpPr>
          <p:spPr>
            <a:xfrm>
              <a:off x="6450850" y="4386300"/>
              <a:ext cx="33150" cy="43450"/>
            </a:xfrm>
            <a:custGeom>
              <a:avLst/>
              <a:gdLst/>
              <a:ahLst/>
              <a:cxnLst/>
              <a:rect l="l" t="t" r="r" b="b"/>
              <a:pathLst>
                <a:path w="1326" h="1738" extrusionOk="0">
                  <a:moveTo>
                    <a:pt x="101" y="1550"/>
                  </a:moveTo>
                  <a:cubicBezTo>
                    <a:pt x="638" y="1737"/>
                    <a:pt x="1325" y="1412"/>
                    <a:pt x="1263" y="762"/>
                  </a:cubicBezTo>
                  <a:cubicBezTo>
                    <a:pt x="1213" y="338"/>
                    <a:pt x="513" y="0"/>
                    <a:pt x="251" y="425"/>
                  </a:cubicBezTo>
                  <a:cubicBezTo>
                    <a:pt x="176" y="538"/>
                    <a:pt x="351" y="637"/>
                    <a:pt x="426" y="525"/>
                  </a:cubicBezTo>
                  <a:cubicBezTo>
                    <a:pt x="538" y="463"/>
                    <a:pt x="676" y="438"/>
                    <a:pt x="801" y="488"/>
                  </a:cubicBezTo>
                  <a:cubicBezTo>
                    <a:pt x="1076" y="712"/>
                    <a:pt x="1125" y="937"/>
                    <a:pt x="951" y="1137"/>
                  </a:cubicBezTo>
                  <a:cubicBezTo>
                    <a:pt x="776" y="1450"/>
                    <a:pt x="451" y="1487"/>
                    <a:pt x="138" y="1400"/>
                  </a:cubicBezTo>
                  <a:cubicBezTo>
                    <a:pt x="38" y="1362"/>
                    <a:pt x="1" y="1525"/>
                    <a:pt x="101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29"/>
            <p:cNvSpPr/>
            <p:nvPr/>
          </p:nvSpPr>
          <p:spPr>
            <a:xfrm>
              <a:off x="6842625" y="437785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326" y="351"/>
                  </a:moveTo>
                  <a:cubicBezTo>
                    <a:pt x="1" y="713"/>
                    <a:pt x="451" y="1275"/>
                    <a:pt x="863" y="950"/>
                  </a:cubicBezTo>
                  <a:cubicBezTo>
                    <a:pt x="1275" y="626"/>
                    <a:pt x="800" y="1"/>
                    <a:pt x="401" y="301"/>
                  </a:cubicBezTo>
                  <a:cubicBezTo>
                    <a:pt x="326" y="351"/>
                    <a:pt x="376" y="463"/>
                    <a:pt x="463" y="451"/>
                  </a:cubicBezTo>
                  <a:lnTo>
                    <a:pt x="463" y="451"/>
                  </a:lnTo>
                  <a:cubicBezTo>
                    <a:pt x="501" y="376"/>
                    <a:pt x="401" y="276"/>
                    <a:pt x="3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29"/>
            <p:cNvSpPr/>
            <p:nvPr/>
          </p:nvSpPr>
          <p:spPr>
            <a:xfrm>
              <a:off x="6720775" y="4313800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4462"/>
                  </a:moveTo>
                  <a:cubicBezTo>
                    <a:pt x="1551" y="3363"/>
                    <a:pt x="2575" y="1850"/>
                    <a:pt x="3088" y="151"/>
                  </a:cubicBezTo>
                  <a:cubicBezTo>
                    <a:pt x="3113" y="63"/>
                    <a:pt x="2975" y="1"/>
                    <a:pt x="2925" y="88"/>
                  </a:cubicBezTo>
                  <a:cubicBezTo>
                    <a:pt x="2188" y="1700"/>
                    <a:pt x="1413" y="3188"/>
                    <a:pt x="63" y="4375"/>
                  </a:cubicBezTo>
                  <a:cubicBezTo>
                    <a:pt x="1" y="4437"/>
                    <a:pt x="88" y="4525"/>
                    <a:pt x="1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29"/>
            <p:cNvSpPr/>
            <p:nvPr/>
          </p:nvSpPr>
          <p:spPr>
            <a:xfrm>
              <a:off x="6784200" y="4293200"/>
              <a:ext cx="30650" cy="32500"/>
            </a:xfrm>
            <a:custGeom>
              <a:avLst/>
              <a:gdLst/>
              <a:ahLst/>
              <a:cxnLst/>
              <a:rect l="l" t="t" r="r" b="b"/>
              <a:pathLst>
                <a:path w="1226" h="1300" extrusionOk="0">
                  <a:moveTo>
                    <a:pt x="501" y="800"/>
                  </a:moveTo>
                  <a:lnTo>
                    <a:pt x="501" y="737"/>
                  </a:lnTo>
                  <a:cubicBezTo>
                    <a:pt x="426" y="662"/>
                    <a:pt x="313" y="750"/>
                    <a:pt x="363" y="850"/>
                  </a:cubicBezTo>
                  <a:cubicBezTo>
                    <a:pt x="601" y="1300"/>
                    <a:pt x="1225" y="750"/>
                    <a:pt x="888" y="375"/>
                  </a:cubicBezTo>
                  <a:cubicBezTo>
                    <a:pt x="551" y="0"/>
                    <a:pt x="1" y="550"/>
                    <a:pt x="388" y="912"/>
                  </a:cubicBezTo>
                  <a:cubicBezTo>
                    <a:pt x="463" y="975"/>
                    <a:pt x="563" y="875"/>
                    <a:pt x="501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29"/>
            <p:cNvSpPr/>
            <p:nvPr/>
          </p:nvSpPr>
          <p:spPr>
            <a:xfrm>
              <a:off x="6760775" y="4298825"/>
              <a:ext cx="5650" cy="9375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213" y="263"/>
                  </a:moveTo>
                  <a:cubicBezTo>
                    <a:pt x="225" y="188"/>
                    <a:pt x="200" y="113"/>
                    <a:pt x="150" y="63"/>
                  </a:cubicBezTo>
                  <a:cubicBezTo>
                    <a:pt x="113" y="0"/>
                    <a:pt x="1" y="13"/>
                    <a:pt x="1" y="100"/>
                  </a:cubicBezTo>
                  <a:cubicBezTo>
                    <a:pt x="1" y="150"/>
                    <a:pt x="13" y="213"/>
                    <a:pt x="13" y="263"/>
                  </a:cubicBezTo>
                  <a:cubicBezTo>
                    <a:pt x="26" y="375"/>
                    <a:pt x="188" y="375"/>
                    <a:pt x="2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29"/>
            <p:cNvSpPr/>
            <p:nvPr/>
          </p:nvSpPr>
          <p:spPr>
            <a:xfrm>
              <a:off x="6624250" y="4331300"/>
              <a:ext cx="10025" cy="690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313" y="88"/>
                  </a:moveTo>
                  <a:cubicBezTo>
                    <a:pt x="250" y="51"/>
                    <a:pt x="175" y="26"/>
                    <a:pt x="100" y="13"/>
                  </a:cubicBezTo>
                  <a:cubicBezTo>
                    <a:pt x="38" y="1"/>
                    <a:pt x="0" y="63"/>
                    <a:pt x="50" y="113"/>
                  </a:cubicBezTo>
                  <a:cubicBezTo>
                    <a:pt x="100" y="176"/>
                    <a:pt x="163" y="226"/>
                    <a:pt x="250" y="251"/>
                  </a:cubicBezTo>
                  <a:cubicBezTo>
                    <a:pt x="338" y="276"/>
                    <a:pt x="400" y="138"/>
                    <a:pt x="31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29"/>
            <p:cNvSpPr/>
            <p:nvPr/>
          </p:nvSpPr>
          <p:spPr>
            <a:xfrm>
              <a:off x="6618625" y="4440350"/>
              <a:ext cx="156850" cy="27825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101" y="1100"/>
                  </a:moveTo>
                  <a:cubicBezTo>
                    <a:pt x="963" y="1112"/>
                    <a:pt x="1813" y="1025"/>
                    <a:pt x="2662" y="850"/>
                  </a:cubicBezTo>
                  <a:cubicBezTo>
                    <a:pt x="3812" y="625"/>
                    <a:pt x="4937" y="175"/>
                    <a:pt x="6111" y="500"/>
                  </a:cubicBezTo>
                  <a:cubicBezTo>
                    <a:pt x="6224" y="525"/>
                    <a:pt x="6274" y="362"/>
                    <a:pt x="6161" y="313"/>
                  </a:cubicBezTo>
                  <a:cubicBezTo>
                    <a:pt x="5362" y="0"/>
                    <a:pt x="4649" y="163"/>
                    <a:pt x="3837" y="337"/>
                  </a:cubicBezTo>
                  <a:cubicBezTo>
                    <a:pt x="2587" y="612"/>
                    <a:pt x="1375" y="862"/>
                    <a:pt x="101" y="925"/>
                  </a:cubicBezTo>
                  <a:cubicBezTo>
                    <a:pt x="1" y="937"/>
                    <a:pt x="1" y="1087"/>
                    <a:pt x="101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29"/>
            <p:cNvSpPr/>
            <p:nvPr/>
          </p:nvSpPr>
          <p:spPr>
            <a:xfrm>
              <a:off x="6763900" y="4437225"/>
              <a:ext cx="32825" cy="31250"/>
            </a:xfrm>
            <a:custGeom>
              <a:avLst/>
              <a:gdLst/>
              <a:ahLst/>
              <a:cxnLst/>
              <a:rect l="l" t="t" r="r" b="b"/>
              <a:pathLst>
                <a:path w="1313" h="1250" extrusionOk="0">
                  <a:moveTo>
                    <a:pt x="450" y="550"/>
                  </a:moveTo>
                  <a:lnTo>
                    <a:pt x="563" y="587"/>
                  </a:lnTo>
                  <a:cubicBezTo>
                    <a:pt x="613" y="512"/>
                    <a:pt x="550" y="413"/>
                    <a:pt x="463" y="425"/>
                  </a:cubicBezTo>
                  <a:cubicBezTo>
                    <a:pt x="1" y="587"/>
                    <a:pt x="463" y="1250"/>
                    <a:pt x="850" y="1012"/>
                  </a:cubicBezTo>
                  <a:cubicBezTo>
                    <a:pt x="1313" y="712"/>
                    <a:pt x="775" y="0"/>
                    <a:pt x="350" y="438"/>
                  </a:cubicBezTo>
                  <a:cubicBezTo>
                    <a:pt x="288" y="500"/>
                    <a:pt x="363" y="600"/>
                    <a:pt x="450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29"/>
            <p:cNvSpPr/>
            <p:nvPr/>
          </p:nvSpPr>
          <p:spPr>
            <a:xfrm>
              <a:off x="6768275" y="4388175"/>
              <a:ext cx="72825" cy="2250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100" y="263"/>
                  </a:moveTo>
                  <a:cubicBezTo>
                    <a:pt x="413" y="562"/>
                    <a:pt x="813" y="750"/>
                    <a:pt x="1225" y="800"/>
                  </a:cubicBezTo>
                  <a:cubicBezTo>
                    <a:pt x="1700" y="862"/>
                    <a:pt x="2400" y="900"/>
                    <a:pt x="2812" y="637"/>
                  </a:cubicBezTo>
                  <a:cubicBezTo>
                    <a:pt x="2912" y="575"/>
                    <a:pt x="2850" y="413"/>
                    <a:pt x="2725" y="438"/>
                  </a:cubicBezTo>
                  <a:cubicBezTo>
                    <a:pt x="1937" y="637"/>
                    <a:pt x="900" y="687"/>
                    <a:pt x="263" y="100"/>
                  </a:cubicBezTo>
                  <a:cubicBezTo>
                    <a:pt x="163" y="0"/>
                    <a:pt x="0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29"/>
            <p:cNvSpPr/>
            <p:nvPr/>
          </p:nvSpPr>
          <p:spPr>
            <a:xfrm>
              <a:off x="6769525" y="4381600"/>
              <a:ext cx="70625" cy="23450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2762" y="738"/>
                  </a:moveTo>
                  <a:cubicBezTo>
                    <a:pt x="2250" y="51"/>
                    <a:pt x="813" y="1"/>
                    <a:pt x="113" y="376"/>
                  </a:cubicBezTo>
                  <a:cubicBezTo>
                    <a:pt x="0" y="426"/>
                    <a:pt x="88" y="563"/>
                    <a:pt x="188" y="551"/>
                  </a:cubicBezTo>
                  <a:cubicBezTo>
                    <a:pt x="900" y="438"/>
                    <a:pt x="2062" y="176"/>
                    <a:pt x="2612" y="850"/>
                  </a:cubicBezTo>
                  <a:cubicBezTo>
                    <a:pt x="2687" y="938"/>
                    <a:pt x="2825" y="825"/>
                    <a:pt x="27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29"/>
            <p:cNvSpPr/>
            <p:nvPr/>
          </p:nvSpPr>
          <p:spPr>
            <a:xfrm>
              <a:off x="6669850" y="4396600"/>
              <a:ext cx="17850" cy="55950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413" y="2087"/>
                  </a:moveTo>
                  <a:cubicBezTo>
                    <a:pt x="238" y="1450"/>
                    <a:pt x="326" y="775"/>
                    <a:pt x="663" y="213"/>
                  </a:cubicBezTo>
                  <a:cubicBezTo>
                    <a:pt x="713" y="101"/>
                    <a:pt x="551" y="1"/>
                    <a:pt x="476" y="101"/>
                  </a:cubicBezTo>
                  <a:cubicBezTo>
                    <a:pt x="88" y="713"/>
                    <a:pt x="1" y="1450"/>
                    <a:pt x="238" y="2137"/>
                  </a:cubicBezTo>
                  <a:cubicBezTo>
                    <a:pt x="276" y="2237"/>
                    <a:pt x="426" y="2200"/>
                    <a:pt x="413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29"/>
            <p:cNvSpPr/>
            <p:nvPr/>
          </p:nvSpPr>
          <p:spPr>
            <a:xfrm>
              <a:off x="6677050" y="4396600"/>
              <a:ext cx="16275" cy="54375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188" y="188"/>
                  </a:moveTo>
                  <a:cubicBezTo>
                    <a:pt x="313" y="550"/>
                    <a:pt x="363" y="950"/>
                    <a:pt x="300" y="1338"/>
                  </a:cubicBezTo>
                  <a:cubicBezTo>
                    <a:pt x="250" y="1613"/>
                    <a:pt x="113" y="1788"/>
                    <a:pt x="13" y="2038"/>
                  </a:cubicBezTo>
                  <a:cubicBezTo>
                    <a:pt x="0" y="2075"/>
                    <a:pt x="25" y="2112"/>
                    <a:pt x="63" y="2125"/>
                  </a:cubicBezTo>
                  <a:cubicBezTo>
                    <a:pt x="363" y="2175"/>
                    <a:pt x="463" y="1850"/>
                    <a:pt x="538" y="1613"/>
                  </a:cubicBezTo>
                  <a:cubicBezTo>
                    <a:pt x="650" y="1113"/>
                    <a:pt x="600" y="600"/>
                    <a:pt x="400" y="126"/>
                  </a:cubicBezTo>
                  <a:cubicBezTo>
                    <a:pt x="350" y="1"/>
                    <a:pt x="150" y="51"/>
                    <a:pt x="18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29"/>
            <p:cNvSpPr/>
            <p:nvPr/>
          </p:nvSpPr>
          <p:spPr>
            <a:xfrm>
              <a:off x="6337750" y="4364725"/>
              <a:ext cx="82825" cy="26900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126" y="926"/>
                  </a:moveTo>
                  <a:cubicBezTo>
                    <a:pt x="1138" y="1076"/>
                    <a:pt x="2500" y="926"/>
                    <a:pt x="3263" y="163"/>
                  </a:cubicBezTo>
                  <a:cubicBezTo>
                    <a:pt x="3313" y="113"/>
                    <a:pt x="3263" y="1"/>
                    <a:pt x="3175" y="26"/>
                  </a:cubicBezTo>
                  <a:cubicBezTo>
                    <a:pt x="2713" y="188"/>
                    <a:pt x="2300" y="476"/>
                    <a:pt x="1813" y="601"/>
                  </a:cubicBezTo>
                  <a:cubicBezTo>
                    <a:pt x="1276" y="738"/>
                    <a:pt x="713" y="776"/>
                    <a:pt x="151" y="713"/>
                  </a:cubicBezTo>
                  <a:cubicBezTo>
                    <a:pt x="38" y="701"/>
                    <a:pt x="1" y="913"/>
                    <a:pt x="126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29"/>
            <p:cNvSpPr/>
            <p:nvPr/>
          </p:nvSpPr>
          <p:spPr>
            <a:xfrm>
              <a:off x="6319650" y="4355975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887" y="238"/>
                  </a:moveTo>
                  <a:cubicBezTo>
                    <a:pt x="3262" y="126"/>
                    <a:pt x="2612" y="1"/>
                    <a:pt x="1975" y="101"/>
                  </a:cubicBezTo>
                  <a:cubicBezTo>
                    <a:pt x="1300" y="201"/>
                    <a:pt x="712" y="551"/>
                    <a:pt x="138" y="926"/>
                  </a:cubicBezTo>
                  <a:cubicBezTo>
                    <a:pt x="0" y="1013"/>
                    <a:pt x="138" y="1238"/>
                    <a:pt x="275" y="1151"/>
                  </a:cubicBezTo>
                  <a:cubicBezTo>
                    <a:pt x="737" y="838"/>
                    <a:pt x="1225" y="526"/>
                    <a:pt x="1787" y="388"/>
                  </a:cubicBezTo>
                  <a:cubicBezTo>
                    <a:pt x="2450" y="226"/>
                    <a:pt x="3162" y="338"/>
                    <a:pt x="3837" y="451"/>
                  </a:cubicBezTo>
                  <a:cubicBezTo>
                    <a:pt x="3962" y="463"/>
                    <a:pt x="4024" y="263"/>
                    <a:pt x="3887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9"/>
            <p:cNvSpPr/>
            <p:nvPr/>
          </p:nvSpPr>
          <p:spPr>
            <a:xfrm>
              <a:off x="6822325" y="3689900"/>
              <a:ext cx="199650" cy="551150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4499" y="88"/>
                  </a:moveTo>
                  <a:cubicBezTo>
                    <a:pt x="3187" y="1426"/>
                    <a:pt x="2700" y="2938"/>
                    <a:pt x="2912" y="4837"/>
                  </a:cubicBezTo>
                  <a:cubicBezTo>
                    <a:pt x="3087" y="6237"/>
                    <a:pt x="3699" y="7487"/>
                    <a:pt x="4237" y="8761"/>
                  </a:cubicBezTo>
                  <a:cubicBezTo>
                    <a:pt x="6111" y="13235"/>
                    <a:pt x="7986" y="21470"/>
                    <a:pt x="213" y="21808"/>
                  </a:cubicBezTo>
                  <a:cubicBezTo>
                    <a:pt x="125" y="21808"/>
                    <a:pt x="125" y="21933"/>
                    <a:pt x="213" y="21945"/>
                  </a:cubicBezTo>
                  <a:cubicBezTo>
                    <a:pt x="3250" y="22045"/>
                    <a:pt x="5586" y="20071"/>
                    <a:pt x="6274" y="17084"/>
                  </a:cubicBezTo>
                  <a:cubicBezTo>
                    <a:pt x="7598" y="11435"/>
                    <a:pt x="0" y="5012"/>
                    <a:pt x="4637" y="213"/>
                  </a:cubicBezTo>
                  <a:cubicBezTo>
                    <a:pt x="4712" y="138"/>
                    <a:pt x="4587" y="1"/>
                    <a:pt x="4499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29"/>
            <p:cNvSpPr/>
            <p:nvPr/>
          </p:nvSpPr>
          <p:spPr>
            <a:xfrm>
              <a:off x="6723275" y="4055125"/>
              <a:ext cx="121250" cy="180925"/>
            </a:xfrm>
            <a:custGeom>
              <a:avLst/>
              <a:gdLst/>
              <a:ahLst/>
              <a:cxnLst/>
              <a:rect l="l" t="t" r="r" b="b"/>
              <a:pathLst>
                <a:path w="4850" h="7237" extrusionOk="0">
                  <a:moveTo>
                    <a:pt x="3175" y="7036"/>
                  </a:moveTo>
                  <a:cubicBezTo>
                    <a:pt x="1438" y="6911"/>
                    <a:pt x="438" y="4949"/>
                    <a:pt x="626" y="3400"/>
                  </a:cubicBezTo>
                  <a:cubicBezTo>
                    <a:pt x="838" y="1775"/>
                    <a:pt x="3138" y="113"/>
                    <a:pt x="4650" y="1513"/>
                  </a:cubicBezTo>
                  <a:cubicBezTo>
                    <a:pt x="4737" y="1588"/>
                    <a:pt x="4850" y="1463"/>
                    <a:pt x="4775" y="1388"/>
                  </a:cubicBezTo>
                  <a:cubicBezTo>
                    <a:pt x="3525" y="1"/>
                    <a:pt x="988" y="1313"/>
                    <a:pt x="538" y="2825"/>
                  </a:cubicBezTo>
                  <a:cubicBezTo>
                    <a:pt x="1" y="4637"/>
                    <a:pt x="1163" y="7086"/>
                    <a:pt x="3175" y="7224"/>
                  </a:cubicBezTo>
                  <a:cubicBezTo>
                    <a:pt x="3300" y="7236"/>
                    <a:pt x="3300" y="7049"/>
                    <a:pt x="3175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29"/>
            <p:cNvSpPr/>
            <p:nvPr/>
          </p:nvSpPr>
          <p:spPr>
            <a:xfrm>
              <a:off x="6789200" y="4108250"/>
              <a:ext cx="77200" cy="73425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2463" y="163"/>
                  </a:moveTo>
                  <a:cubicBezTo>
                    <a:pt x="2837" y="900"/>
                    <a:pt x="2600" y="1800"/>
                    <a:pt x="1925" y="2274"/>
                  </a:cubicBezTo>
                  <a:cubicBezTo>
                    <a:pt x="1175" y="2749"/>
                    <a:pt x="338" y="2237"/>
                    <a:pt x="201" y="1425"/>
                  </a:cubicBezTo>
                  <a:cubicBezTo>
                    <a:pt x="188" y="1312"/>
                    <a:pt x="1" y="1337"/>
                    <a:pt x="13" y="1450"/>
                  </a:cubicBezTo>
                  <a:cubicBezTo>
                    <a:pt x="88" y="2324"/>
                    <a:pt x="1013" y="2937"/>
                    <a:pt x="1838" y="2549"/>
                  </a:cubicBezTo>
                  <a:cubicBezTo>
                    <a:pt x="2738" y="2137"/>
                    <a:pt x="3087" y="900"/>
                    <a:pt x="2588" y="75"/>
                  </a:cubicBezTo>
                  <a:cubicBezTo>
                    <a:pt x="2538" y="0"/>
                    <a:pt x="2425" y="75"/>
                    <a:pt x="2463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29"/>
            <p:cNvSpPr/>
            <p:nvPr/>
          </p:nvSpPr>
          <p:spPr>
            <a:xfrm>
              <a:off x="6795150" y="4135100"/>
              <a:ext cx="325" cy="350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0" y="1"/>
                  </a:moveTo>
                  <a:lnTo>
                    <a:pt x="0" y="13"/>
                  </a:lnTo>
                  <a:cubicBezTo>
                    <a:pt x="0" y="13"/>
                    <a:pt x="13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29"/>
            <p:cNvSpPr/>
            <p:nvPr/>
          </p:nvSpPr>
          <p:spPr>
            <a:xfrm>
              <a:off x="6869500" y="4121350"/>
              <a:ext cx="104050" cy="206550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3987" y="101"/>
                  </a:moveTo>
                  <a:cubicBezTo>
                    <a:pt x="3712" y="1288"/>
                    <a:pt x="3175" y="2400"/>
                    <a:pt x="2450" y="3375"/>
                  </a:cubicBezTo>
                  <a:cubicBezTo>
                    <a:pt x="1925" y="4087"/>
                    <a:pt x="1225" y="4737"/>
                    <a:pt x="863" y="5562"/>
                  </a:cubicBezTo>
                  <a:cubicBezTo>
                    <a:pt x="450" y="6474"/>
                    <a:pt x="463" y="7436"/>
                    <a:pt x="1150" y="8199"/>
                  </a:cubicBezTo>
                  <a:cubicBezTo>
                    <a:pt x="1213" y="8261"/>
                    <a:pt x="1338" y="8174"/>
                    <a:pt x="1275" y="8086"/>
                  </a:cubicBezTo>
                  <a:cubicBezTo>
                    <a:pt x="0" y="6212"/>
                    <a:pt x="1762" y="4725"/>
                    <a:pt x="2775" y="3275"/>
                  </a:cubicBezTo>
                  <a:cubicBezTo>
                    <a:pt x="3437" y="2325"/>
                    <a:pt x="3899" y="1263"/>
                    <a:pt x="4137" y="138"/>
                  </a:cubicBezTo>
                  <a:cubicBezTo>
                    <a:pt x="4162" y="38"/>
                    <a:pt x="4012" y="1"/>
                    <a:pt x="3987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29"/>
            <p:cNvSpPr/>
            <p:nvPr/>
          </p:nvSpPr>
          <p:spPr>
            <a:xfrm>
              <a:off x="6887000" y="3978900"/>
              <a:ext cx="81875" cy="88750"/>
            </a:xfrm>
            <a:custGeom>
              <a:avLst/>
              <a:gdLst/>
              <a:ahLst/>
              <a:cxnLst/>
              <a:rect l="l" t="t" r="r" b="b"/>
              <a:pathLst>
                <a:path w="3275" h="3550" extrusionOk="0">
                  <a:moveTo>
                    <a:pt x="2774" y="163"/>
                  </a:moveTo>
                  <a:cubicBezTo>
                    <a:pt x="2987" y="1138"/>
                    <a:pt x="3099" y="2500"/>
                    <a:pt x="2087" y="3112"/>
                  </a:cubicBezTo>
                  <a:cubicBezTo>
                    <a:pt x="1612" y="3375"/>
                    <a:pt x="1025" y="3287"/>
                    <a:pt x="638" y="2900"/>
                  </a:cubicBezTo>
                  <a:cubicBezTo>
                    <a:pt x="338" y="2575"/>
                    <a:pt x="0" y="1250"/>
                    <a:pt x="800" y="1163"/>
                  </a:cubicBezTo>
                  <a:cubicBezTo>
                    <a:pt x="875" y="1163"/>
                    <a:pt x="875" y="1025"/>
                    <a:pt x="800" y="1038"/>
                  </a:cubicBezTo>
                  <a:cubicBezTo>
                    <a:pt x="250" y="1088"/>
                    <a:pt x="75" y="1762"/>
                    <a:pt x="138" y="2237"/>
                  </a:cubicBezTo>
                  <a:cubicBezTo>
                    <a:pt x="200" y="2850"/>
                    <a:pt x="675" y="3350"/>
                    <a:pt x="1300" y="3450"/>
                  </a:cubicBezTo>
                  <a:cubicBezTo>
                    <a:pt x="1937" y="3550"/>
                    <a:pt x="2450" y="3187"/>
                    <a:pt x="2774" y="2650"/>
                  </a:cubicBezTo>
                  <a:cubicBezTo>
                    <a:pt x="3274" y="1850"/>
                    <a:pt x="3149" y="988"/>
                    <a:pt x="2949" y="113"/>
                  </a:cubicBezTo>
                  <a:cubicBezTo>
                    <a:pt x="2924" y="0"/>
                    <a:pt x="2762" y="50"/>
                    <a:pt x="2787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29"/>
            <p:cNvSpPr/>
            <p:nvPr/>
          </p:nvSpPr>
          <p:spPr>
            <a:xfrm>
              <a:off x="6898550" y="3923300"/>
              <a:ext cx="43775" cy="33450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1400" y="150"/>
                  </a:moveTo>
                  <a:cubicBezTo>
                    <a:pt x="1488" y="462"/>
                    <a:pt x="1450" y="787"/>
                    <a:pt x="1138" y="962"/>
                  </a:cubicBezTo>
                  <a:cubicBezTo>
                    <a:pt x="938" y="1137"/>
                    <a:pt x="713" y="1087"/>
                    <a:pt x="488" y="800"/>
                  </a:cubicBezTo>
                  <a:cubicBezTo>
                    <a:pt x="438" y="675"/>
                    <a:pt x="463" y="537"/>
                    <a:pt x="525" y="425"/>
                  </a:cubicBezTo>
                  <a:cubicBezTo>
                    <a:pt x="638" y="350"/>
                    <a:pt x="538" y="175"/>
                    <a:pt x="425" y="250"/>
                  </a:cubicBezTo>
                  <a:cubicBezTo>
                    <a:pt x="1" y="512"/>
                    <a:pt x="338" y="1212"/>
                    <a:pt x="763" y="1262"/>
                  </a:cubicBezTo>
                  <a:cubicBezTo>
                    <a:pt x="1425" y="1337"/>
                    <a:pt x="1750" y="637"/>
                    <a:pt x="1550" y="100"/>
                  </a:cubicBezTo>
                  <a:cubicBezTo>
                    <a:pt x="1513" y="0"/>
                    <a:pt x="1375" y="38"/>
                    <a:pt x="1388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29"/>
            <p:cNvSpPr/>
            <p:nvPr/>
          </p:nvSpPr>
          <p:spPr>
            <a:xfrm>
              <a:off x="6890425" y="4315375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451" y="463"/>
                  </a:moveTo>
                  <a:lnTo>
                    <a:pt x="451" y="463"/>
                  </a:lnTo>
                  <a:cubicBezTo>
                    <a:pt x="463" y="375"/>
                    <a:pt x="351" y="325"/>
                    <a:pt x="288" y="388"/>
                  </a:cubicBezTo>
                  <a:cubicBezTo>
                    <a:pt x="1" y="800"/>
                    <a:pt x="626" y="1275"/>
                    <a:pt x="950" y="863"/>
                  </a:cubicBezTo>
                  <a:cubicBezTo>
                    <a:pt x="1275" y="438"/>
                    <a:pt x="713" y="0"/>
                    <a:pt x="351" y="325"/>
                  </a:cubicBezTo>
                  <a:cubicBezTo>
                    <a:pt x="276" y="388"/>
                    <a:pt x="376" y="488"/>
                    <a:pt x="451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9"/>
            <p:cNvSpPr/>
            <p:nvPr/>
          </p:nvSpPr>
          <p:spPr>
            <a:xfrm>
              <a:off x="6826375" y="4193850"/>
              <a:ext cx="112825" cy="77500"/>
            </a:xfrm>
            <a:custGeom>
              <a:avLst/>
              <a:gdLst/>
              <a:ahLst/>
              <a:cxnLst/>
              <a:rect l="l" t="t" r="r" b="b"/>
              <a:pathLst>
                <a:path w="4513" h="3100" extrusionOk="0">
                  <a:moveTo>
                    <a:pt x="4375" y="50"/>
                  </a:moveTo>
                  <a:cubicBezTo>
                    <a:pt x="3175" y="1412"/>
                    <a:pt x="1700" y="2175"/>
                    <a:pt x="88" y="2924"/>
                  </a:cubicBezTo>
                  <a:cubicBezTo>
                    <a:pt x="1" y="2962"/>
                    <a:pt x="63" y="3099"/>
                    <a:pt x="151" y="3074"/>
                  </a:cubicBezTo>
                  <a:cubicBezTo>
                    <a:pt x="1850" y="2562"/>
                    <a:pt x="3362" y="1550"/>
                    <a:pt x="4462" y="150"/>
                  </a:cubicBezTo>
                  <a:cubicBezTo>
                    <a:pt x="4512" y="88"/>
                    <a:pt x="4425" y="0"/>
                    <a:pt x="4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9"/>
            <p:cNvSpPr/>
            <p:nvPr/>
          </p:nvSpPr>
          <p:spPr>
            <a:xfrm>
              <a:off x="6805775" y="4256950"/>
              <a:ext cx="32500" cy="3095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388"/>
                  </a:moveTo>
                  <a:cubicBezTo>
                    <a:pt x="550" y="1"/>
                    <a:pt x="0" y="538"/>
                    <a:pt x="375" y="888"/>
                  </a:cubicBezTo>
                  <a:cubicBezTo>
                    <a:pt x="750" y="1238"/>
                    <a:pt x="1300" y="600"/>
                    <a:pt x="837" y="350"/>
                  </a:cubicBezTo>
                  <a:cubicBezTo>
                    <a:pt x="750" y="313"/>
                    <a:pt x="662" y="425"/>
                    <a:pt x="725" y="500"/>
                  </a:cubicBezTo>
                  <a:lnTo>
                    <a:pt x="800" y="500"/>
                  </a:lnTo>
                  <a:cubicBezTo>
                    <a:pt x="875" y="563"/>
                    <a:pt x="962" y="463"/>
                    <a:pt x="912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9"/>
            <p:cNvSpPr/>
            <p:nvPr/>
          </p:nvSpPr>
          <p:spPr>
            <a:xfrm>
              <a:off x="6811400" y="4233200"/>
              <a:ext cx="9700" cy="5975"/>
            </a:xfrm>
            <a:custGeom>
              <a:avLst/>
              <a:gdLst/>
              <a:ahLst/>
              <a:cxnLst/>
              <a:rect l="l" t="t" r="r" b="b"/>
              <a:pathLst>
                <a:path w="388" h="239" extrusionOk="0">
                  <a:moveTo>
                    <a:pt x="262" y="26"/>
                  </a:moveTo>
                  <a:cubicBezTo>
                    <a:pt x="212" y="26"/>
                    <a:pt x="150" y="26"/>
                    <a:pt x="100" y="13"/>
                  </a:cubicBezTo>
                  <a:cubicBezTo>
                    <a:pt x="13" y="1"/>
                    <a:pt x="0" y="126"/>
                    <a:pt x="50" y="176"/>
                  </a:cubicBezTo>
                  <a:cubicBezTo>
                    <a:pt x="112" y="213"/>
                    <a:pt x="187" y="238"/>
                    <a:pt x="262" y="226"/>
                  </a:cubicBezTo>
                  <a:cubicBezTo>
                    <a:pt x="387" y="226"/>
                    <a:pt x="387" y="38"/>
                    <a:pt x="2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29"/>
            <p:cNvSpPr/>
            <p:nvPr/>
          </p:nvSpPr>
          <p:spPr>
            <a:xfrm>
              <a:off x="6843875" y="4097000"/>
              <a:ext cx="6900" cy="10025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38" y="250"/>
                  </a:moveTo>
                  <a:cubicBezTo>
                    <a:pt x="226" y="163"/>
                    <a:pt x="176" y="88"/>
                    <a:pt x="101" y="38"/>
                  </a:cubicBezTo>
                  <a:cubicBezTo>
                    <a:pt x="63" y="0"/>
                    <a:pt x="1" y="38"/>
                    <a:pt x="13" y="100"/>
                  </a:cubicBezTo>
                  <a:cubicBezTo>
                    <a:pt x="26" y="175"/>
                    <a:pt x="51" y="250"/>
                    <a:pt x="88" y="313"/>
                  </a:cubicBezTo>
                  <a:cubicBezTo>
                    <a:pt x="138" y="400"/>
                    <a:pt x="276" y="338"/>
                    <a:pt x="251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29"/>
            <p:cNvSpPr/>
            <p:nvPr/>
          </p:nvSpPr>
          <p:spPr>
            <a:xfrm>
              <a:off x="6952925" y="4091375"/>
              <a:ext cx="27500" cy="156850"/>
            </a:xfrm>
            <a:custGeom>
              <a:avLst/>
              <a:gdLst/>
              <a:ahLst/>
              <a:cxnLst/>
              <a:rect l="l" t="t" r="r" b="b"/>
              <a:pathLst>
                <a:path w="1100" h="6274" extrusionOk="0">
                  <a:moveTo>
                    <a:pt x="925" y="100"/>
                  </a:moveTo>
                  <a:cubicBezTo>
                    <a:pt x="850" y="1375"/>
                    <a:pt x="612" y="2600"/>
                    <a:pt x="337" y="3837"/>
                  </a:cubicBezTo>
                  <a:cubicBezTo>
                    <a:pt x="150" y="4649"/>
                    <a:pt x="0" y="5361"/>
                    <a:pt x="312" y="6161"/>
                  </a:cubicBezTo>
                  <a:cubicBezTo>
                    <a:pt x="362" y="6274"/>
                    <a:pt x="525" y="6236"/>
                    <a:pt x="487" y="6111"/>
                  </a:cubicBezTo>
                  <a:cubicBezTo>
                    <a:pt x="175" y="4936"/>
                    <a:pt x="625" y="3812"/>
                    <a:pt x="850" y="2650"/>
                  </a:cubicBezTo>
                  <a:cubicBezTo>
                    <a:pt x="1025" y="1812"/>
                    <a:pt x="1100" y="963"/>
                    <a:pt x="1100" y="100"/>
                  </a:cubicBezTo>
                  <a:cubicBezTo>
                    <a:pt x="1087" y="0"/>
                    <a:pt x="937" y="0"/>
                    <a:pt x="925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29"/>
            <p:cNvSpPr/>
            <p:nvPr/>
          </p:nvSpPr>
          <p:spPr>
            <a:xfrm>
              <a:off x="6949475" y="4236325"/>
              <a:ext cx="31275" cy="33150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438" y="351"/>
                  </a:moveTo>
                  <a:cubicBezTo>
                    <a:pt x="1" y="776"/>
                    <a:pt x="725" y="1325"/>
                    <a:pt x="1013" y="851"/>
                  </a:cubicBezTo>
                  <a:cubicBezTo>
                    <a:pt x="1250" y="476"/>
                    <a:pt x="588" y="1"/>
                    <a:pt x="438" y="476"/>
                  </a:cubicBezTo>
                  <a:cubicBezTo>
                    <a:pt x="413" y="563"/>
                    <a:pt x="525" y="626"/>
                    <a:pt x="588" y="563"/>
                  </a:cubicBezTo>
                  <a:lnTo>
                    <a:pt x="563" y="451"/>
                  </a:lnTo>
                  <a:cubicBezTo>
                    <a:pt x="613" y="363"/>
                    <a:pt x="500" y="276"/>
                    <a:pt x="4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9"/>
            <p:cNvSpPr/>
            <p:nvPr/>
          </p:nvSpPr>
          <p:spPr>
            <a:xfrm>
              <a:off x="6900425" y="4241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113" y="263"/>
                  </a:moveTo>
                  <a:cubicBezTo>
                    <a:pt x="688" y="900"/>
                    <a:pt x="650" y="1937"/>
                    <a:pt x="450" y="2724"/>
                  </a:cubicBezTo>
                  <a:cubicBezTo>
                    <a:pt x="425" y="2837"/>
                    <a:pt x="588" y="2912"/>
                    <a:pt x="650" y="2812"/>
                  </a:cubicBezTo>
                  <a:cubicBezTo>
                    <a:pt x="900" y="2387"/>
                    <a:pt x="875" y="1687"/>
                    <a:pt x="800" y="1225"/>
                  </a:cubicBezTo>
                  <a:cubicBezTo>
                    <a:pt x="750" y="800"/>
                    <a:pt x="563" y="413"/>
                    <a:pt x="263" y="100"/>
                  </a:cubicBezTo>
                  <a:cubicBezTo>
                    <a:pt x="163" y="0"/>
                    <a:pt x="1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9"/>
            <p:cNvSpPr/>
            <p:nvPr/>
          </p:nvSpPr>
          <p:spPr>
            <a:xfrm>
              <a:off x="6893875" y="4242575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62" y="2612"/>
                  </a:moveTo>
                  <a:cubicBezTo>
                    <a:pt x="188" y="2063"/>
                    <a:pt x="450" y="888"/>
                    <a:pt x="550" y="176"/>
                  </a:cubicBezTo>
                  <a:cubicBezTo>
                    <a:pt x="562" y="76"/>
                    <a:pt x="425" y="1"/>
                    <a:pt x="375" y="101"/>
                  </a:cubicBezTo>
                  <a:cubicBezTo>
                    <a:pt x="0" y="800"/>
                    <a:pt x="63" y="2238"/>
                    <a:pt x="737" y="2750"/>
                  </a:cubicBezTo>
                  <a:cubicBezTo>
                    <a:pt x="825" y="2825"/>
                    <a:pt x="937" y="2675"/>
                    <a:pt x="850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9"/>
            <p:cNvSpPr/>
            <p:nvPr/>
          </p:nvSpPr>
          <p:spPr>
            <a:xfrm>
              <a:off x="6908850" y="4142600"/>
              <a:ext cx="56575" cy="17850"/>
            </a:xfrm>
            <a:custGeom>
              <a:avLst/>
              <a:gdLst/>
              <a:ahLst/>
              <a:cxnLst/>
              <a:rect l="l" t="t" r="r" b="b"/>
              <a:pathLst>
                <a:path w="2263" h="714" extrusionOk="0">
                  <a:moveTo>
                    <a:pt x="2150" y="238"/>
                  </a:moveTo>
                  <a:cubicBezTo>
                    <a:pt x="1463" y="1"/>
                    <a:pt x="726" y="88"/>
                    <a:pt x="113" y="476"/>
                  </a:cubicBezTo>
                  <a:cubicBezTo>
                    <a:pt x="1" y="551"/>
                    <a:pt x="101" y="713"/>
                    <a:pt x="226" y="663"/>
                  </a:cubicBezTo>
                  <a:cubicBezTo>
                    <a:pt x="788" y="326"/>
                    <a:pt x="1463" y="238"/>
                    <a:pt x="2100" y="413"/>
                  </a:cubicBezTo>
                  <a:cubicBezTo>
                    <a:pt x="2213" y="438"/>
                    <a:pt x="2263" y="263"/>
                    <a:pt x="2150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9"/>
            <p:cNvSpPr/>
            <p:nvPr/>
          </p:nvSpPr>
          <p:spPr>
            <a:xfrm>
              <a:off x="6909175" y="4149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25" y="400"/>
                  </a:moveTo>
                  <a:cubicBezTo>
                    <a:pt x="475" y="538"/>
                    <a:pt x="2250" y="850"/>
                    <a:pt x="2125" y="63"/>
                  </a:cubicBezTo>
                  <a:cubicBezTo>
                    <a:pt x="2112" y="25"/>
                    <a:pt x="2075" y="0"/>
                    <a:pt x="2037" y="13"/>
                  </a:cubicBezTo>
                  <a:cubicBezTo>
                    <a:pt x="1788" y="113"/>
                    <a:pt x="1613" y="250"/>
                    <a:pt x="1338" y="300"/>
                  </a:cubicBezTo>
                  <a:cubicBezTo>
                    <a:pt x="950" y="363"/>
                    <a:pt x="550" y="313"/>
                    <a:pt x="188" y="188"/>
                  </a:cubicBezTo>
                  <a:cubicBezTo>
                    <a:pt x="50" y="138"/>
                    <a:pt x="0" y="338"/>
                    <a:pt x="125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29"/>
            <p:cNvSpPr/>
            <p:nvPr/>
          </p:nvSpPr>
          <p:spPr>
            <a:xfrm>
              <a:off x="6877300" y="3810500"/>
              <a:ext cx="26600" cy="82825"/>
            </a:xfrm>
            <a:custGeom>
              <a:avLst/>
              <a:gdLst/>
              <a:ahLst/>
              <a:cxnLst/>
              <a:rect l="l" t="t" r="r" b="b"/>
              <a:pathLst>
                <a:path w="1064" h="3313" extrusionOk="0">
                  <a:moveTo>
                    <a:pt x="713" y="151"/>
                  </a:moveTo>
                  <a:cubicBezTo>
                    <a:pt x="776" y="713"/>
                    <a:pt x="738" y="1275"/>
                    <a:pt x="601" y="1813"/>
                  </a:cubicBezTo>
                  <a:cubicBezTo>
                    <a:pt x="463" y="2300"/>
                    <a:pt x="188" y="2713"/>
                    <a:pt x="26" y="3175"/>
                  </a:cubicBezTo>
                  <a:cubicBezTo>
                    <a:pt x="1" y="3262"/>
                    <a:pt x="101" y="3312"/>
                    <a:pt x="163" y="3262"/>
                  </a:cubicBezTo>
                  <a:cubicBezTo>
                    <a:pt x="938" y="2500"/>
                    <a:pt x="1063" y="1138"/>
                    <a:pt x="926" y="126"/>
                  </a:cubicBezTo>
                  <a:cubicBezTo>
                    <a:pt x="913" y="1"/>
                    <a:pt x="701" y="26"/>
                    <a:pt x="71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29"/>
            <p:cNvSpPr/>
            <p:nvPr/>
          </p:nvSpPr>
          <p:spPr>
            <a:xfrm>
              <a:off x="6868550" y="3792700"/>
              <a:ext cx="30975" cy="100625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438" y="3824"/>
                  </a:moveTo>
                  <a:cubicBezTo>
                    <a:pt x="338" y="3150"/>
                    <a:pt x="226" y="2450"/>
                    <a:pt x="388" y="1775"/>
                  </a:cubicBezTo>
                  <a:cubicBezTo>
                    <a:pt x="513" y="1225"/>
                    <a:pt x="838" y="738"/>
                    <a:pt x="1138" y="263"/>
                  </a:cubicBezTo>
                  <a:cubicBezTo>
                    <a:pt x="1238" y="125"/>
                    <a:pt x="1013" y="0"/>
                    <a:pt x="913" y="138"/>
                  </a:cubicBezTo>
                  <a:cubicBezTo>
                    <a:pt x="551" y="700"/>
                    <a:pt x="201" y="1288"/>
                    <a:pt x="88" y="1975"/>
                  </a:cubicBezTo>
                  <a:cubicBezTo>
                    <a:pt x="1" y="2612"/>
                    <a:pt x="126" y="3262"/>
                    <a:pt x="238" y="3887"/>
                  </a:cubicBezTo>
                  <a:cubicBezTo>
                    <a:pt x="263" y="4024"/>
                    <a:pt x="463" y="3962"/>
                    <a:pt x="43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29"/>
            <p:cNvSpPr/>
            <p:nvPr/>
          </p:nvSpPr>
          <p:spPr>
            <a:xfrm>
              <a:off x="6712050" y="4197600"/>
              <a:ext cx="8450" cy="8150"/>
            </a:xfrm>
            <a:custGeom>
              <a:avLst/>
              <a:gdLst/>
              <a:ahLst/>
              <a:cxnLst/>
              <a:rect l="l" t="t" r="r" b="b"/>
              <a:pathLst>
                <a:path w="338" h="326" extrusionOk="0">
                  <a:moveTo>
                    <a:pt x="88" y="313"/>
                  </a:moveTo>
                  <a:cubicBezTo>
                    <a:pt x="175" y="325"/>
                    <a:pt x="262" y="288"/>
                    <a:pt x="312" y="213"/>
                  </a:cubicBezTo>
                  <a:cubicBezTo>
                    <a:pt x="325" y="200"/>
                    <a:pt x="337" y="163"/>
                    <a:pt x="325" y="138"/>
                  </a:cubicBezTo>
                  <a:lnTo>
                    <a:pt x="300" y="50"/>
                  </a:lnTo>
                  <a:cubicBezTo>
                    <a:pt x="287" y="13"/>
                    <a:pt x="225" y="0"/>
                    <a:pt x="212" y="38"/>
                  </a:cubicBezTo>
                  <a:lnTo>
                    <a:pt x="75" y="175"/>
                  </a:lnTo>
                  <a:cubicBezTo>
                    <a:pt x="0" y="200"/>
                    <a:pt x="13" y="325"/>
                    <a:pt x="8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29"/>
            <p:cNvSpPr/>
            <p:nvPr/>
          </p:nvSpPr>
          <p:spPr>
            <a:xfrm>
              <a:off x="6655500" y="4190725"/>
              <a:ext cx="58750" cy="15025"/>
            </a:xfrm>
            <a:custGeom>
              <a:avLst/>
              <a:gdLst/>
              <a:ahLst/>
              <a:cxnLst/>
              <a:rect l="l" t="t" r="r" b="b"/>
              <a:pathLst>
                <a:path w="2350" h="601" extrusionOk="0">
                  <a:moveTo>
                    <a:pt x="2300" y="475"/>
                  </a:moveTo>
                  <a:cubicBezTo>
                    <a:pt x="1625" y="138"/>
                    <a:pt x="825" y="0"/>
                    <a:pt x="88" y="225"/>
                  </a:cubicBezTo>
                  <a:cubicBezTo>
                    <a:pt x="0" y="250"/>
                    <a:pt x="0" y="413"/>
                    <a:pt x="113" y="400"/>
                  </a:cubicBezTo>
                  <a:cubicBezTo>
                    <a:pt x="862" y="313"/>
                    <a:pt x="1537" y="313"/>
                    <a:pt x="2250" y="588"/>
                  </a:cubicBezTo>
                  <a:cubicBezTo>
                    <a:pt x="2312" y="600"/>
                    <a:pt x="2350" y="500"/>
                    <a:pt x="230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29"/>
            <p:cNvSpPr/>
            <p:nvPr/>
          </p:nvSpPr>
          <p:spPr>
            <a:xfrm>
              <a:off x="6655175" y="4183525"/>
              <a:ext cx="25325" cy="16900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201" y="613"/>
                  </a:moveTo>
                  <a:cubicBezTo>
                    <a:pt x="413" y="351"/>
                    <a:pt x="650" y="276"/>
                    <a:pt x="938" y="163"/>
                  </a:cubicBezTo>
                  <a:cubicBezTo>
                    <a:pt x="1013" y="126"/>
                    <a:pt x="1013" y="1"/>
                    <a:pt x="925" y="1"/>
                  </a:cubicBezTo>
                  <a:cubicBezTo>
                    <a:pt x="575" y="26"/>
                    <a:pt x="251" y="201"/>
                    <a:pt x="63" y="501"/>
                  </a:cubicBezTo>
                  <a:cubicBezTo>
                    <a:pt x="1" y="576"/>
                    <a:pt x="138" y="676"/>
                    <a:pt x="201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29"/>
            <p:cNvSpPr/>
            <p:nvPr/>
          </p:nvSpPr>
          <p:spPr>
            <a:xfrm>
              <a:off x="6694550" y="4145425"/>
              <a:ext cx="26575" cy="55325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1012" y="2075"/>
                  </a:moveTo>
                  <a:cubicBezTo>
                    <a:pt x="838" y="1775"/>
                    <a:pt x="700" y="1462"/>
                    <a:pt x="575" y="1125"/>
                  </a:cubicBezTo>
                  <a:cubicBezTo>
                    <a:pt x="463" y="775"/>
                    <a:pt x="525" y="475"/>
                    <a:pt x="575" y="125"/>
                  </a:cubicBezTo>
                  <a:cubicBezTo>
                    <a:pt x="588" y="25"/>
                    <a:pt x="450" y="0"/>
                    <a:pt x="413" y="75"/>
                  </a:cubicBezTo>
                  <a:cubicBezTo>
                    <a:pt x="0" y="775"/>
                    <a:pt x="463" y="1612"/>
                    <a:pt x="925" y="2162"/>
                  </a:cubicBezTo>
                  <a:cubicBezTo>
                    <a:pt x="975" y="2212"/>
                    <a:pt x="1062" y="2137"/>
                    <a:pt x="1025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29"/>
            <p:cNvSpPr/>
            <p:nvPr/>
          </p:nvSpPr>
          <p:spPr>
            <a:xfrm>
              <a:off x="6693600" y="4144175"/>
              <a:ext cx="16900" cy="34700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76" y="138"/>
                  </a:moveTo>
                  <a:cubicBezTo>
                    <a:pt x="113" y="450"/>
                    <a:pt x="1" y="875"/>
                    <a:pt x="51" y="1287"/>
                  </a:cubicBezTo>
                  <a:cubicBezTo>
                    <a:pt x="63" y="1387"/>
                    <a:pt x="201" y="1350"/>
                    <a:pt x="226" y="1262"/>
                  </a:cubicBezTo>
                  <a:cubicBezTo>
                    <a:pt x="238" y="875"/>
                    <a:pt x="301" y="575"/>
                    <a:pt x="576" y="288"/>
                  </a:cubicBezTo>
                  <a:cubicBezTo>
                    <a:pt x="676" y="150"/>
                    <a:pt x="476" y="0"/>
                    <a:pt x="376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29"/>
            <p:cNvSpPr/>
            <p:nvPr/>
          </p:nvSpPr>
          <p:spPr>
            <a:xfrm>
              <a:off x="6676725" y="4169150"/>
              <a:ext cx="22850" cy="11275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788" y="238"/>
                  </a:moveTo>
                  <a:cubicBezTo>
                    <a:pt x="576" y="176"/>
                    <a:pt x="363" y="76"/>
                    <a:pt x="138" y="26"/>
                  </a:cubicBezTo>
                  <a:cubicBezTo>
                    <a:pt x="51" y="1"/>
                    <a:pt x="1" y="113"/>
                    <a:pt x="88" y="163"/>
                  </a:cubicBezTo>
                  <a:cubicBezTo>
                    <a:pt x="288" y="288"/>
                    <a:pt x="513" y="376"/>
                    <a:pt x="738" y="426"/>
                  </a:cubicBezTo>
                  <a:cubicBezTo>
                    <a:pt x="863" y="451"/>
                    <a:pt x="913" y="276"/>
                    <a:pt x="78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29"/>
            <p:cNvSpPr/>
            <p:nvPr/>
          </p:nvSpPr>
          <p:spPr>
            <a:xfrm>
              <a:off x="6675800" y="4169150"/>
              <a:ext cx="16275" cy="19725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63" y="226"/>
                  </a:moveTo>
                  <a:cubicBezTo>
                    <a:pt x="150" y="413"/>
                    <a:pt x="275" y="588"/>
                    <a:pt x="438" y="726"/>
                  </a:cubicBezTo>
                  <a:cubicBezTo>
                    <a:pt x="513" y="788"/>
                    <a:pt x="650" y="701"/>
                    <a:pt x="588" y="613"/>
                  </a:cubicBezTo>
                  <a:cubicBezTo>
                    <a:pt x="488" y="438"/>
                    <a:pt x="363" y="288"/>
                    <a:pt x="250" y="126"/>
                  </a:cubicBezTo>
                  <a:cubicBezTo>
                    <a:pt x="175" y="1"/>
                    <a:pt x="0" y="101"/>
                    <a:pt x="75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29"/>
            <p:cNvSpPr/>
            <p:nvPr/>
          </p:nvSpPr>
          <p:spPr>
            <a:xfrm>
              <a:off x="6672975" y="418165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6" y="51"/>
                  </a:moveTo>
                  <a:cubicBezTo>
                    <a:pt x="413" y="1"/>
                    <a:pt x="226" y="26"/>
                    <a:pt x="88" y="113"/>
                  </a:cubicBezTo>
                  <a:cubicBezTo>
                    <a:pt x="1" y="163"/>
                    <a:pt x="63" y="276"/>
                    <a:pt x="138" y="251"/>
                  </a:cubicBezTo>
                  <a:lnTo>
                    <a:pt x="526" y="238"/>
                  </a:lnTo>
                  <a:cubicBezTo>
                    <a:pt x="638" y="263"/>
                    <a:pt x="701" y="88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29"/>
            <p:cNvSpPr/>
            <p:nvPr/>
          </p:nvSpPr>
          <p:spPr>
            <a:xfrm>
              <a:off x="6653000" y="4149475"/>
              <a:ext cx="28750" cy="23450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638" y="788"/>
                  </a:moveTo>
                  <a:cubicBezTo>
                    <a:pt x="1150" y="675"/>
                    <a:pt x="862" y="1"/>
                    <a:pt x="425" y="101"/>
                  </a:cubicBezTo>
                  <a:cubicBezTo>
                    <a:pt x="0" y="201"/>
                    <a:pt x="113" y="938"/>
                    <a:pt x="625" y="788"/>
                  </a:cubicBezTo>
                  <a:cubicBezTo>
                    <a:pt x="737" y="750"/>
                    <a:pt x="712" y="588"/>
                    <a:pt x="600" y="600"/>
                  </a:cubicBezTo>
                  <a:lnTo>
                    <a:pt x="600" y="613"/>
                  </a:lnTo>
                  <a:cubicBezTo>
                    <a:pt x="488" y="650"/>
                    <a:pt x="538" y="813"/>
                    <a:pt x="65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29"/>
            <p:cNvSpPr/>
            <p:nvPr/>
          </p:nvSpPr>
          <p:spPr>
            <a:xfrm>
              <a:off x="846700" y="4309125"/>
              <a:ext cx="551125" cy="190600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832" y="4662"/>
                  </a:moveTo>
                  <a:cubicBezTo>
                    <a:pt x="17009" y="0"/>
                    <a:pt x="10598" y="7623"/>
                    <a:pt x="4962" y="6311"/>
                  </a:cubicBezTo>
                  <a:cubicBezTo>
                    <a:pt x="1963" y="5611"/>
                    <a:pt x="1" y="3300"/>
                    <a:pt x="101" y="238"/>
                  </a:cubicBezTo>
                  <a:cubicBezTo>
                    <a:pt x="101" y="150"/>
                    <a:pt x="251" y="150"/>
                    <a:pt x="251" y="238"/>
                  </a:cubicBezTo>
                  <a:cubicBezTo>
                    <a:pt x="513" y="6511"/>
                    <a:pt x="7511" y="6724"/>
                    <a:pt x="11885" y="4887"/>
                  </a:cubicBezTo>
                  <a:cubicBezTo>
                    <a:pt x="13597" y="4162"/>
                    <a:pt x="15322" y="3175"/>
                    <a:pt x="17209" y="2950"/>
                  </a:cubicBezTo>
                  <a:cubicBezTo>
                    <a:pt x="19108" y="2725"/>
                    <a:pt x="20620" y="3225"/>
                    <a:pt x="21970" y="4524"/>
                  </a:cubicBezTo>
                  <a:cubicBezTo>
                    <a:pt x="22045" y="4612"/>
                    <a:pt x="21920" y="4737"/>
                    <a:pt x="21832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29"/>
            <p:cNvSpPr/>
            <p:nvPr/>
          </p:nvSpPr>
          <p:spPr>
            <a:xfrm>
              <a:off x="851700" y="4210725"/>
              <a:ext cx="180925" cy="121225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13" y="3174"/>
                  </a:moveTo>
                  <a:cubicBezTo>
                    <a:pt x="151" y="1162"/>
                    <a:pt x="2612" y="0"/>
                    <a:pt x="4412" y="537"/>
                  </a:cubicBezTo>
                  <a:cubicBezTo>
                    <a:pt x="5924" y="987"/>
                    <a:pt x="7236" y="3524"/>
                    <a:pt x="5849" y="4774"/>
                  </a:cubicBezTo>
                  <a:cubicBezTo>
                    <a:pt x="5774" y="4849"/>
                    <a:pt x="5662" y="4736"/>
                    <a:pt x="5724" y="4661"/>
                  </a:cubicBezTo>
                  <a:cubicBezTo>
                    <a:pt x="7124" y="3137"/>
                    <a:pt x="5462" y="837"/>
                    <a:pt x="3837" y="637"/>
                  </a:cubicBezTo>
                  <a:cubicBezTo>
                    <a:pt x="2287" y="437"/>
                    <a:pt x="325" y="1450"/>
                    <a:pt x="201" y="3174"/>
                  </a:cubicBezTo>
                  <a:cubicBezTo>
                    <a:pt x="201" y="3299"/>
                    <a:pt x="1" y="3299"/>
                    <a:pt x="13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29"/>
            <p:cNvSpPr/>
            <p:nvPr/>
          </p:nvSpPr>
          <p:spPr>
            <a:xfrm>
              <a:off x="905750" y="4276625"/>
              <a:ext cx="73125" cy="77200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62" y="2600"/>
                  </a:moveTo>
                  <a:cubicBezTo>
                    <a:pt x="2025" y="3087"/>
                    <a:pt x="800" y="2738"/>
                    <a:pt x="388" y="1850"/>
                  </a:cubicBezTo>
                  <a:cubicBezTo>
                    <a:pt x="0" y="1026"/>
                    <a:pt x="613" y="101"/>
                    <a:pt x="1488" y="13"/>
                  </a:cubicBezTo>
                  <a:cubicBezTo>
                    <a:pt x="1588" y="1"/>
                    <a:pt x="1625" y="188"/>
                    <a:pt x="1513" y="213"/>
                  </a:cubicBezTo>
                  <a:cubicBezTo>
                    <a:pt x="700" y="351"/>
                    <a:pt x="200" y="1176"/>
                    <a:pt x="663" y="1925"/>
                  </a:cubicBezTo>
                  <a:cubicBezTo>
                    <a:pt x="1138" y="2613"/>
                    <a:pt x="2037" y="2838"/>
                    <a:pt x="2775" y="2463"/>
                  </a:cubicBezTo>
                  <a:cubicBezTo>
                    <a:pt x="2850" y="2425"/>
                    <a:pt x="2925" y="2538"/>
                    <a:pt x="2850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29"/>
            <p:cNvSpPr/>
            <p:nvPr/>
          </p:nvSpPr>
          <p:spPr>
            <a:xfrm>
              <a:off x="952300" y="42825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29"/>
            <p:cNvSpPr/>
            <p:nvPr/>
          </p:nvSpPr>
          <p:spPr>
            <a:xfrm>
              <a:off x="759550" y="4357225"/>
              <a:ext cx="206825" cy="103750"/>
            </a:xfrm>
            <a:custGeom>
              <a:avLst/>
              <a:gdLst/>
              <a:ahLst/>
              <a:cxnLst/>
              <a:rect l="l" t="t" r="r" b="b"/>
              <a:pathLst>
                <a:path w="8273" h="4150" extrusionOk="0">
                  <a:moveTo>
                    <a:pt x="8135" y="4137"/>
                  </a:moveTo>
                  <a:cubicBezTo>
                    <a:pt x="6998" y="3887"/>
                    <a:pt x="5936" y="3425"/>
                    <a:pt x="4986" y="2775"/>
                  </a:cubicBezTo>
                  <a:cubicBezTo>
                    <a:pt x="3537" y="1763"/>
                    <a:pt x="2062" y="1"/>
                    <a:pt x="175" y="1276"/>
                  </a:cubicBezTo>
                  <a:cubicBezTo>
                    <a:pt x="100" y="1326"/>
                    <a:pt x="0" y="1201"/>
                    <a:pt x="75" y="1138"/>
                  </a:cubicBezTo>
                  <a:cubicBezTo>
                    <a:pt x="837" y="451"/>
                    <a:pt x="1787" y="451"/>
                    <a:pt x="2699" y="851"/>
                  </a:cubicBezTo>
                  <a:cubicBezTo>
                    <a:pt x="3374" y="1151"/>
                    <a:pt x="3912" y="1676"/>
                    <a:pt x="4474" y="2125"/>
                  </a:cubicBezTo>
                  <a:cubicBezTo>
                    <a:pt x="5549" y="3013"/>
                    <a:pt x="6811" y="3650"/>
                    <a:pt x="8173" y="3975"/>
                  </a:cubicBezTo>
                  <a:cubicBezTo>
                    <a:pt x="8273" y="4000"/>
                    <a:pt x="8235" y="4150"/>
                    <a:pt x="8135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29"/>
            <p:cNvSpPr/>
            <p:nvPr/>
          </p:nvSpPr>
          <p:spPr>
            <a:xfrm>
              <a:off x="1020100" y="4375975"/>
              <a:ext cx="88425" cy="80000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3424" y="2888"/>
                  </a:moveTo>
                  <a:cubicBezTo>
                    <a:pt x="2550" y="3087"/>
                    <a:pt x="1700" y="3200"/>
                    <a:pt x="888" y="2713"/>
                  </a:cubicBezTo>
                  <a:cubicBezTo>
                    <a:pt x="363" y="2388"/>
                    <a:pt x="0" y="1875"/>
                    <a:pt x="100" y="1225"/>
                  </a:cubicBezTo>
                  <a:cubicBezTo>
                    <a:pt x="188" y="613"/>
                    <a:pt x="688" y="138"/>
                    <a:pt x="1312" y="63"/>
                  </a:cubicBezTo>
                  <a:cubicBezTo>
                    <a:pt x="1787" y="13"/>
                    <a:pt x="2462" y="176"/>
                    <a:pt x="2512" y="726"/>
                  </a:cubicBezTo>
                  <a:cubicBezTo>
                    <a:pt x="2525" y="813"/>
                    <a:pt x="2387" y="813"/>
                    <a:pt x="2375" y="726"/>
                  </a:cubicBezTo>
                  <a:cubicBezTo>
                    <a:pt x="2312" y="1"/>
                    <a:pt x="1100" y="263"/>
                    <a:pt x="775" y="488"/>
                  </a:cubicBezTo>
                  <a:cubicBezTo>
                    <a:pt x="288" y="838"/>
                    <a:pt x="138" y="1500"/>
                    <a:pt x="438" y="2025"/>
                  </a:cubicBezTo>
                  <a:cubicBezTo>
                    <a:pt x="1050" y="3037"/>
                    <a:pt x="2400" y="2937"/>
                    <a:pt x="3374" y="2713"/>
                  </a:cubicBezTo>
                  <a:cubicBezTo>
                    <a:pt x="3487" y="2688"/>
                    <a:pt x="3537" y="2863"/>
                    <a:pt x="3424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29"/>
            <p:cNvSpPr/>
            <p:nvPr/>
          </p:nvSpPr>
          <p:spPr>
            <a:xfrm>
              <a:off x="1130700" y="4386300"/>
              <a:ext cx="33450" cy="43450"/>
            </a:xfrm>
            <a:custGeom>
              <a:avLst/>
              <a:gdLst/>
              <a:ahLst/>
              <a:cxnLst/>
              <a:rect l="l" t="t" r="r" b="b"/>
              <a:pathLst>
                <a:path w="1338" h="1738" extrusionOk="0">
                  <a:moveTo>
                    <a:pt x="1237" y="1550"/>
                  </a:moveTo>
                  <a:cubicBezTo>
                    <a:pt x="700" y="1737"/>
                    <a:pt x="0" y="1412"/>
                    <a:pt x="75" y="762"/>
                  </a:cubicBezTo>
                  <a:cubicBezTo>
                    <a:pt x="125" y="338"/>
                    <a:pt x="825" y="0"/>
                    <a:pt x="1087" y="425"/>
                  </a:cubicBezTo>
                  <a:cubicBezTo>
                    <a:pt x="1162" y="538"/>
                    <a:pt x="987" y="637"/>
                    <a:pt x="912" y="525"/>
                  </a:cubicBezTo>
                  <a:cubicBezTo>
                    <a:pt x="800" y="463"/>
                    <a:pt x="662" y="438"/>
                    <a:pt x="537" y="488"/>
                  </a:cubicBezTo>
                  <a:cubicBezTo>
                    <a:pt x="263" y="712"/>
                    <a:pt x="213" y="937"/>
                    <a:pt x="388" y="1137"/>
                  </a:cubicBezTo>
                  <a:cubicBezTo>
                    <a:pt x="550" y="1450"/>
                    <a:pt x="887" y="1487"/>
                    <a:pt x="1200" y="1400"/>
                  </a:cubicBezTo>
                  <a:cubicBezTo>
                    <a:pt x="1300" y="1362"/>
                    <a:pt x="1337" y="1525"/>
                    <a:pt x="1237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29"/>
            <p:cNvSpPr/>
            <p:nvPr/>
          </p:nvSpPr>
          <p:spPr>
            <a:xfrm>
              <a:off x="740475" y="437785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38" y="351"/>
                  </a:moveTo>
                  <a:cubicBezTo>
                    <a:pt x="1275" y="713"/>
                    <a:pt x="813" y="1275"/>
                    <a:pt x="413" y="950"/>
                  </a:cubicBezTo>
                  <a:cubicBezTo>
                    <a:pt x="1" y="626"/>
                    <a:pt x="476" y="1"/>
                    <a:pt x="888" y="301"/>
                  </a:cubicBezTo>
                  <a:cubicBezTo>
                    <a:pt x="950" y="351"/>
                    <a:pt x="900" y="463"/>
                    <a:pt x="813" y="451"/>
                  </a:cubicBezTo>
                  <a:lnTo>
                    <a:pt x="813" y="451"/>
                  </a:lnTo>
                  <a:cubicBezTo>
                    <a:pt x="776" y="376"/>
                    <a:pt x="875" y="276"/>
                    <a:pt x="950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29"/>
            <p:cNvSpPr/>
            <p:nvPr/>
          </p:nvSpPr>
          <p:spPr>
            <a:xfrm>
              <a:off x="816075" y="4313800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2963" y="4462"/>
                  </a:moveTo>
                  <a:cubicBezTo>
                    <a:pt x="1563" y="3363"/>
                    <a:pt x="538" y="1850"/>
                    <a:pt x="26" y="151"/>
                  </a:cubicBezTo>
                  <a:cubicBezTo>
                    <a:pt x="1" y="63"/>
                    <a:pt x="138" y="1"/>
                    <a:pt x="188" y="88"/>
                  </a:cubicBezTo>
                  <a:cubicBezTo>
                    <a:pt x="926" y="1700"/>
                    <a:pt x="1700" y="3188"/>
                    <a:pt x="3050" y="4375"/>
                  </a:cubicBezTo>
                  <a:cubicBezTo>
                    <a:pt x="3113" y="4437"/>
                    <a:pt x="3025" y="4525"/>
                    <a:pt x="29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29"/>
            <p:cNvSpPr/>
            <p:nvPr/>
          </p:nvSpPr>
          <p:spPr>
            <a:xfrm>
              <a:off x="799850" y="4293200"/>
              <a:ext cx="30950" cy="32500"/>
            </a:xfrm>
            <a:custGeom>
              <a:avLst/>
              <a:gdLst/>
              <a:ahLst/>
              <a:cxnLst/>
              <a:rect l="l" t="t" r="r" b="b"/>
              <a:pathLst>
                <a:path w="1238" h="1300" extrusionOk="0">
                  <a:moveTo>
                    <a:pt x="737" y="800"/>
                  </a:moveTo>
                  <a:lnTo>
                    <a:pt x="737" y="737"/>
                  </a:lnTo>
                  <a:cubicBezTo>
                    <a:pt x="812" y="662"/>
                    <a:pt x="925" y="750"/>
                    <a:pt x="875" y="850"/>
                  </a:cubicBezTo>
                  <a:cubicBezTo>
                    <a:pt x="637" y="1300"/>
                    <a:pt x="0" y="750"/>
                    <a:pt x="350" y="375"/>
                  </a:cubicBezTo>
                  <a:cubicBezTo>
                    <a:pt x="687" y="0"/>
                    <a:pt x="1237" y="550"/>
                    <a:pt x="850" y="912"/>
                  </a:cubicBezTo>
                  <a:cubicBezTo>
                    <a:pt x="762" y="975"/>
                    <a:pt x="675" y="875"/>
                    <a:pt x="725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29"/>
            <p:cNvSpPr/>
            <p:nvPr/>
          </p:nvSpPr>
          <p:spPr>
            <a:xfrm>
              <a:off x="848575" y="4298825"/>
              <a:ext cx="5650" cy="9375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13" y="263"/>
                  </a:moveTo>
                  <a:cubicBezTo>
                    <a:pt x="1" y="188"/>
                    <a:pt x="26" y="113"/>
                    <a:pt x="76" y="63"/>
                  </a:cubicBezTo>
                  <a:cubicBezTo>
                    <a:pt x="113" y="0"/>
                    <a:pt x="226" y="13"/>
                    <a:pt x="226" y="100"/>
                  </a:cubicBezTo>
                  <a:cubicBezTo>
                    <a:pt x="213" y="150"/>
                    <a:pt x="213" y="213"/>
                    <a:pt x="213" y="263"/>
                  </a:cubicBezTo>
                  <a:cubicBezTo>
                    <a:pt x="201" y="375"/>
                    <a:pt x="38" y="375"/>
                    <a:pt x="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29"/>
            <p:cNvSpPr/>
            <p:nvPr/>
          </p:nvSpPr>
          <p:spPr>
            <a:xfrm>
              <a:off x="980725" y="4331300"/>
              <a:ext cx="10025" cy="690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88" y="88"/>
                  </a:moveTo>
                  <a:cubicBezTo>
                    <a:pt x="151" y="51"/>
                    <a:pt x="226" y="26"/>
                    <a:pt x="301" y="13"/>
                  </a:cubicBezTo>
                  <a:cubicBezTo>
                    <a:pt x="351" y="1"/>
                    <a:pt x="401" y="63"/>
                    <a:pt x="351" y="113"/>
                  </a:cubicBezTo>
                  <a:cubicBezTo>
                    <a:pt x="301" y="176"/>
                    <a:pt x="226" y="226"/>
                    <a:pt x="151" y="251"/>
                  </a:cubicBezTo>
                  <a:cubicBezTo>
                    <a:pt x="63" y="276"/>
                    <a:pt x="1" y="138"/>
                    <a:pt x="8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29"/>
            <p:cNvSpPr/>
            <p:nvPr/>
          </p:nvSpPr>
          <p:spPr>
            <a:xfrm>
              <a:off x="839525" y="4440350"/>
              <a:ext cx="156850" cy="27825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6174" y="1100"/>
                  </a:moveTo>
                  <a:cubicBezTo>
                    <a:pt x="5311" y="1112"/>
                    <a:pt x="4449" y="1025"/>
                    <a:pt x="3612" y="850"/>
                  </a:cubicBezTo>
                  <a:cubicBezTo>
                    <a:pt x="2462" y="625"/>
                    <a:pt x="1337" y="175"/>
                    <a:pt x="163" y="500"/>
                  </a:cubicBezTo>
                  <a:cubicBezTo>
                    <a:pt x="38" y="525"/>
                    <a:pt x="0" y="362"/>
                    <a:pt x="113" y="313"/>
                  </a:cubicBezTo>
                  <a:cubicBezTo>
                    <a:pt x="900" y="0"/>
                    <a:pt x="1625" y="163"/>
                    <a:pt x="2437" y="337"/>
                  </a:cubicBezTo>
                  <a:cubicBezTo>
                    <a:pt x="3674" y="612"/>
                    <a:pt x="4899" y="862"/>
                    <a:pt x="6174" y="925"/>
                  </a:cubicBezTo>
                  <a:cubicBezTo>
                    <a:pt x="6274" y="937"/>
                    <a:pt x="6274" y="1087"/>
                    <a:pt x="6174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29"/>
            <p:cNvSpPr/>
            <p:nvPr/>
          </p:nvSpPr>
          <p:spPr>
            <a:xfrm>
              <a:off x="817950" y="4437225"/>
              <a:ext cx="33150" cy="31250"/>
            </a:xfrm>
            <a:custGeom>
              <a:avLst/>
              <a:gdLst/>
              <a:ahLst/>
              <a:cxnLst/>
              <a:rect l="l" t="t" r="r" b="b"/>
              <a:pathLst>
                <a:path w="1326" h="1250" extrusionOk="0">
                  <a:moveTo>
                    <a:pt x="876" y="550"/>
                  </a:moveTo>
                  <a:lnTo>
                    <a:pt x="763" y="587"/>
                  </a:lnTo>
                  <a:cubicBezTo>
                    <a:pt x="713" y="512"/>
                    <a:pt x="763" y="413"/>
                    <a:pt x="851" y="425"/>
                  </a:cubicBezTo>
                  <a:cubicBezTo>
                    <a:pt x="1326" y="587"/>
                    <a:pt x="851" y="1250"/>
                    <a:pt x="476" y="1012"/>
                  </a:cubicBezTo>
                  <a:cubicBezTo>
                    <a:pt x="1" y="712"/>
                    <a:pt x="551" y="0"/>
                    <a:pt x="976" y="438"/>
                  </a:cubicBezTo>
                  <a:cubicBezTo>
                    <a:pt x="1038" y="500"/>
                    <a:pt x="963" y="600"/>
                    <a:pt x="876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29"/>
            <p:cNvSpPr/>
            <p:nvPr/>
          </p:nvSpPr>
          <p:spPr>
            <a:xfrm>
              <a:off x="773900" y="4388175"/>
              <a:ext cx="72825" cy="2250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2813" y="263"/>
                  </a:moveTo>
                  <a:cubicBezTo>
                    <a:pt x="2500" y="562"/>
                    <a:pt x="2113" y="750"/>
                    <a:pt x="1688" y="800"/>
                  </a:cubicBezTo>
                  <a:cubicBezTo>
                    <a:pt x="1226" y="862"/>
                    <a:pt x="526" y="900"/>
                    <a:pt x="113" y="637"/>
                  </a:cubicBezTo>
                  <a:cubicBezTo>
                    <a:pt x="1" y="575"/>
                    <a:pt x="63" y="413"/>
                    <a:pt x="188" y="438"/>
                  </a:cubicBezTo>
                  <a:cubicBezTo>
                    <a:pt x="976" y="637"/>
                    <a:pt x="2013" y="687"/>
                    <a:pt x="2650" y="100"/>
                  </a:cubicBezTo>
                  <a:cubicBezTo>
                    <a:pt x="2763" y="0"/>
                    <a:pt x="2913" y="163"/>
                    <a:pt x="2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29"/>
            <p:cNvSpPr/>
            <p:nvPr/>
          </p:nvSpPr>
          <p:spPr>
            <a:xfrm>
              <a:off x="774525" y="4381600"/>
              <a:ext cx="70650" cy="23450"/>
            </a:xfrm>
            <a:custGeom>
              <a:avLst/>
              <a:gdLst/>
              <a:ahLst/>
              <a:cxnLst/>
              <a:rect l="l" t="t" r="r" b="b"/>
              <a:pathLst>
                <a:path w="2826" h="938" extrusionOk="0">
                  <a:moveTo>
                    <a:pt x="63" y="738"/>
                  </a:moveTo>
                  <a:cubicBezTo>
                    <a:pt x="588" y="51"/>
                    <a:pt x="2013" y="1"/>
                    <a:pt x="2725" y="376"/>
                  </a:cubicBezTo>
                  <a:cubicBezTo>
                    <a:pt x="2825" y="426"/>
                    <a:pt x="2750" y="563"/>
                    <a:pt x="2650" y="551"/>
                  </a:cubicBezTo>
                  <a:cubicBezTo>
                    <a:pt x="1938" y="438"/>
                    <a:pt x="776" y="176"/>
                    <a:pt x="213" y="850"/>
                  </a:cubicBezTo>
                  <a:cubicBezTo>
                    <a:pt x="151" y="938"/>
                    <a:pt x="1" y="825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29"/>
            <p:cNvSpPr/>
            <p:nvPr/>
          </p:nvSpPr>
          <p:spPr>
            <a:xfrm>
              <a:off x="927300" y="4396600"/>
              <a:ext cx="17850" cy="55950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301" y="2087"/>
                  </a:moveTo>
                  <a:cubicBezTo>
                    <a:pt x="476" y="1450"/>
                    <a:pt x="376" y="775"/>
                    <a:pt x="51" y="213"/>
                  </a:cubicBezTo>
                  <a:cubicBezTo>
                    <a:pt x="1" y="101"/>
                    <a:pt x="163" y="1"/>
                    <a:pt x="238" y="101"/>
                  </a:cubicBezTo>
                  <a:cubicBezTo>
                    <a:pt x="626" y="713"/>
                    <a:pt x="713" y="1450"/>
                    <a:pt x="476" y="2137"/>
                  </a:cubicBezTo>
                  <a:cubicBezTo>
                    <a:pt x="438" y="2237"/>
                    <a:pt x="288" y="2200"/>
                    <a:pt x="301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29"/>
            <p:cNvSpPr/>
            <p:nvPr/>
          </p:nvSpPr>
          <p:spPr>
            <a:xfrm>
              <a:off x="922000" y="4396600"/>
              <a:ext cx="15950" cy="54375"/>
            </a:xfrm>
            <a:custGeom>
              <a:avLst/>
              <a:gdLst/>
              <a:ahLst/>
              <a:cxnLst/>
              <a:rect l="l" t="t" r="r" b="b"/>
              <a:pathLst>
                <a:path w="638" h="2175" extrusionOk="0">
                  <a:moveTo>
                    <a:pt x="450" y="188"/>
                  </a:moveTo>
                  <a:cubicBezTo>
                    <a:pt x="313" y="550"/>
                    <a:pt x="275" y="950"/>
                    <a:pt x="338" y="1338"/>
                  </a:cubicBezTo>
                  <a:cubicBezTo>
                    <a:pt x="375" y="1613"/>
                    <a:pt x="525" y="1788"/>
                    <a:pt x="625" y="2038"/>
                  </a:cubicBezTo>
                  <a:cubicBezTo>
                    <a:pt x="638" y="2075"/>
                    <a:pt x="613" y="2112"/>
                    <a:pt x="563" y="2125"/>
                  </a:cubicBezTo>
                  <a:cubicBezTo>
                    <a:pt x="275" y="2175"/>
                    <a:pt x="163" y="1850"/>
                    <a:pt x="113" y="1613"/>
                  </a:cubicBezTo>
                  <a:cubicBezTo>
                    <a:pt x="0" y="1113"/>
                    <a:pt x="38" y="600"/>
                    <a:pt x="238" y="126"/>
                  </a:cubicBezTo>
                  <a:cubicBezTo>
                    <a:pt x="288" y="1"/>
                    <a:pt x="500" y="51"/>
                    <a:pt x="45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29"/>
            <p:cNvSpPr/>
            <p:nvPr/>
          </p:nvSpPr>
          <p:spPr>
            <a:xfrm>
              <a:off x="1194425" y="4364725"/>
              <a:ext cx="82825" cy="26900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3187" y="926"/>
                  </a:moveTo>
                  <a:cubicBezTo>
                    <a:pt x="2175" y="1076"/>
                    <a:pt x="800" y="926"/>
                    <a:pt x="50" y="163"/>
                  </a:cubicBezTo>
                  <a:cubicBezTo>
                    <a:pt x="0" y="113"/>
                    <a:pt x="50" y="1"/>
                    <a:pt x="125" y="26"/>
                  </a:cubicBezTo>
                  <a:cubicBezTo>
                    <a:pt x="600" y="188"/>
                    <a:pt x="1013" y="476"/>
                    <a:pt x="1500" y="601"/>
                  </a:cubicBezTo>
                  <a:cubicBezTo>
                    <a:pt x="2037" y="738"/>
                    <a:pt x="2600" y="776"/>
                    <a:pt x="3150" y="713"/>
                  </a:cubicBezTo>
                  <a:cubicBezTo>
                    <a:pt x="3275" y="701"/>
                    <a:pt x="3312" y="913"/>
                    <a:pt x="3187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29"/>
            <p:cNvSpPr/>
            <p:nvPr/>
          </p:nvSpPr>
          <p:spPr>
            <a:xfrm>
              <a:off x="1194425" y="4355975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138" y="238"/>
                  </a:moveTo>
                  <a:cubicBezTo>
                    <a:pt x="763" y="126"/>
                    <a:pt x="1413" y="1"/>
                    <a:pt x="2050" y="101"/>
                  </a:cubicBezTo>
                  <a:cubicBezTo>
                    <a:pt x="2737" y="201"/>
                    <a:pt x="3312" y="551"/>
                    <a:pt x="3887" y="926"/>
                  </a:cubicBezTo>
                  <a:cubicBezTo>
                    <a:pt x="4024" y="1013"/>
                    <a:pt x="3899" y="1238"/>
                    <a:pt x="3749" y="1151"/>
                  </a:cubicBezTo>
                  <a:cubicBezTo>
                    <a:pt x="3287" y="838"/>
                    <a:pt x="2800" y="526"/>
                    <a:pt x="2237" y="388"/>
                  </a:cubicBezTo>
                  <a:cubicBezTo>
                    <a:pt x="1575" y="226"/>
                    <a:pt x="863" y="338"/>
                    <a:pt x="200" y="451"/>
                  </a:cubicBezTo>
                  <a:cubicBezTo>
                    <a:pt x="63" y="463"/>
                    <a:pt x="0" y="263"/>
                    <a:pt x="13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29"/>
            <p:cNvSpPr/>
            <p:nvPr/>
          </p:nvSpPr>
          <p:spPr>
            <a:xfrm>
              <a:off x="593025" y="3689900"/>
              <a:ext cx="199650" cy="551150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3487" y="88"/>
                  </a:moveTo>
                  <a:cubicBezTo>
                    <a:pt x="4799" y="1426"/>
                    <a:pt x="5286" y="2938"/>
                    <a:pt x="5074" y="4837"/>
                  </a:cubicBezTo>
                  <a:cubicBezTo>
                    <a:pt x="4899" y="6237"/>
                    <a:pt x="4287" y="7487"/>
                    <a:pt x="3749" y="8761"/>
                  </a:cubicBezTo>
                  <a:cubicBezTo>
                    <a:pt x="1875" y="13235"/>
                    <a:pt x="0" y="21470"/>
                    <a:pt x="7773" y="21808"/>
                  </a:cubicBezTo>
                  <a:cubicBezTo>
                    <a:pt x="7861" y="21808"/>
                    <a:pt x="7861" y="21933"/>
                    <a:pt x="7773" y="21945"/>
                  </a:cubicBezTo>
                  <a:cubicBezTo>
                    <a:pt x="4737" y="22045"/>
                    <a:pt x="2400" y="20071"/>
                    <a:pt x="1700" y="17084"/>
                  </a:cubicBezTo>
                  <a:cubicBezTo>
                    <a:pt x="388" y="11435"/>
                    <a:pt x="7986" y="5012"/>
                    <a:pt x="3349" y="213"/>
                  </a:cubicBezTo>
                  <a:cubicBezTo>
                    <a:pt x="3274" y="138"/>
                    <a:pt x="3399" y="1"/>
                    <a:pt x="34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29"/>
            <p:cNvSpPr/>
            <p:nvPr/>
          </p:nvSpPr>
          <p:spPr>
            <a:xfrm>
              <a:off x="770150" y="4055125"/>
              <a:ext cx="121575" cy="180925"/>
            </a:xfrm>
            <a:custGeom>
              <a:avLst/>
              <a:gdLst/>
              <a:ahLst/>
              <a:cxnLst/>
              <a:rect l="l" t="t" r="r" b="b"/>
              <a:pathLst>
                <a:path w="4863" h="7237" extrusionOk="0">
                  <a:moveTo>
                    <a:pt x="1688" y="7036"/>
                  </a:moveTo>
                  <a:cubicBezTo>
                    <a:pt x="3413" y="6911"/>
                    <a:pt x="4425" y="4949"/>
                    <a:pt x="4225" y="3400"/>
                  </a:cubicBezTo>
                  <a:cubicBezTo>
                    <a:pt x="4025" y="1775"/>
                    <a:pt x="1725" y="113"/>
                    <a:pt x="201" y="1513"/>
                  </a:cubicBezTo>
                  <a:cubicBezTo>
                    <a:pt x="126" y="1588"/>
                    <a:pt x="1" y="1463"/>
                    <a:pt x="88" y="1388"/>
                  </a:cubicBezTo>
                  <a:cubicBezTo>
                    <a:pt x="1338" y="1"/>
                    <a:pt x="3875" y="1313"/>
                    <a:pt x="4325" y="2825"/>
                  </a:cubicBezTo>
                  <a:cubicBezTo>
                    <a:pt x="4862" y="4637"/>
                    <a:pt x="3700" y="7086"/>
                    <a:pt x="1688" y="7224"/>
                  </a:cubicBezTo>
                  <a:cubicBezTo>
                    <a:pt x="1563" y="7236"/>
                    <a:pt x="1563" y="7049"/>
                    <a:pt x="1688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29"/>
            <p:cNvSpPr/>
            <p:nvPr/>
          </p:nvSpPr>
          <p:spPr>
            <a:xfrm>
              <a:off x="748600" y="4108250"/>
              <a:ext cx="77200" cy="73425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625" y="163"/>
                  </a:moveTo>
                  <a:cubicBezTo>
                    <a:pt x="251" y="900"/>
                    <a:pt x="476" y="1800"/>
                    <a:pt x="1163" y="2274"/>
                  </a:cubicBezTo>
                  <a:cubicBezTo>
                    <a:pt x="1913" y="2749"/>
                    <a:pt x="2750" y="2237"/>
                    <a:pt x="2887" y="1425"/>
                  </a:cubicBezTo>
                  <a:cubicBezTo>
                    <a:pt x="2900" y="1325"/>
                    <a:pt x="3087" y="1337"/>
                    <a:pt x="3075" y="1450"/>
                  </a:cubicBezTo>
                  <a:cubicBezTo>
                    <a:pt x="3000" y="2324"/>
                    <a:pt x="2075" y="2937"/>
                    <a:pt x="1250" y="2549"/>
                  </a:cubicBezTo>
                  <a:cubicBezTo>
                    <a:pt x="351" y="2137"/>
                    <a:pt x="1" y="912"/>
                    <a:pt x="501" y="75"/>
                  </a:cubicBezTo>
                  <a:cubicBezTo>
                    <a:pt x="550" y="0"/>
                    <a:pt x="663" y="75"/>
                    <a:pt x="6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29"/>
            <p:cNvSpPr/>
            <p:nvPr/>
          </p:nvSpPr>
          <p:spPr>
            <a:xfrm>
              <a:off x="819525" y="4135100"/>
              <a:ext cx="325" cy="350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13" y="1"/>
                  </a:moveTo>
                  <a:lnTo>
                    <a:pt x="13" y="13"/>
                  </a:lnTo>
                  <a:cubicBezTo>
                    <a:pt x="13" y="13"/>
                    <a:pt x="0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29"/>
            <p:cNvSpPr/>
            <p:nvPr/>
          </p:nvSpPr>
          <p:spPr>
            <a:xfrm>
              <a:off x="641450" y="4121350"/>
              <a:ext cx="103750" cy="206550"/>
            </a:xfrm>
            <a:custGeom>
              <a:avLst/>
              <a:gdLst/>
              <a:ahLst/>
              <a:cxnLst/>
              <a:rect l="l" t="t" r="r" b="b"/>
              <a:pathLst>
                <a:path w="4150" h="8262" extrusionOk="0">
                  <a:moveTo>
                    <a:pt x="163" y="101"/>
                  </a:moveTo>
                  <a:cubicBezTo>
                    <a:pt x="450" y="1288"/>
                    <a:pt x="975" y="2400"/>
                    <a:pt x="1712" y="3375"/>
                  </a:cubicBezTo>
                  <a:cubicBezTo>
                    <a:pt x="2237" y="4087"/>
                    <a:pt x="2937" y="4737"/>
                    <a:pt x="3299" y="5562"/>
                  </a:cubicBezTo>
                  <a:cubicBezTo>
                    <a:pt x="3699" y="6474"/>
                    <a:pt x="3699" y="7436"/>
                    <a:pt x="3012" y="8199"/>
                  </a:cubicBezTo>
                  <a:cubicBezTo>
                    <a:pt x="2949" y="8261"/>
                    <a:pt x="2825" y="8174"/>
                    <a:pt x="2875" y="8086"/>
                  </a:cubicBezTo>
                  <a:cubicBezTo>
                    <a:pt x="4149" y="6212"/>
                    <a:pt x="2387" y="4725"/>
                    <a:pt x="1375" y="3275"/>
                  </a:cubicBezTo>
                  <a:cubicBezTo>
                    <a:pt x="725" y="2325"/>
                    <a:pt x="263" y="1263"/>
                    <a:pt x="13" y="138"/>
                  </a:cubicBezTo>
                  <a:cubicBezTo>
                    <a:pt x="0" y="38"/>
                    <a:pt x="138" y="1"/>
                    <a:pt x="1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29"/>
            <p:cNvSpPr/>
            <p:nvPr/>
          </p:nvSpPr>
          <p:spPr>
            <a:xfrm>
              <a:off x="646450" y="3978900"/>
              <a:ext cx="81250" cy="88750"/>
            </a:xfrm>
            <a:custGeom>
              <a:avLst/>
              <a:gdLst/>
              <a:ahLst/>
              <a:cxnLst/>
              <a:rect l="l" t="t" r="r" b="b"/>
              <a:pathLst>
                <a:path w="3250" h="3550" extrusionOk="0">
                  <a:moveTo>
                    <a:pt x="488" y="163"/>
                  </a:moveTo>
                  <a:cubicBezTo>
                    <a:pt x="263" y="1138"/>
                    <a:pt x="163" y="2500"/>
                    <a:pt x="1175" y="3112"/>
                  </a:cubicBezTo>
                  <a:cubicBezTo>
                    <a:pt x="1650" y="3375"/>
                    <a:pt x="2237" y="3287"/>
                    <a:pt x="2625" y="2900"/>
                  </a:cubicBezTo>
                  <a:cubicBezTo>
                    <a:pt x="2924" y="2575"/>
                    <a:pt x="3249" y="1250"/>
                    <a:pt x="2475" y="1163"/>
                  </a:cubicBezTo>
                  <a:cubicBezTo>
                    <a:pt x="2387" y="1163"/>
                    <a:pt x="2387" y="1025"/>
                    <a:pt x="2475" y="1038"/>
                  </a:cubicBezTo>
                  <a:cubicBezTo>
                    <a:pt x="3012" y="1088"/>
                    <a:pt x="3187" y="1762"/>
                    <a:pt x="3137" y="2237"/>
                  </a:cubicBezTo>
                  <a:cubicBezTo>
                    <a:pt x="3062" y="2850"/>
                    <a:pt x="2587" y="3350"/>
                    <a:pt x="1975" y="3450"/>
                  </a:cubicBezTo>
                  <a:cubicBezTo>
                    <a:pt x="1325" y="3550"/>
                    <a:pt x="813" y="3187"/>
                    <a:pt x="488" y="2650"/>
                  </a:cubicBezTo>
                  <a:cubicBezTo>
                    <a:pt x="0" y="1850"/>
                    <a:pt x="113" y="988"/>
                    <a:pt x="313" y="113"/>
                  </a:cubicBezTo>
                  <a:cubicBezTo>
                    <a:pt x="338" y="0"/>
                    <a:pt x="513" y="50"/>
                    <a:pt x="488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29"/>
            <p:cNvSpPr/>
            <p:nvPr/>
          </p:nvSpPr>
          <p:spPr>
            <a:xfrm>
              <a:off x="672675" y="3923300"/>
              <a:ext cx="43775" cy="33450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351" y="150"/>
                  </a:moveTo>
                  <a:cubicBezTo>
                    <a:pt x="263" y="462"/>
                    <a:pt x="301" y="787"/>
                    <a:pt x="613" y="962"/>
                  </a:cubicBezTo>
                  <a:cubicBezTo>
                    <a:pt x="813" y="1137"/>
                    <a:pt x="1026" y="1087"/>
                    <a:pt x="1263" y="800"/>
                  </a:cubicBezTo>
                  <a:cubicBezTo>
                    <a:pt x="1301" y="675"/>
                    <a:pt x="1288" y="537"/>
                    <a:pt x="1213" y="425"/>
                  </a:cubicBezTo>
                  <a:cubicBezTo>
                    <a:pt x="1101" y="350"/>
                    <a:pt x="1201" y="175"/>
                    <a:pt x="1326" y="250"/>
                  </a:cubicBezTo>
                  <a:cubicBezTo>
                    <a:pt x="1750" y="512"/>
                    <a:pt x="1413" y="1212"/>
                    <a:pt x="976" y="1262"/>
                  </a:cubicBezTo>
                  <a:cubicBezTo>
                    <a:pt x="326" y="1337"/>
                    <a:pt x="1" y="637"/>
                    <a:pt x="201" y="100"/>
                  </a:cubicBezTo>
                  <a:cubicBezTo>
                    <a:pt x="226" y="0"/>
                    <a:pt x="376" y="38"/>
                    <a:pt x="351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29"/>
            <p:cNvSpPr/>
            <p:nvPr/>
          </p:nvSpPr>
          <p:spPr>
            <a:xfrm>
              <a:off x="692375" y="4315375"/>
              <a:ext cx="32200" cy="31900"/>
            </a:xfrm>
            <a:custGeom>
              <a:avLst/>
              <a:gdLst/>
              <a:ahLst/>
              <a:cxnLst/>
              <a:rect l="l" t="t" r="r" b="b"/>
              <a:pathLst>
                <a:path w="1288" h="1276" extrusionOk="0">
                  <a:moveTo>
                    <a:pt x="838" y="463"/>
                  </a:moveTo>
                  <a:lnTo>
                    <a:pt x="838" y="463"/>
                  </a:lnTo>
                  <a:cubicBezTo>
                    <a:pt x="825" y="375"/>
                    <a:pt x="937" y="325"/>
                    <a:pt x="987" y="388"/>
                  </a:cubicBezTo>
                  <a:cubicBezTo>
                    <a:pt x="1287" y="800"/>
                    <a:pt x="663" y="1275"/>
                    <a:pt x="338" y="863"/>
                  </a:cubicBezTo>
                  <a:cubicBezTo>
                    <a:pt x="0" y="438"/>
                    <a:pt x="575" y="0"/>
                    <a:pt x="937" y="325"/>
                  </a:cubicBezTo>
                  <a:cubicBezTo>
                    <a:pt x="1012" y="388"/>
                    <a:pt x="912" y="488"/>
                    <a:pt x="8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29"/>
            <p:cNvSpPr/>
            <p:nvPr/>
          </p:nvSpPr>
          <p:spPr>
            <a:xfrm>
              <a:off x="675500" y="419385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0" y="50"/>
                  </a:moveTo>
                  <a:cubicBezTo>
                    <a:pt x="1338" y="1412"/>
                    <a:pt x="2825" y="2175"/>
                    <a:pt x="4437" y="2924"/>
                  </a:cubicBezTo>
                  <a:cubicBezTo>
                    <a:pt x="4524" y="2962"/>
                    <a:pt x="4462" y="3099"/>
                    <a:pt x="4374" y="3074"/>
                  </a:cubicBezTo>
                  <a:cubicBezTo>
                    <a:pt x="2675" y="2562"/>
                    <a:pt x="1163" y="1550"/>
                    <a:pt x="63" y="150"/>
                  </a:cubicBezTo>
                  <a:cubicBezTo>
                    <a:pt x="0" y="88"/>
                    <a:pt x="100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29"/>
            <p:cNvSpPr/>
            <p:nvPr/>
          </p:nvSpPr>
          <p:spPr>
            <a:xfrm>
              <a:off x="776725" y="4256950"/>
              <a:ext cx="32525" cy="3095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388"/>
                  </a:moveTo>
                  <a:cubicBezTo>
                    <a:pt x="750" y="1"/>
                    <a:pt x="1300" y="538"/>
                    <a:pt x="925" y="888"/>
                  </a:cubicBezTo>
                  <a:cubicBezTo>
                    <a:pt x="550" y="1238"/>
                    <a:pt x="0" y="600"/>
                    <a:pt x="450" y="350"/>
                  </a:cubicBezTo>
                  <a:cubicBezTo>
                    <a:pt x="550" y="313"/>
                    <a:pt x="638" y="425"/>
                    <a:pt x="563" y="500"/>
                  </a:cubicBezTo>
                  <a:lnTo>
                    <a:pt x="500" y="500"/>
                  </a:lnTo>
                  <a:cubicBezTo>
                    <a:pt x="425" y="563"/>
                    <a:pt x="325" y="463"/>
                    <a:pt x="388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29"/>
            <p:cNvSpPr/>
            <p:nvPr/>
          </p:nvSpPr>
          <p:spPr>
            <a:xfrm>
              <a:off x="793900" y="4233200"/>
              <a:ext cx="9725" cy="5975"/>
            </a:xfrm>
            <a:custGeom>
              <a:avLst/>
              <a:gdLst/>
              <a:ahLst/>
              <a:cxnLst/>
              <a:rect l="l" t="t" r="r" b="b"/>
              <a:pathLst>
                <a:path w="389" h="239" extrusionOk="0">
                  <a:moveTo>
                    <a:pt x="126" y="26"/>
                  </a:moveTo>
                  <a:cubicBezTo>
                    <a:pt x="176" y="26"/>
                    <a:pt x="238" y="13"/>
                    <a:pt x="288" y="13"/>
                  </a:cubicBezTo>
                  <a:cubicBezTo>
                    <a:pt x="376" y="1"/>
                    <a:pt x="388" y="113"/>
                    <a:pt x="338" y="163"/>
                  </a:cubicBezTo>
                  <a:cubicBezTo>
                    <a:pt x="276" y="213"/>
                    <a:pt x="201" y="238"/>
                    <a:pt x="126" y="226"/>
                  </a:cubicBezTo>
                  <a:cubicBezTo>
                    <a:pt x="1" y="226"/>
                    <a:pt x="1" y="26"/>
                    <a:pt x="126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29"/>
            <p:cNvSpPr/>
            <p:nvPr/>
          </p:nvSpPr>
          <p:spPr>
            <a:xfrm>
              <a:off x="764225" y="4097000"/>
              <a:ext cx="6900" cy="10025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5" y="250"/>
                  </a:moveTo>
                  <a:cubicBezTo>
                    <a:pt x="50" y="163"/>
                    <a:pt x="100" y="88"/>
                    <a:pt x="163" y="38"/>
                  </a:cubicBezTo>
                  <a:cubicBezTo>
                    <a:pt x="213" y="0"/>
                    <a:pt x="275" y="38"/>
                    <a:pt x="263" y="100"/>
                  </a:cubicBezTo>
                  <a:cubicBezTo>
                    <a:pt x="250" y="175"/>
                    <a:pt x="225" y="250"/>
                    <a:pt x="188" y="313"/>
                  </a:cubicBezTo>
                  <a:cubicBezTo>
                    <a:pt x="138" y="400"/>
                    <a:pt x="0" y="338"/>
                    <a:pt x="25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29"/>
            <p:cNvSpPr/>
            <p:nvPr/>
          </p:nvSpPr>
          <p:spPr>
            <a:xfrm>
              <a:off x="634250" y="4091375"/>
              <a:ext cx="27850" cy="156850"/>
            </a:xfrm>
            <a:custGeom>
              <a:avLst/>
              <a:gdLst/>
              <a:ahLst/>
              <a:cxnLst/>
              <a:rect l="l" t="t" r="r" b="b"/>
              <a:pathLst>
                <a:path w="1114" h="6274" extrusionOk="0">
                  <a:moveTo>
                    <a:pt x="188" y="100"/>
                  </a:moveTo>
                  <a:cubicBezTo>
                    <a:pt x="251" y="1375"/>
                    <a:pt x="501" y="2600"/>
                    <a:pt x="776" y="3837"/>
                  </a:cubicBezTo>
                  <a:cubicBezTo>
                    <a:pt x="963" y="4649"/>
                    <a:pt x="1113" y="5361"/>
                    <a:pt x="801" y="6161"/>
                  </a:cubicBezTo>
                  <a:cubicBezTo>
                    <a:pt x="751" y="6274"/>
                    <a:pt x="588" y="6236"/>
                    <a:pt x="613" y="6111"/>
                  </a:cubicBezTo>
                  <a:cubicBezTo>
                    <a:pt x="926" y="4936"/>
                    <a:pt x="488" y="3812"/>
                    <a:pt x="263" y="2650"/>
                  </a:cubicBezTo>
                  <a:cubicBezTo>
                    <a:pt x="88" y="1812"/>
                    <a:pt x="1" y="963"/>
                    <a:pt x="13" y="100"/>
                  </a:cubicBezTo>
                  <a:cubicBezTo>
                    <a:pt x="26" y="0"/>
                    <a:pt x="176" y="0"/>
                    <a:pt x="18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29"/>
            <p:cNvSpPr/>
            <p:nvPr/>
          </p:nvSpPr>
          <p:spPr>
            <a:xfrm>
              <a:off x="634250" y="4236325"/>
              <a:ext cx="31275" cy="33150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813" y="351"/>
                  </a:moveTo>
                  <a:cubicBezTo>
                    <a:pt x="1251" y="776"/>
                    <a:pt x="526" y="1325"/>
                    <a:pt x="238" y="851"/>
                  </a:cubicBezTo>
                  <a:cubicBezTo>
                    <a:pt x="1" y="476"/>
                    <a:pt x="663" y="1"/>
                    <a:pt x="813" y="476"/>
                  </a:cubicBezTo>
                  <a:cubicBezTo>
                    <a:pt x="826" y="563"/>
                    <a:pt x="726" y="626"/>
                    <a:pt x="663" y="563"/>
                  </a:cubicBezTo>
                  <a:lnTo>
                    <a:pt x="688" y="451"/>
                  </a:lnTo>
                  <a:cubicBezTo>
                    <a:pt x="638" y="363"/>
                    <a:pt x="751" y="276"/>
                    <a:pt x="813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29"/>
            <p:cNvSpPr/>
            <p:nvPr/>
          </p:nvSpPr>
          <p:spPr>
            <a:xfrm>
              <a:off x="691750" y="4241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0" y="263"/>
                  </a:moveTo>
                  <a:cubicBezTo>
                    <a:pt x="213" y="900"/>
                    <a:pt x="263" y="1937"/>
                    <a:pt x="463" y="2724"/>
                  </a:cubicBezTo>
                  <a:cubicBezTo>
                    <a:pt x="488" y="2837"/>
                    <a:pt x="325" y="2912"/>
                    <a:pt x="263" y="2812"/>
                  </a:cubicBezTo>
                  <a:cubicBezTo>
                    <a:pt x="0" y="2387"/>
                    <a:pt x="38" y="1687"/>
                    <a:pt x="100" y="1225"/>
                  </a:cubicBezTo>
                  <a:cubicBezTo>
                    <a:pt x="150" y="800"/>
                    <a:pt x="350" y="413"/>
                    <a:pt x="638" y="100"/>
                  </a:cubicBezTo>
                  <a:cubicBezTo>
                    <a:pt x="750" y="0"/>
                    <a:pt x="900" y="163"/>
                    <a:pt x="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29"/>
            <p:cNvSpPr/>
            <p:nvPr/>
          </p:nvSpPr>
          <p:spPr>
            <a:xfrm>
              <a:off x="697675" y="4242575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76" y="2612"/>
                  </a:moveTo>
                  <a:cubicBezTo>
                    <a:pt x="763" y="2063"/>
                    <a:pt x="501" y="888"/>
                    <a:pt x="388" y="176"/>
                  </a:cubicBezTo>
                  <a:cubicBezTo>
                    <a:pt x="376" y="76"/>
                    <a:pt x="501" y="1"/>
                    <a:pt x="563" y="101"/>
                  </a:cubicBezTo>
                  <a:cubicBezTo>
                    <a:pt x="938" y="800"/>
                    <a:pt x="875" y="2238"/>
                    <a:pt x="188" y="2750"/>
                  </a:cubicBezTo>
                  <a:cubicBezTo>
                    <a:pt x="113" y="2825"/>
                    <a:pt x="1" y="2675"/>
                    <a:pt x="76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29"/>
            <p:cNvSpPr/>
            <p:nvPr/>
          </p:nvSpPr>
          <p:spPr>
            <a:xfrm>
              <a:off x="649250" y="4142600"/>
              <a:ext cx="56900" cy="18150"/>
            </a:xfrm>
            <a:custGeom>
              <a:avLst/>
              <a:gdLst/>
              <a:ahLst/>
              <a:cxnLst/>
              <a:rect l="l" t="t" r="r" b="b"/>
              <a:pathLst>
                <a:path w="2276" h="726" extrusionOk="0">
                  <a:moveTo>
                    <a:pt x="126" y="238"/>
                  </a:moveTo>
                  <a:cubicBezTo>
                    <a:pt x="800" y="1"/>
                    <a:pt x="1550" y="88"/>
                    <a:pt x="2163" y="476"/>
                  </a:cubicBezTo>
                  <a:cubicBezTo>
                    <a:pt x="2275" y="538"/>
                    <a:pt x="2175" y="726"/>
                    <a:pt x="2050" y="663"/>
                  </a:cubicBezTo>
                  <a:cubicBezTo>
                    <a:pt x="1475" y="326"/>
                    <a:pt x="800" y="238"/>
                    <a:pt x="176" y="413"/>
                  </a:cubicBezTo>
                  <a:cubicBezTo>
                    <a:pt x="51" y="438"/>
                    <a:pt x="1" y="263"/>
                    <a:pt x="126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29"/>
            <p:cNvSpPr/>
            <p:nvPr/>
          </p:nvSpPr>
          <p:spPr>
            <a:xfrm>
              <a:off x="649575" y="4149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2112" y="400"/>
                  </a:moveTo>
                  <a:cubicBezTo>
                    <a:pt x="1762" y="538"/>
                    <a:pt x="0" y="850"/>
                    <a:pt x="125" y="63"/>
                  </a:cubicBezTo>
                  <a:cubicBezTo>
                    <a:pt x="125" y="25"/>
                    <a:pt x="175" y="0"/>
                    <a:pt x="213" y="13"/>
                  </a:cubicBezTo>
                  <a:cubicBezTo>
                    <a:pt x="463" y="113"/>
                    <a:pt x="638" y="250"/>
                    <a:pt x="912" y="300"/>
                  </a:cubicBezTo>
                  <a:cubicBezTo>
                    <a:pt x="1300" y="363"/>
                    <a:pt x="1687" y="313"/>
                    <a:pt x="2062" y="188"/>
                  </a:cubicBezTo>
                  <a:cubicBezTo>
                    <a:pt x="2200" y="138"/>
                    <a:pt x="2250" y="338"/>
                    <a:pt x="2112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29"/>
            <p:cNvSpPr/>
            <p:nvPr/>
          </p:nvSpPr>
          <p:spPr>
            <a:xfrm>
              <a:off x="710800" y="3810500"/>
              <a:ext cx="26575" cy="82825"/>
            </a:xfrm>
            <a:custGeom>
              <a:avLst/>
              <a:gdLst/>
              <a:ahLst/>
              <a:cxnLst/>
              <a:rect l="l" t="t" r="r" b="b"/>
              <a:pathLst>
                <a:path w="1063" h="3313" extrusionOk="0">
                  <a:moveTo>
                    <a:pt x="363" y="151"/>
                  </a:moveTo>
                  <a:cubicBezTo>
                    <a:pt x="300" y="713"/>
                    <a:pt x="338" y="1275"/>
                    <a:pt x="475" y="1813"/>
                  </a:cubicBezTo>
                  <a:cubicBezTo>
                    <a:pt x="600" y="2300"/>
                    <a:pt x="888" y="2713"/>
                    <a:pt x="1050" y="3175"/>
                  </a:cubicBezTo>
                  <a:cubicBezTo>
                    <a:pt x="1063" y="3262"/>
                    <a:pt x="975" y="3312"/>
                    <a:pt x="913" y="3262"/>
                  </a:cubicBezTo>
                  <a:cubicBezTo>
                    <a:pt x="138" y="2500"/>
                    <a:pt x="1" y="1138"/>
                    <a:pt x="150" y="126"/>
                  </a:cubicBezTo>
                  <a:cubicBezTo>
                    <a:pt x="163" y="1"/>
                    <a:pt x="375" y="26"/>
                    <a:pt x="36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29"/>
            <p:cNvSpPr/>
            <p:nvPr/>
          </p:nvSpPr>
          <p:spPr>
            <a:xfrm>
              <a:off x="715475" y="3792700"/>
              <a:ext cx="30975" cy="100625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788" y="3824"/>
                  </a:moveTo>
                  <a:cubicBezTo>
                    <a:pt x="901" y="3150"/>
                    <a:pt x="1013" y="2450"/>
                    <a:pt x="851" y="1775"/>
                  </a:cubicBezTo>
                  <a:cubicBezTo>
                    <a:pt x="713" y="1225"/>
                    <a:pt x="401" y="738"/>
                    <a:pt x="88" y="263"/>
                  </a:cubicBezTo>
                  <a:cubicBezTo>
                    <a:pt x="1" y="125"/>
                    <a:pt x="226" y="0"/>
                    <a:pt x="313" y="138"/>
                  </a:cubicBezTo>
                  <a:cubicBezTo>
                    <a:pt x="688" y="700"/>
                    <a:pt x="1038" y="1288"/>
                    <a:pt x="1138" y="1975"/>
                  </a:cubicBezTo>
                  <a:cubicBezTo>
                    <a:pt x="1238" y="2612"/>
                    <a:pt x="1113" y="3262"/>
                    <a:pt x="1001" y="3887"/>
                  </a:cubicBezTo>
                  <a:cubicBezTo>
                    <a:pt x="976" y="4024"/>
                    <a:pt x="776" y="3962"/>
                    <a:pt x="78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29"/>
            <p:cNvSpPr/>
            <p:nvPr/>
          </p:nvSpPr>
          <p:spPr>
            <a:xfrm>
              <a:off x="894500" y="4197600"/>
              <a:ext cx="8475" cy="8150"/>
            </a:xfrm>
            <a:custGeom>
              <a:avLst/>
              <a:gdLst/>
              <a:ahLst/>
              <a:cxnLst/>
              <a:rect l="l" t="t" r="r" b="b"/>
              <a:pathLst>
                <a:path w="339" h="326" extrusionOk="0">
                  <a:moveTo>
                    <a:pt x="238" y="313"/>
                  </a:moveTo>
                  <a:cubicBezTo>
                    <a:pt x="151" y="325"/>
                    <a:pt x="76" y="288"/>
                    <a:pt x="26" y="213"/>
                  </a:cubicBezTo>
                  <a:cubicBezTo>
                    <a:pt x="1" y="200"/>
                    <a:pt x="1" y="163"/>
                    <a:pt x="1" y="138"/>
                  </a:cubicBezTo>
                  <a:lnTo>
                    <a:pt x="38" y="50"/>
                  </a:lnTo>
                  <a:cubicBezTo>
                    <a:pt x="38" y="13"/>
                    <a:pt x="101" y="0"/>
                    <a:pt x="126" y="38"/>
                  </a:cubicBezTo>
                  <a:lnTo>
                    <a:pt x="263" y="175"/>
                  </a:lnTo>
                  <a:cubicBezTo>
                    <a:pt x="338" y="200"/>
                    <a:pt x="326" y="325"/>
                    <a:pt x="23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29"/>
            <p:cNvSpPr/>
            <p:nvPr/>
          </p:nvSpPr>
          <p:spPr>
            <a:xfrm>
              <a:off x="900450" y="4190725"/>
              <a:ext cx="59050" cy="15025"/>
            </a:xfrm>
            <a:custGeom>
              <a:avLst/>
              <a:gdLst/>
              <a:ahLst/>
              <a:cxnLst/>
              <a:rect l="l" t="t" r="r" b="b"/>
              <a:pathLst>
                <a:path w="2362" h="601" extrusionOk="0">
                  <a:moveTo>
                    <a:pt x="63" y="475"/>
                  </a:moveTo>
                  <a:cubicBezTo>
                    <a:pt x="737" y="138"/>
                    <a:pt x="1537" y="0"/>
                    <a:pt x="2274" y="225"/>
                  </a:cubicBezTo>
                  <a:cubicBezTo>
                    <a:pt x="2362" y="250"/>
                    <a:pt x="2349" y="413"/>
                    <a:pt x="2249" y="400"/>
                  </a:cubicBezTo>
                  <a:cubicBezTo>
                    <a:pt x="1500" y="313"/>
                    <a:pt x="825" y="313"/>
                    <a:pt x="113" y="588"/>
                  </a:cubicBezTo>
                  <a:cubicBezTo>
                    <a:pt x="50" y="600"/>
                    <a:pt x="0" y="500"/>
                    <a:pt x="63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29"/>
            <p:cNvSpPr/>
            <p:nvPr/>
          </p:nvSpPr>
          <p:spPr>
            <a:xfrm>
              <a:off x="934175" y="4183525"/>
              <a:ext cx="25325" cy="16900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825" y="613"/>
                  </a:moveTo>
                  <a:cubicBezTo>
                    <a:pt x="613" y="351"/>
                    <a:pt x="376" y="276"/>
                    <a:pt x="76" y="163"/>
                  </a:cubicBezTo>
                  <a:cubicBezTo>
                    <a:pt x="1" y="126"/>
                    <a:pt x="13" y="1"/>
                    <a:pt x="101" y="1"/>
                  </a:cubicBezTo>
                  <a:cubicBezTo>
                    <a:pt x="451" y="26"/>
                    <a:pt x="763" y="201"/>
                    <a:pt x="963" y="501"/>
                  </a:cubicBezTo>
                  <a:cubicBezTo>
                    <a:pt x="1013" y="576"/>
                    <a:pt x="888" y="676"/>
                    <a:pt x="825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29"/>
            <p:cNvSpPr/>
            <p:nvPr/>
          </p:nvSpPr>
          <p:spPr>
            <a:xfrm>
              <a:off x="893875" y="4145425"/>
              <a:ext cx="26575" cy="55325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38" y="2075"/>
                  </a:moveTo>
                  <a:cubicBezTo>
                    <a:pt x="213" y="1775"/>
                    <a:pt x="363" y="1462"/>
                    <a:pt x="488" y="1125"/>
                  </a:cubicBezTo>
                  <a:cubicBezTo>
                    <a:pt x="600" y="775"/>
                    <a:pt x="538" y="475"/>
                    <a:pt x="488" y="125"/>
                  </a:cubicBezTo>
                  <a:cubicBezTo>
                    <a:pt x="475" y="25"/>
                    <a:pt x="613" y="0"/>
                    <a:pt x="638" y="75"/>
                  </a:cubicBezTo>
                  <a:cubicBezTo>
                    <a:pt x="1063" y="775"/>
                    <a:pt x="600" y="1612"/>
                    <a:pt x="126" y="2162"/>
                  </a:cubicBezTo>
                  <a:cubicBezTo>
                    <a:pt x="76" y="2212"/>
                    <a:pt x="1" y="2137"/>
                    <a:pt x="26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29"/>
            <p:cNvSpPr/>
            <p:nvPr/>
          </p:nvSpPr>
          <p:spPr>
            <a:xfrm>
              <a:off x="904500" y="4144175"/>
              <a:ext cx="16900" cy="34700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00" y="138"/>
                  </a:moveTo>
                  <a:cubicBezTo>
                    <a:pt x="563" y="450"/>
                    <a:pt x="675" y="875"/>
                    <a:pt x="625" y="1287"/>
                  </a:cubicBezTo>
                  <a:cubicBezTo>
                    <a:pt x="600" y="1387"/>
                    <a:pt x="463" y="1350"/>
                    <a:pt x="450" y="1262"/>
                  </a:cubicBezTo>
                  <a:cubicBezTo>
                    <a:pt x="425" y="875"/>
                    <a:pt x="375" y="575"/>
                    <a:pt x="100" y="288"/>
                  </a:cubicBezTo>
                  <a:cubicBezTo>
                    <a:pt x="1" y="150"/>
                    <a:pt x="188" y="0"/>
                    <a:pt x="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29"/>
            <p:cNvSpPr/>
            <p:nvPr/>
          </p:nvSpPr>
          <p:spPr>
            <a:xfrm>
              <a:off x="915425" y="4169150"/>
              <a:ext cx="22525" cy="11275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113" y="238"/>
                  </a:moveTo>
                  <a:cubicBezTo>
                    <a:pt x="338" y="176"/>
                    <a:pt x="538" y="76"/>
                    <a:pt x="763" y="26"/>
                  </a:cubicBezTo>
                  <a:cubicBezTo>
                    <a:pt x="851" y="1"/>
                    <a:pt x="901" y="113"/>
                    <a:pt x="826" y="163"/>
                  </a:cubicBezTo>
                  <a:cubicBezTo>
                    <a:pt x="626" y="288"/>
                    <a:pt x="401" y="376"/>
                    <a:pt x="163" y="426"/>
                  </a:cubicBezTo>
                  <a:cubicBezTo>
                    <a:pt x="51" y="451"/>
                    <a:pt x="1" y="276"/>
                    <a:pt x="113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29"/>
            <p:cNvSpPr/>
            <p:nvPr/>
          </p:nvSpPr>
          <p:spPr>
            <a:xfrm>
              <a:off x="922925" y="4169150"/>
              <a:ext cx="15975" cy="19725"/>
            </a:xfrm>
            <a:custGeom>
              <a:avLst/>
              <a:gdLst/>
              <a:ahLst/>
              <a:cxnLst/>
              <a:rect l="l" t="t" r="r" b="b"/>
              <a:pathLst>
                <a:path w="639" h="789" extrusionOk="0">
                  <a:moveTo>
                    <a:pt x="588" y="226"/>
                  </a:moveTo>
                  <a:cubicBezTo>
                    <a:pt x="488" y="413"/>
                    <a:pt x="363" y="588"/>
                    <a:pt x="213" y="726"/>
                  </a:cubicBezTo>
                  <a:cubicBezTo>
                    <a:pt x="138" y="788"/>
                    <a:pt x="1" y="701"/>
                    <a:pt x="51" y="613"/>
                  </a:cubicBezTo>
                  <a:cubicBezTo>
                    <a:pt x="163" y="438"/>
                    <a:pt x="288" y="288"/>
                    <a:pt x="401" y="126"/>
                  </a:cubicBezTo>
                  <a:cubicBezTo>
                    <a:pt x="463" y="1"/>
                    <a:pt x="638" y="101"/>
                    <a:pt x="576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29"/>
            <p:cNvSpPr/>
            <p:nvPr/>
          </p:nvSpPr>
          <p:spPr>
            <a:xfrm>
              <a:off x="924500" y="418165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125" y="51"/>
                  </a:moveTo>
                  <a:cubicBezTo>
                    <a:pt x="288" y="1"/>
                    <a:pt x="463" y="26"/>
                    <a:pt x="613" y="113"/>
                  </a:cubicBezTo>
                  <a:cubicBezTo>
                    <a:pt x="700" y="163"/>
                    <a:pt x="638" y="276"/>
                    <a:pt x="550" y="251"/>
                  </a:cubicBezTo>
                  <a:lnTo>
                    <a:pt x="175" y="238"/>
                  </a:lnTo>
                  <a:cubicBezTo>
                    <a:pt x="50" y="263"/>
                    <a:pt x="0" y="88"/>
                    <a:pt x="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29"/>
            <p:cNvSpPr/>
            <p:nvPr/>
          </p:nvSpPr>
          <p:spPr>
            <a:xfrm>
              <a:off x="933250" y="4149475"/>
              <a:ext cx="28750" cy="23450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513" y="788"/>
                  </a:moveTo>
                  <a:cubicBezTo>
                    <a:pt x="0" y="675"/>
                    <a:pt x="288" y="1"/>
                    <a:pt x="713" y="101"/>
                  </a:cubicBezTo>
                  <a:cubicBezTo>
                    <a:pt x="1150" y="201"/>
                    <a:pt x="1025" y="938"/>
                    <a:pt x="525" y="788"/>
                  </a:cubicBezTo>
                  <a:cubicBezTo>
                    <a:pt x="413" y="750"/>
                    <a:pt x="425" y="588"/>
                    <a:pt x="550" y="600"/>
                  </a:cubicBezTo>
                  <a:lnTo>
                    <a:pt x="550" y="613"/>
                  </a:lnTo>
                  <a:cubicBezTo>
                    <a:pt x="663" y="650"/>
                    <a:pt x="613" y="813"/>
                    <a:pt x="50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29"/>
            <p:cNvSpPr/>
            <p:nvPr/>
          </p:nvSpPr>
          <p:spPr>
            <a:xfrm>
              <a:off x="3701275" y="1305225"/>
              <a:ext cx="111550" cy="104375"/>
            </a:xfrm>
            <a:custGeom>
              <a:avLst/>
              <a:gdLst/>
              <a:ahLst/>
              <a:cxnLst/>
              <a:rect l="l" t="t" r="r" b="b"/>
              <a:pathLst>
                <a:path w="4462" h="4175" extrusionOk="0">
                  <a:moveTo>
                    <a:pt x="1812" y="288"/>
                  </a:moveTo>
                  <a:cubicBezTo>
                    <a:pt x="3374" y="101"/>
                    <a:pt x="4461" y="1900"/>
                    <a:pt x="3337" y="3125"/>
                  </a:cubicBezTo>
                  <a:cubicBezTo>
                    <a:pt x="2450" y="4062"/>
                    <a:pt x="987" y="3612"/>
                    <a:pt x="88" y="2962"/>
                  </a:cubicBezTo>
                  <a:cubicBezTo>
                    <a:pt x="50" y="2937"/>
                    <a:pt x="0" y="3000"/>
                    <a:pt x="38" y="3025"/>
                  </a:cubicBezTo>
                  <a:cubicBezTo>
                    <a:pt x="1050" y="3962"/>
                    <a:pt x="2987" y="4175"/>
                    <a:pt x="3712" y="2787"/>
                  </a:cubicBezTo>
                  <a:cubicBezTo>
                    <a:pt x="4424" y="1438"/>
                    <a:pt x="3249" y="1"/>
                    <a:pt x="1812" y="176"/>
                  </a:cubicBezTo>
                  <a:cubicBezTo>
                    <a:pt x="1737" y="188"/>
                    <a:pt x="1737" y="288"/>
                    <a:pt x="1812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29"/>
            <p:cNvSpPr/>
            <p:nvPr/>
          </p:nvSpPr>
          <p:spPr>
            <a:xfrm>
              <a:off x="3442900" y="1237425"/>
              <a:ext cx="263700" cy="147175"/>
            </a:xfrm>
            <a:custGeom>
              <a:avLst/>
              <a:gdLst/>
              <a:ahLst/>
              <a:cxnLst/>
              <a:rect l="l" t="t" r="r" b="b"/>
              <a:pathLst>
                <a:path w="10548" h="5887" extrusionOk="0">
                  <a:moveTo>
                    <a:pt x="10523" y="5812"/>
                  </a:moveTo>
                  <a:cubicBezTo>
                    <a:pt x="9198" y="3937"/>
                    <a:pt x="7998" y="1513"/>
                    <a:pt x="5686" y="738"/>
                  </a:cubicBezTo>
                  <a:cubicBezTo>
                    <a:pt x="3949" y="151"/>
                    <a:pt x="1475" y="1"/>
                    <a:pt x="25" y="1263"/>
                  </a:cubicBezTo>
                  <a:cubicBezTo>
                    <a:pt x="0" y="1288"/>
                    <a:pt x="38" y="1338"/>
                    <a:pt x="75" y="1313"/>
                  </a:cubicBezTo>
                  <a:cubicBezTo>
                    <a:pt x="1700" y="113"/>
                    <a:pt x="4462" y="288"/>
                    <a:pt x="6224" y="1138"/>
                  </a:cubicBezTo>
                  <a:cubicBezTo>
                    <a:pt x="8136" y="2063"/>
                    <a:pt x="9248" y="4175"/>
                    <a:pt x="10448" y="5849"/>
                  </a:cubicBezTo>
                  <a:cubicBezTo>
                    <a:pt x="10485" y="5887"/>
                    <a:pt x="10548" y="5849"/>
                    <a:pt x="10523" y="5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29"/>
            <p:cNvSpPr/>
            <p:nvPr/>
          </p:nvSpPr>
          <p:spPr>
            <a:xfrm>
              <a:off x="3410100" y="1277100"/>
              <a:ext cx="100300" cy="85325"/>
            </a:xfrm>
            <a:custGeom>
              <a:avLst/>
              <a:gdLst/>
              <a:ahLst/>
              <a:cxnLst/>
              <a:rect l="l" t="t" r="r" b="b"/>
              <a:pathLst>
                <a:path w="4012" h="3413" extrusionOk="0">
                  <a:moveTo>
                    <a:pt x="1087" y="51"/>
                  </a:moveTo>
                  <a:cubicBezTo>
                    <a:pt x="575" y="913"/>
                    <a:pt x="388" y="2100"/>
                    <a:pt x="1225" y="2838"/>
                  </a:cubicBezTo>
                  <a:cubicBezTo>
                    <a:pt x="1700" y="3263"/>
                    <a:pt x="2837" y="3412"/>
                    <a:pt x="3387" y="2988"/>
                  </a:cubicBezTo>
                  <a:cubicBezTo>
                    <a:pt x="4012" y="2513"/>
                    <a:pt x="3924" y="1363"/>
                    <a:pt x="3187" y="1026"/>
                  </a:cubicBezTo>
                  <a:cubicBezTo>
                    <a:pt x="2749" y="826"/>
                    <a:pt x="2237" y="851"/>
                    <a:pt x="1812" y="1101"/>
                  </a:cubicBezTo>
                  <a:cubicBezTo>
                    <a:pt x="1175" y="1463"/>
                    <a:pt x="775" y="2425"/>
                    <a:pt x="25" y="2538"/>
                  </a:cubicBezTo>
                  <a:cubicBezTo>
                    <a:pt x="0" y="2538"/>
                    <a:pt x="0" y="2588"/>
                    <a:pt x="25" y="2588"/>
                  </a:cubicBezTo>
                  <a:cubicBezTo>
                    <a:pt x="438" y="2575"/>
                    <a:pt x="675" y="2300"/>
                    <a:pt x="950" y="2013"/>
                  </a:cubicBezTo>
                  <a:cubicBezTo>
                    <a:pt x="1225" y="1725"/>
                    <a:pt x="1512" y="1351"/>
                    <a:pt x="1862" y="1201"/>
                  </a:cubicBezTo>
                  <a:cubicBezTo>
                    <a:pt x="2724" y="838"/>
                    <a:pt x="3724" y="1088"/>
                    <a:pt x="3587" y="2200"/>
                  </a:cubicBezTo>
                  <a:cubicBezTo>
                    <a:pt x="3662" y="2550"/>
                    <a:pt x="3524" y="2775"/>
                    <a:pt x="3174" y="2850"/>
                  </a:cubicBezTo>
                  <a:cubicBezTo>
                    <a:pt x="3087" y="2975"/>
                    <a:pt x="2949" y="3063"/>
                    <a:pt x="2799" y="3063"/>
                  </a:cubicBezTo>
                  <a:cubicBezTo>
                    <a:pt x="2737" y="3063"/>
                    <a:pt x="2675" y="3063"/>
                    <a:pt x="2612" y="3063"/>
                  </a:cubicBezTo>
                  <a:cubicBezTo>
                    <a:pt x="2362" y="3100"/>
                    <a:pt x="2100" y="3088"/>
                    <a:pt x="1850" y="3038"/>
                  </a:cubicBezTo>
                  <a:cubicBezTo>
                    <a:pt x="488" y="2688"/>
                    <a:pt x="613" y="1038"/>
                    <a:pt x="1150" y="88"/>
                  </a:cubicBezTo>
                  <a:cubicBezTo>
                    <a:pt x="1175" y="38"/>
                    <a:pt x="1112" y="1"/>
                    <a:pt x="1087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29"/>
            <p:cNvSpPr/>
            <p:nvPr/>
          </p:nvSpPr>
          <p:spPr>
            <a:xfrm>
              <a:off x="3347925" y="1331775"/>
              <a:ext cx="55325" cy="13775"/>
            </a:xfrm>
            <a:custGeom>
              <a:avLst/>
              <a:gdLst/>
              <a:ahLst/>
              <a:cxnLst/>
              <a:rect l="l" t="t" r="r" b="b"/>
              <a:pathLst>
                <a:path w="2213" h="551" extrusionOk="0">
                  <a:moveTo>
                    <a:pt x="2162" y="401"/>
                  </a:moveTo>
                  <a:cubicBezTo>
                    <a:pt x="1387" y="476"/>
                    <a:pt x="775" y="251"/>
                    <a:pt x="50" y="13"/>
                  </a:cubicBezTo>
                  <a:cubicBezTo>
                    <a:pt x="13" y="1"/>
                    <a:pt x="0" y="63"/>
                    <a:pt x="25" y="76"/>
                  </a:cubicBezTo>
                  <a:cubicBezTo>
                    <a:pt x="625" y="501"/>
                    <a:pt x="1475" y="551"/>
                    <a:pt x="2162" y="476"/>
                  </a:cubicBezTo>
                  <a:cubicBezTo>
                    <a:pt x="2212" y="476"/>
                    <a:pt x="2212" y="401"/>
                    <a:pt x="2162" y="4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29"/>
            <p:cNvSpPr/>
            <p:nvPr/>
          </p:nvSpPr>
          <p:spPr>
            <a:xfrm>
              <a:off x="3593475" y="1301475"/>
              <a:ext cx="82500" cy="96575"/>
            </a:xfrm>
            <a:custGeom>
              <a:avLst/>
              <a:gdLst/>
              <a:ahLst/>
              <a:cxnLst/>
              <a:rect l="l" t="t" r="r" b="b"/>
              <a:pathLst>
                <a:path w="3300" h="3863" extrusionOk="0">
                  <a:moveTo>
                    <a:pt x="2200" y="76"/>
                  </a:moveTo>
                  <a:cubicBezTo>
                    <a:pt x="2725" y="738"/>
                    <a:pt x="3187" y="1563"/>
                    <a:pt x="2938" y="2450"/>
                  </a:cubicBezTo>
                  <a:cubicBezTo>
                    <a:pt x="2813" y="2912"/>
                    <a:pt x="2488" y="3287"/>
                    <a:pt x="2050" y="3500"/>
                  </a:cubicBezTo>
                  <a:cubicBezTo>
                    <a:pt x="1775" y="3662"/>
                    <a:pt x="1463" y="3737"/>
                    <a:pt x="1138" y="3737"/>
                  </a:cubicBezTo>
                  <a:cubicBezTo>
                    <a:pt x="413" y="3725"/>
                    <a:pt x="263" y="3300"/>
                    <a:pt x="688" y="2475"/>
                  </a:cubicBezTo>
                  <a:cubicBezTo>
                    <a:pt x="726" y="2512"/>
                    <a:pt x="788" y="2475"/>
                    <a:pt x="763" y="2425"/>
                  </a:cubicBezTo>
                  <a:cubicBezTo>
                    <a:pt x="476" y="2063"/>
                    <a:pt x="138" y="2475"/>
                    <a:pt x="88" y="2812"/>
                  </a:cubicBezTo>
                  <a:cubicBezTo>
                    <a:pt x="1" y="3487"/>
                    <a:pt x="676" y="3862"/>
                    <a:pt x="1263" y="3837"/>
                  </a:cubicBezTo>
                  <a:cubicBezTo>
                    <a:pt x="2063" y="3812"/>
                    <a:pt x="2838" y="3250"/>
                    <a:pt x="3050" y="2475"/>
                  </a:cubicBezTo>
                  <a:cubicBezTo>
                    <a:pt x="3300" y="1563"/>
                    <a:pt x="2825" y="700"/>
                    <a:pt x="2238" y="26"/>
                  </a:cubicBezTo>
                  <a:cubicBezTo>
                    <a:pt x="2213" y="1"/>
                    <a:pt x="2175" y="38"/>
                    <a:pt x="2200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29"/>
            <p:cNvSpPr/>
            <p:nvPr/>
          </p:nvSpPr>
          <p:spPr>
            <a:xfrm>
              <a:off x="3666275" y="1329600"/>
              <a:ext cx="22825" cy="110925"/>
            </a:xfrm>
            <a:custGeom>
              <a:avLst/>
              <a:gdLst/>
              <a:ahLst/>
              <a:cxnLst/>
              <a:rect l="l" t="t" r="r" b="b"/>
              <a:pathLst>
                <a:path w="913" h="4437" extrusionOk="0">
                  <a:moveTo>
                    <a:pt x="38" y="113"/>
                  </a:moveTo>
                  <a:cubicBezTo>
                    <a:pt x="888" y="1113"/>
                    <a:pt x="913" y="3249"/>
                    <a:pt x="338" y="4374"/>
                  </a:cubicBezTo>
                  <a:cubicBezTo>
                    <a:pt x="325" y="4412"/>
                    <a:pt x="363" y="4437"/>
                    <a:pt x="388" y="4399"/>
                  </a:cubicBezTo>
                  <a:cubicBezTo>
                    <a:pt x="913" y="3712"/>
                    <a:pt x="825" y="2725"/>
                    <a:pt x="738" y="1925"/>
                  </a:cubicBezTo>
                  <a:cubicBezTo>
                    <a:pt x="663" y="1250"/>
                    <a:pt x="550" y="563"/>
                    <a:pt x="100" y="50"/>
                  </a:cubicBezTo>
                  <a:cubicBezTo>
                    <a:pt x="63" y="0"/>
                    <a:pt x="1" y="63"/>
                    <a:pt x="3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29"/>
            <p:cNvSpPr/>
            <p:nvPr/>
          </p:nvSpPr>
          <p:spPr>
            <a:xfrm>
              <a:off x="3666600" y="1439875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350" y="38"/>
                  </a:moveTo>
                  <a:cubicBezTo>
                    <a:pt x="262" y="1"/>
                    <a:pt x="162" y="13"/>
                    <a:pt x="87" y="88"/>
                  </a:cubicBezTo>
                  <a:cubicBezTo>
                    <a:pt x="25" y="151"/>
                    <a:pt x="0" y="238"/>
                    <a:pt x="25" y="326"/>
                  </a:cubicBezTo>
                  <a:cubicBezTo>
                    <a:pt x="25" y="363"/>
                    <a:pt x="38" y="388"/>
                    <a:pt x="50" y="413"/>
                  </a:cubicBezTo>
                  <a:cubicBezTo>
                    <a:pt x="87" y="438"/>
                    <a:pt x="125" y="451"/>
                    <a:pt x="162" y="463"/>
                  </a:cubicBezTo>
                  <a:cubicBezTo>
                    <a:pt x="287" y="488"/>
                    <a:pt x="412" y="413"/>
                    <a:pt x="462" y="288"/>
                  </a:cubicBezTo>
                  <a:cubicBezTo>
                    <a:pt x="487" y="163"/>
                    <a:pt x="375" y="38"/>
                    <a:pt x="250" y="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29"/>
            <p:cNvSpPr/>
            <p:nvPr/>
          </p:nvSpPr>
          <p:spPr>
            <a:xfrm>
              <a:off x="3665025" y="1437700"/>
              <a:ext cx="17825" cy="16275"/>
            </a:xfrm>
            <a:custGeom>
              <a:avLst/>
              <a:gdLst/>
              <a:ahLst/>
              <a:cxnLst/>
              <a:rect l="l" t="t" r="r" b="b"/>
              <a:pathLst>
                <a:path w="713" h="651" extrusionOk="0">
                  <a:moveTo>
                    <a:pt x="438" y="63"/>
                  </a:moveTo>
                  <a:cubicBezTo>
                    <a:pt x="263" y="0"/>
                    <a:pt x="88" y="100"/>
                    <a:pt x="38" y="263"/>
                  </a:cubicBezTo>
                  <a:cubicBezTo>
                    <a:pt x="1" y="425"/>
                    <a:pt x="51" y="575"/>
                    <a:pt x="225" y="600"/>
                  </a:cubicBezTo>
                  <a:cubicBezTo>
                    <a:pt x="625" y="650"/>
                    <a:pt x="713" y="88"/>
                    <a:pt x="313" y="88"/>
                  </a:cubicBezTo>
                  <a:cubicBezTo>
                    <a:pt x="263" y="88"/>
                    <a:pt x="250" y="163"/>
                    <a:pt x="300" y="175"/>
                  </a:cubicBezTo>
                  <a:cubicBezTo>
                    <a:pt x="413" y="500"/>
                    <a:pt x="400" y="575"/>
                    <a:pt x="250" y="388"/>
                  </a:cubicBezTo>
                  <a:cubicBezTo>
                    <a:pt x="76" y="288"/>
                    <a:pt x="125" y="213"/>
                    <a:pt x="400" y="188"/>
                  </a:cubicBezTo>
                  <a:cubicBezTo>
                    <a:pt x="475" y="213"/>
                    <a:pt x="513" y="88"/>
                    <a:pt x="4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29"/>
            <p:cNvSpPr/>
            <p:nvPr/>
          </p:nvSpPr>
          <p:spPr>
            <a:xfrm>
              <a:off x="3437900" y="12718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25" y="63"/>
                  </a:moveTo>
                  <a:lnTo>
                    <a:pt x="25" y="100"/>
                  </a:lnTo>
                  <a:cubicBezTo>
                    <a:pt x="38" y="125"/>
                    <a:pt x="75" y="125"/>
                    <a:pt x="88" y="100"/>
                  </a:cubicBezTo>
                  <a:lnTo>
                    <a:pt x="88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29"/>
            <p:cNvSpPr/>
            <p:nvPr/>
          </p:nvSpPr>
          <p:spPr>
            <a:xfrm>
              <a:off x="3308550" y="1315225"/>
              <a:ext cx="42200" cy="17825"/>
            </a:xfrm>
            <a:custGeom>
              <a:avLst/>
              <a:gdLst/>
              <a:ahLst/>
              <a:cxnLst/>
              <a:rect l="l" t="t" r="r" b="b"/>
              <a:pathLst>
                <a:path w="1688" h="713" extrusionOk="0">
                  <a:moveTo>
                    <a:pt x="1650" y="613"/>
                  </a:moveTo>
                  <a:cubicBezTo>
                    <a:pt x="1463" y="88"/>
                    <a:pt x="501" y="0"/>
                    <a:pt x="51" y="150"/>
                  </a:cubicBezTo>
                  <a:cubicBezTo>
                    <a:pt x="1" y="163"/>
                    <a:pt x="1" y="250"/>
                    <a:pt x="63" y="250"/>
                  </a:cubicBezTo>
                  <a:cubicBezTo>
                    <a:pt x="301" y="200"/>
                    <a:pt x="551" y="200"/>
                    <a:pt x="801" y="238"/>
                  </a:cubicBezTo>
                  <a:cubicBezTo>
                    <a:pt x="1038" y="275"/>
                    <a:pt x="1450" y="388"/>
                    <a:pt x="1550" y="650"/>
                  </a:cubicBezTo>
                  <a:cubicBezTo>
                    <a:pt x="1575" y="713"/>
                    <a:pt x="1688" y="688"/>
                    <a:pt x="1663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29"/>
            <p:cNvSpPr/>
            <p:nvPr/>
          </p:nvSpPr>
          <p:spPr>
            <a:xfrm>
              <a:off x="3308250" y="13177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38" y="113"/>
                  </a:moveTo>
                  <a:cubicBezTo>
                    <a:pt x="400" y="475"/>
                    <a:pt x="1112" y="788"/>
                    <a:pt x="1625" y="650"/>
                  </a:cubicBezTo>
                  <a:cubicBezTo>
                    <a:pt x="1687" y="625"/>
                    <a:pt x="1662" y="550"/>
                    <a:pt x="1600" y="550"/>
                  </a:cubicBezTo>
                  <a:cubicBezTo>
                    <a:pt x="1050" y="600"/>
                    <a:pt x="513" y="425"/>
                    <a:pt x="113" y="50"/>
                  </a:cubicBezTo>
                  <a:cubicBezTo>
                    <a:pt x="63" y="0"/>
                    <a:pt x="0" y="75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29"/>
            <p:cNvSpPr/>
            <p:nvPr/>
          </p:nvSpPr>
          <p:spPr>
            <a:xfrm>
              <a:off x="3377600" y="1341475"/>
              <a:ext cx="33150" cy="30000"/>
            </a:xfrm>
            <a:custGeom>
              <a:avLst/>
              <a:gdLst/>
              <a:ahLst/>
              <a:cxnLst/>
              <a:rect l="l" t="t" r="r" b="b"/>
              <a:pathLst>
                <a:path w="1326" h="1200" extrusionOk="0">
                  <a:moveTo>
                    <a:pt x="1275" y="25"/>
                  </a:moveTo>
                  <a:cubicBezTo>
                    <a:pt x="938" y="0"/>
                    <a:pt x="663" y="188"/>
                    <a:pt x="400" y="388"/>
                  </a:cubicBezTo>
                  <a:cubicBezTo>
                    <a:pt x="163" y="563"/>
                    <a:pt x="1" y="850"/>
                    <a:pt x="1" y="1162"/>
                  </a:cubicBezTo>
                  <a:cubicBezTo>
                    <a:pt x="1" y="1200"/>
                    <a:pt x="63" y="1200"/>
                    <a:pt x="76" y="1162"/>
                  </a:cubicBezTo>
                  <a:cubicBezTo>
                    <a:pt x="88" y="887"/>
                    <a:pt x="238" y="625"/>
                    <a:pt x="463" y="450"/>
                  </a:cubicBezTo>
                  <a:cubicBezTo>
                    <a:pt x="700" y="263"/>
                    <a:pt x="950" y="88"/>
                    <a:pt x="1275" y="100"/>
                  </a:cubicBezTo>
                  <a:cubicBezTo>
                    <a:pt x="1325" y="100"/>
                    <a:pt x="1325" y="25"/>
                    <a:pt x="1275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29"/>
            <p:cNvSpPr/>
            <p:nvPr/>
          </p:nvSpPr>
          <p:spPr>
            <a:xfrm>
              <a:off x="3376975" y="1342100"/>
              <a:ext cx="33150" cy="29375"/>
            </a:xfrm>
            <a:custGeom>
              <a:avLst/>
              <a:gdLst/>
              <a:ahLst/>
              <a:cxnLst/>
              <a:rect l="l" t="t" r="r" b="b"/>
              <a:pathLst>
                <a:path w="1326" h="1175" extrusionOk="0">
                  <a:moveTo>
                    <a:pt x="63" y="1175"/>
                  </a:moveTo>
                  <a:cubicBezTo>
                    <a:pt x="625" y="1087"/>
                    <a:pt x="1200" y="688"/>
                    <a:pt x="1313" y="100"/>
                  </a:cubicBezTo>
                  <a:cubicBezTo>
                    <a:pt x="1325" y="38"/>
                    <a:pt x="1250" y="0"/>
                    <a:pt x="1213" y="63"/>
                  </a:cubicBezTo>
                  <a:cubicBezTo>
                    <a:pt x="1075" y="300"/>
                    <a:pt x="1013" y="525"/>
                    <a:pt x="775" y="713"/>
                  </a:cubicBezTo>
                  <a:cubicBezTo>
                    <a:pt x="563" y="875"/>
                    <a:pt x="313" y="1012"/>
                    <a:pt x="38" y="1100"/>
                  </a:cubicBezTo>
                  <a:cubicBezTo>
                    <a:pt x="1" y="1112"/>
                    <a:pt x="13" y="1175"/>
                    <a:pt x="6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29"/>
            <p:cNvSpPr/>
            <p:nvPr/>
          </p:nvSpPr>
          <p:spPr>
            <a:xfrm>
              <a:off x="3680025" y="1349275"/>
              <a:ext cx="38450" cy="86875"/>
            </a:xfrm>
            <a:custGeom>
              <a:avLst/>
              <a:gdLst/>
              <a:ahLst/>
              <a:cxnLst/>
              <a:rect l="l" t="t" r="r" b="b"/>
              <a:pathLst>
                <a:path w="1538" h="3475" extrusionOk="0">
                  <a:moveTo>
                    <a:pt x="38" y="88"/>
                  </a:moveTo>
                  <a:cubicBezTo>
                    <a:pt x="738" y="1075"/>
                    <a:pt x="1213" y="2213"/>
                    <a:pt x="1437" y="3412"/>
                  </a:cubicBezTo>
                  <a:cubicBezTo>
                    <a:pt x="1450" y="3475"/>
                    <a:pt x="1537" y="3450"/>
                    <a:pt x="1537" y="3387"/>
                  </a:cubicBezTo>
                  <a:cubicBezTo>
                    <a:pt x="1313" y="2175"/>
                    <a:pt x="825" y="1038"/>
                    <a:pt x="88" y="38"/>
                  </a:cubicBezTo>
                  <a:cubicBezTo>
                    <a:pt x="63" y="1"/>
                    <a:pt x="0" y="38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29"/>
            <p:cNvSpPr/>
            <p:nvPr/>
          </p:nvSpPr>
          <p:spPr>
            <a:xfrm>
              <a:off x="3711275" y="1433625"/>
              <a:ext cx="17500" cy="16275"/>
            </a:xfrm>
            <a:custGeom>
              <a:avLst/>
              <a:gdLst/>
              <a:ahLst/>
              <a:cxnLst/>
              <a:rect l="l" t="t" r="r" b="b"/>
              <a:pathLst>
                <a:path w="700" h="651" extrusionOk="0">
                  <a:moveTo>
                    <a:pt x="187" y="88"/>
                  </a:moveTo>
                  <a:cubicBezTo>
                    <a:pt x="0" y="301"/>
                    <a:pt x="225" y="651"/>
                    <a:pt x="462" y="451"/>
                  </a:cubicBezTo>
                  <a:cubicBezTo>
                    <a:pt x="700" y="251"/>
                    <a:pt x="362" y="1"/>
                    <a:pt x="150" y="101"/>
                  </a:cubicBezTo>
                  <a:cubicBezTo>
                    <a:pt x="113" y="113"/>
                    <a:pt x="138" y="176"/>
                    <a:pt x="175" y="176"/>
                  </a:cubicBezTo>
                  <a:cubicBezTo>
                    <a:pt x="212" y="176"/>
                    <a:pt x="250" y="176"/>
                    <a:pt x="287" y="176"/>
                  </a:cubicBezTo>
                  <a:cubicBezTo>
                    <a:pt x="375" y="188"/>
                    <a:pt x="362" y="176"/>
                    <a:pt x="250" y="151"/>
                  </a:cubicBezTo>
                  <a:cubicBezTo>
                    <a:pt x="287" y="101"/>
                    <a:pt x="225" y="38"/>
                    <a:pt x="1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29"/>
            <p:cNvSpPr/>
            <p:nvPr/>
          </p:nvSpPr>
          <p:spPr>
            <a:xfrm>
              <a:off x="3642850" y="1338025"/>
              <a:ext cx="30325" cy="81875"/>
            </a:xfrm>
            <a:custGeom>
              <a:avLst/>
              <a:gdLst/>
              <a:ahLst/>
              <a:cxnLst/>
              <a:rect l="l" t="t" r="r" b="b"/>
              <a:pathLst>
                <a:path w="1213" h="3275" extrusionOk="0">
                  <a:moveTo>
                    <a:pt x="988" y="63"/>
                  </a:moveTo>
                  <a:cubicBezTo>
                    <a:pt x="1125" y="1275"/>
                    <a:pt x="800" y="2288"/>
                    <a:pt x="13" y="3212"/>
                  </a:cubicBezTo>
                  <a:cubicBezTo>
                    <a:pt x="0" y="3250"/>
                    <a:pt x="38" y="3275"/>
                    <a:pt x="63" y="3262"/>
                  </a:cubicBezTo>
                  <a:cubicBezTo>
                    <a:pt x="1000" y="2538"/>
                    <a:pt x="1212" y="1163"/>
                    <a:pt x="1087" y="63"/>
                  </a:cubicBezTo>
                  <a:cubicBezTo>
                    <a:pt x="1087" y="1"/>
                    <a:pt x="988" y="1"/>
                    <a:pt x="9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29"/>
            <p:cNvSpPr/>
            <p:nvPr/>
          </p:nvSpPr>
          <p:spPr>
            <a:xfrm>
              <a:off x="3633475" y="1414575"/>
              <a:ext cx="12825" cy="15025"/>
            </a:xfrm>
            <a:custGeom>
              <a:avLst/>
              <a:gdLst/>
              <a:ahLst/>
              <a:cxnLst/>
              <a:rect l="l" t="t" r="r" b="b"/>
              <a:pathLst>
                <a:path w="513" h="601" extrusionOk="0">
                  <a:moveTo>
                    <a:pt x="25" y="263"/>
                  </a:moveTo>
                  <a:cubicBezTo>
                    <a:pt x="0" y="563"/>
                    <a:pt x="450" y="600"/>
                    <a:pt x="475" y="300"/>
                  </a:cubicBezTo>
                  <a:cubicBezTo>
                    <a:pt x="513" y="0"/>
                    <a:pt x="75" y="25"/>
                    <a:pt x="75" y="313"/>
                  </a:cubicBezTo>
                  <a:cubicBezTo>
                    <a:pt x="88" y="350"/>
                    <a:pt x="125" y="363"/>
                    <a:pt x="150" y="338"/>
                  </a:cubicBezTo>
                  <a:cubicBezTo>
                    <a:pt x="200" y="275"/>
                    <a:pt x="188" y="250"/>
                    <a:pt x="100" y="263"/>
                  </a:cubicBezTo>
                  <a:cubicBezTo>
                    <a:pt x="100" y="213"/>
                    <a:pt x="25" y="213"/>
                    <a:pt x="25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29"/>
            <p:cNvSpPr/>
            <p:nvPr/>
          </p:nvSpPr>
          <p:spPr>
            <a:xfrm>
              <a:off x="3232325" y="1254625"/>
              <a:ext cx="237475" cy="60300"/>
            </a:xfrm>
            <a:custGeom>
              <a:avLst/>
              <a:gdLst/>
              <a:ahLst/>
              <a:cxnLst/>
              <a:rect l="l" t="t" r="r" b="b"/>
              <a:pathLst>
                <a:path w="9499" h="2412" extrusionOk="0">
                  <a:moveTo>
                    <a:pt x="9448" y="13"/>
                  </a:moveTo>
                  <a:cubicBezTo>
                    <a:pt x="6136" y="1262"/>
                    <a:pt x="3437" y="2412"/>
                    <a:pt x="113" y="375"/>
                  </a:cubicBezTo>
                  <a:cubicBezTo>
                    <a:pt x="51" y="338"/>
                    <a:pt x="1" y="438"/>
                    <a:pt x="63" y="475"/>
                  </a:cubicBezTo>
                  <a:cubicBezTo>
                    <a:pt x="1475" y="1425"/>
                    <a:pt x="2737" y="1825"/>
                    <a:pt x="4449" y="1662"/>
                  </a:cubicBezTo>
                  <a:cubicBezTo>
                    <a:pt x="6374" y="1475"/>
                    <a:pt x="7686" y="762"/>
                    <a:pt x="9461" y="75"/>
                  </a:cubicBezTo>
                  <a:cubicBezTo>
                    <a:pt x="9498" y="63"/>
                    <a:pt x="9486" y="0"/>
                    <a:pt x="944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29"/>
            <p:cNvSpPr/>
            <p:nvPr/>
          </p:nvSpPr>
          <p:spPr>
            <a:xfrm>
              <a:off x="3717200" y="1309300"/>
              <a:ext cx="31900" cy="49700"/>
            </a:xfrm>
            <a:custGeom>
              <a:avLst/>
              <a:gdLst/>
              <a:ahLst/>
              <a:cxnLst/>
              <a:rect l="l" t="t" r="r" b="b"/>
              <a:pathLst>
                <a:path w="1276" h="1988" extrusionOk="0">
                  <a:moveTo>
                    <a:pt x="1213" y="13"/>
                  </a:moveTo>
                  <a:cubicBezTo>
                    <a:pt x="650" y="113"/>
                    <a:pt x="113" y="450"/>
                    <a:pt x="50" y="1062"/>
                  </a:cubicBezTo>
                  <a:cubicBezTo>
                    <a:pt x="0" y="1550"/>
                    <a:pt x="375" y="1975"/>
                    <a:pt x="863" y="1987"/>
                  </a:cubicBezTo>
                  <a:cubicBezTo>
                    <a:pt x="938" y="1975"/>
                    <a:pt x="938" y="1862"/>
                    <a:pt x="863" y="1875"/>
                  </a:cubicBezTo>
                  <a:cubicBezTo>
                    <a:pt x="288" y="1850"/>
                    <a:pt x="13" y="1275"/>
                    <a:pt x="238" y="775"/>
                  </a:cubicBezTo>
                  <a:cubicBezTo>
                    <a:pt x="425" y="362"/>
                    <a:pt x="813" y="163"/>
                    <a:pt x="1238" y="75"/>
                  </a:cubicBezTo>
                  <a:cubicBezTo>
                    <a:pt x="1275" y="63"/>
                    <a:pt x="1250" y="0"/>
                    <a:pt x="121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29"/>
            <p:cNvSpPr/>
            <p:nvPr/>
          </p:nvSpPr>
          <p:spPr>
            <a:xfrm>
              <a:off x="3471650" y="1283975"/>
              <a:ext cx="62800" cy="31575"/>
            </a:xfrm>
            <a:custGeom>
              <a:avLst/>
              <a:gdLst/>
              <a:ahLst/>
              <a:cxnLst/>
              <a:rect l="l" t="t" r="r" b="b"/>
              <a:pathLst>
                <a:path w="2512" h="1263" extrusionOk="0">
                  <a:moveTo>
                    <a:pt x="63" y="738"/>
                  </a:moveTo>
                  <a:cubicBezTo>
                    <a:pt x="687" y="713"/>
                    <a:pt x="1187" y="1263"/>
                    <a:pt x="1825" y="1051"/>
                  </a:cubicBezTo>
                  <a:cubicBezTo>
                    <a:pt x="2237" y="901"/>
                    <a:pt x="2512" y="501"/>
                    <a:pt x="2499" y="51"/>
                  </a:cubicBezTo>
                  <a:cubicBezTo>
                    <a:pt x="2499" y="13"/>
                    <a:pt x="2437" y="1"/>
                    <a:pt x="2424" y="51"/>
                  </a:cubicBezTo>
                  <a:cubicBezTo>
                    <a:pt x="2312" y="838"/>
                    <a:pt x="1637" y="1151"/>
                    <a:pt x="937" y="851"/>
                  </a:cubicBezTo>
                  <a:cubicBezTo>
                    <a:pt x="662" y="701"/>
                    <a:pt x="362" y="638"/>
                    <a:pt x="63" y="651"/>
                  </a:cubicBezTo>
                  <a:cubicBezTo>
                    <a:pt x="13" y="651"/>
                    <a:pt x="0" y="738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29"/>
            <p:cNvSpPr/>
            <p:nvPr/>
          </p:nvSpPr>
          <p:spPr>
            <a:xfrm>
              <a:off x="3504750" y="1268675"/>
              <a:ext cx="30950" cy="21275"/>
            </a:xfrm>
            <a:custGeom>
              <a:avLst/>
              <a:gdLst/>
              <a:ahLst/>
              <a:cxnLst/>
              <a:rect l="l" t="t" r="r" b="b"/>
              <a:pathLst>
                <a:path w="1238" h="851" extrusionOk="0">
                  <a:moveTo>
                    <a:pt x="1125" y="813"/>
                  </a:moveTo>
                  <a:cubicBezTo>
                    <a:pt x="1238" y="525"/>
                    <a:pt x="1063" y="275"/>
                    <a:pt x="788" y="163"/>
                  </a:cubicBezTo>
                  <a:cubicBezTo>
                    <a:pt x="563" y="63"/>
                    <a:pt x="163" y="0"/>
                    <a:pt x="26" y="238"/>
                  </a:cubicBezTo>
                  <a:cubicBezTo>
                    <a:pt x="1" y="263"/>
                    <a:pt x="38" y="313"/>
                    <a:pt x="63" y="288"/>
                  </a:cubicBezTo>
                  <a:cubicBezTo>
                    <a:pt x="388" y="38"/>
                    <a:pt x="1238" y="275"/>
                    <a:pt x="1050" y="800"/>
                  </a:cubicBezTo>
                  <a:cubicBezTo>
                    <a:pt x="1038" y="838"/>
                    <a:pt x="1100" y="850"/>
                    <a:pt x="1125" y="8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29"/>
            <p:cNvSpPr/>
            <p:nvPr/>
          </p:nvSpPr>
          <p:spPr>
            <a:xfrm>
              <a:off x="3694400" y="1371450"/>
              <a:ext cx="81250" cy="56275"/>
            </a:xfrm>
            <a:custGeom>
              <a:avLst/>
              <a:gdLst/>
              <a:ahLst/>
              <a:cxnLst/>
              <a:rect l="l" t="t" r="r" b="b"/>
              <a:pathLst>
                <a:path w="3250" h="2251" extrusionOk="0">
                  <a:moveTo>
                    <a:pt x="25" y="88"/>
                  </a:moveTo>
                  <a:cubicBezTo>
                    <a:pt x="825" y="1051"/>
                    <a:pt x="1787" y="2250"/>
                    <a:pt x="3187" y="1963"/>
                  </a:cubicBezTo>
                  <a:cubicBezTo>
                    <a:pt x="3249" y="1950"/>
                    <a:pt x="3224" y="1863"/>
                    <a:pt x="3162" y="1863"/>
                  </a:cubicBezTo>
                  <a:cubicBezTo>
                    <a:pt x="1775" y="2050"/>
                    <a:pt x="887" y="988"/>
                    <a:pt x="88" y="38"/>
                  </a:cubicBezTo>
                  <a:cubicBezTo>
                    <a:pt x="50" y="1"/>
                    <a:pt x="0" y="51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29"/>
            <p:cNvSpPr/>
            <p:nvPr/>
          </p:nvSpPr>
          <p:spPr>
            <a:xfrm>
              <a:off x="3515075" y="1320225"/>
              <a:ext cx="30950" cy="15325"/>
            </a:xfrm>
            <a:custGeom>
              <a:avLst/>
              <a:gdLst/>
              <a:ahLst/>
              <a:cxnLst/>
              <a:rect l="l" t="t" r="r" b="b"/>
              <a:pathLst>
                <a:path w="1238" h="613" extrusionOk="0">
                  <a:moveTo>
                    <a:pt x="63" y="113"/>
                  </a:moveTo>
                  <a:cubicBezTo>
                    <a:pt x="475" y="125"/>
                    <a:pt x="862" y="288"/>
                    <a:pt x="1150" y="575"/>
                  </a:cubicBezTo>
                  <a:cubicBezTo>
                    <a:pt x="1187" y="613"/>
                    <a:pt x="1237" y="563"/>
                    <a:pt x="1212" y="525"/>
                  </a:cubicBezTo>
                  <a:cubicBezTo>
                    <a:pt x="1087" y="363"/>
                    <a:pt x="912" y="238"/>
                    <a:pt x="712" y="163"/>
                  </a:cubicBezTo>
                  <a:cubicBezTo>
                    <a:pt x="512" y="50"/>
                    <a:pt x="288" y="0"/>
                    <a:pt x="63" y="25"/>
                  </a:cubicBezTo>
                  <a:cubicBezTo>
                    <a:pt x="13" y="25"/>
                    <a:pt x="0" y="113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29"/>
            <p:cNvSpPr/>
            <p:nvPr/>
          </p:nvSpPr>
          <p:spPr>
            <a:xfrm>
              <a:off x="3512250" y="1319900"/>
              <a:ext cx="34075" cy="21900"/>
            </a:xfrm>
            <a:custGeom>
              <a:avLst/>
              <a:gdLst/>
              <a:ahLst/>
              <a:cxnLst/>
              <a:rect l="l" t="t" r="r" b="b"/>
              <a:pathLst>
                <a:path w="1363" h="876" extrusionOk="0">
                  <a:moveTo>
                    <a:pt x="1263" y="551"/>
                  </a:moveTo>
                  <a:cubicBezTo>
                    <a:pt x="825" y="751"/>
                    <a:pt x="313" y="463"/>
                    <a:pt x="126" y="51"/>
                  </a:cubicBezTo>
                  <a:cubicBezTo>
                    <a:pt x="101" y="1"/>
                    <a:pt x="1" y="38"/>
                    <a:pt x="26" y="88"/>
                  </a:cubicBezTo>
                  <a:cubicBezTo>
                    <a:pt x="226" y="576"/>
                    <a:pt x="825" y="876"/>
                    <a:pt x="1313" y="626"/>
                  </a:cubicBezTo>
                  <a:cubicBezTo>
                    <a:pt x="1363" y="601"/>
                    <a:pt x="1313" y="526"/>
                    <a:pt x="1263" y="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29"/>
            <p:cNvSpPr/>
            <p:nvPr/>
          </p:nvSpPr>
          <p:spPr>
            <a:xfrm>
              <a:off x="3177975" y="1278975"/>
              <a:ext cx="132175" cy="60025"/>
            </a:xfrm>
            <a:custGeom>
              <a:avLst/>
              <a:gdLst/>
              <a:ahLst/>
              <a:cxnLst/>
              <a:rect l="l" t="t" r="r" b="b"/>
              <a:pathLst>
                <a:path w="5287" h="2401" extrusionOk="0">
                  <a:moveTo>
                    <a:pt x="5236" y="576"/>
                  </a:moveTo>
                  <a:cubicBezTo>
                    <a:pt x="3649" y="263"/>
                    <a:pt x="213" y="1"/>
                    <a:pt x="0" y="2350"/>
                  </a:cubicBezTo>
                  <a:cubicBezTo>
                    <a:pt x="0" y="2400"/>
                    <a:pt x="63" y="2388"/>
                    <a:pt x="63" y="2350"/>
                  </a:cubicBezTo>
                  <a:cubicBezTo>
                    <a:pt x="363" y="63"/>
                    <a:pt x="3674" y="363"/>
                    <a:pt x="5211" y="651"/>
                  </a:cubicBezTo>
                  <a:cubicBezTo>
                    <a:pt x="5261" y="663"/>
                    <a:pt x="5286" y="588"/>
                    <a:pt x="5236" y="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29"/>
            <p:cNvSpPr/>
            <p:nvPr/>
          </p:nvSpPr>
          <p:spPr>
            <a:xfrm>
              <a:off x="3184525" y="1311175"/>
              <a:ext cx="61575" cy="65000"/>
            </a:xfrm>
            <a:custGeom>
              <a:avLst/>
              <a:gdLst/>
              <a:ahLst/>
              <a:cxnLst/>
              <a:rect l="l" t="t" r="r" b="b"/>
              <a:pathLst>
                <a:path w="2463" h="2600" extrusionOk="0">
                  <a:moveTo>
                    <a:pt x="950" y="25"/>
                  </a:moveTo>
                  <a:cubicBezTo>
                    <a:pt x="275" y="350"/>
                    <a:pt x="1" y="1187"/>
                    <a:pt x="450" y="1825"/>
                  </a:cubicBezTo>
                  <a:cubicBezTo>
                    <a:pt x="850" y="2412"/>
                    <a:pt x="1913" y="2599"/>
                    <a:pt x="2412" y="2025"/>
                  </a:cubicBezTo>
                  <a:cubicBezTo>
                    <a:pt x="2462" y="1975"/>
                    <a:pt x="2387" y="1900"/>
                    <a:pt x="2337" y="1950"/>
                  </a:cubicBezTo>
                  <a:cubicBezTo>
                    <a:pt x="1875" y="2474"/>
                    <a:pt x="900" y="2312"/>
                    <a:pt x="525" y="1762"/>
                  </a:cubicBezTo>
                  <a:cubicBezTo>
                    <a:pt x="126" y="1175"/>
                    <a:pt x="338" y="375"/>
                    <a:pt x="988" y="75"/>
                  </a:cubicBezTo>
                  <a:cubicBezTo>
                    <a:pt x="1025" y="63"/>
                    <a:pt x="988" y="0"/>
                    <a:pt x="9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29"/>
            <p:cNvSpPr/>
            <p:nvPr/>
          </p:nvSpPr>
          <p:spPr>
            <a:xfrm>
              <a:off x="3219825" y="1318975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751" y="1850"/>
                  </a:moveTo>
                  <a:cubicBezTo>
                    <a:pt x="1213" y="1663"/>
                    <a:pt x="1438" y="1138"/>
                    <a:pt x="1238" y="675"/>
                  </a:cubicBezTo>
                  <a:cubicBezTo>
                    <a:pt x="1050" y="213"/>
                    <a:pt x="513" y="0"/>
                    <a:pt x="51" y="200"/>
                  </a:cubicBezTo>
                  <a:cubicBezTo>
                    <a:pt x="1" y="225"/>
                    <a:pt x="38" y="300"/>
                    <a:pt x="88" y="288"/>
                  </a:cubicBezTo>
                  <a:cubicBezTo>
                    <a:pt x="513" y="163"/>
                    <a:pt x="963" y="288"/>
                    <a:pt x="1138" y="713"/>
                  </a:cubicBezTo>
                  <a:cubicBezTo>
                    <a:pt x="1300" y="1138"/>
                    <a:pt x="1113" y="1600"/>
                    <a:pt x="713" y="1787"/>
                  </a:cubicBezTo>
                  <a:cubicBezTo>
                    <a:pt x="676" y="1812"/>
                    <a:pt x="713" y="1862"/>
                    <a:pt x="751" y="1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29"/>
            <p:cNvSpPr/>
            <p:nvPr/>
          </p:nvSpPr>
          <p:spPr>
            <a:xfrm>
              <a:off x="3208275" y="1322725"/>
              <a:ext cx="17200" cy="30650"/>
            </a:xfrm>
            <a:custGeom>
              <a:avLst/>
              <a:gdLst/>
              <a:ahLst/>
              <a:cxnLst/>
              <a:rect l="l" t="t" r="r" b="b"/>
              <a:pathLst>
                <a:path w="688" h="1226" extrusionOk="0">
                  <a:moveTo>
                    <a:pt x="650" y="38"/>
                  </a:moveTo>
                  <a:cubicBezTo>
                    <a:pt x="300" y="0"/>
                    <a:pt x="63" y="375"/>
                    <a:pt x="63" y="688"/>
                  </a:cubicBezTo>
                  <a:cubicBezTo>
                    <a:pt x="50" y="988"/>
                    <a:pt x="350" y="1213"/>
                    <a:pt x="638" y="1125"/>
                  </a:cubicBezTo>
                  <a:cubicBezTo>
                    <a:pt x="688" y="1100"/>
                    <a:pt x="663" y="1013"/>
                    <a:pt x="613" y="1038"/>
                  </a:cubicBezTo>
                  <a:cubicBezTo>
                    <a:pt x="0" y="1225"/>
                    <a:pt x="63" y="75"/>
                    <a:pt x="650" y="113"/>
                  </a:cubicBezTo>
                  <a:cubicBezTo>
                    <a:pt x="688" y="113"/>
                    <a:pt x="688" y="38"/>
                    <a:pt x="650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29"/>
            <p:cNvSpPr/>
            <p:nvPr/>
          </p:nvSpPr>
          <p:spPr>
            <a:xfrm>
              <a:off x="3454150" y="131242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1750" y="75"/>
                  </a:moveTo>
                  <a:cubicBezTo>
                    <a:pt x="2112" y="1387"/>
                    <a:pt x="1300" y="2474"/>
                    <a:pt x="38" y="2799"/>
                  </a:cubicBezTo>
                  <a:cubicBezTo>
                    <a:pt x="0" y="2812"/>
                    <a:pt x="13" y="2862"/>
                    <a:pt x="38" y="2862"/>
                  </a:cubicBezTo>
                  <a:cubicBezTo>
                    <a:pt x="1425" y="2762"/>
                    <a:pt x="2212" y="1325"/>
                    <a:pt x="1825" y="50"/>
                  </a:cubicBezTo>
                  <a:cubicBezTo>
                    <a:pt x="1812" y="0"/>
                    <a:pt x="1725" y="13"/>
                    <a:pt x="1750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29"/>
            <p:cNvSpPr/>
            <p:nvPr/>
          </p:nvSpPr>
          <p:spPr>
            <a:xfrm>
              <a:off x="3796875" y="1305225"/>
              <a:ext cx="111550" cy="104375"/>
            </a:xfrm>
            <a:custGeom>
              <a:avLst/>
              <a:gdLst/>
              <a:ahLst/>
              <a:cxnLst/>
              <a:rect l="l" t="t" r="r" b="b"/>
              <a:pathLst>
                <a:path w="4462" h="4175" extrusionOk="0">
                  <a:moveTo>
                    <a:pt x="2662" y="176"/>
                  </a:moveTo>
                  <a:cubicBezTo>
                    <a:pt x="1212" y="1"/>
                    <a:pt x="38" y="1438"/>
                    <a:pt x="750" y="2787"/>
                  </a:cubicBezTo>
                  <a:cubicBezTo>
                    <a:pt x="1475" y="4175"/>
                    <a:pt x="3424" y="3950"/>
                    <a:pt x="4424" y="3025"/>
                  </a:cubicBezTo>
                  <a:cubicBezTo>
                    <a:pt x="4461" y="2987"/>
                    <a:pt x="4411" y="2937"/>
                    <a:pt x="4386" y="2962"/>
                  </a:cubicBezTo>
                  <a:cubicBezTo>
                    <a:pt x="3474" y="3612"/>
                    <a:pt x="2012" y="4062"/>
                    <a:pt x="1137" y="3125"/>
                  </a:cubicBezTo>
                  <a:cubicBezTo>
                    <a:pt x="0" y="1900"/>
                    <a:pt x="1075" y="88"/>
                    <a:pt x="2662" y="276"/>
                  </a:cubicBezTo>
                  <a:cubicBezTo>
                    <a:pt x="2724" y="288"/>
                    <a:pt x="2724" y="176"/>
                    <a:pt x="2662" y="1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29"/>
            <p:cNvSpPr/>
            <p:nvPr/>
          </p:nvSpPr>
          <p:spPr>
            <a:xfrm>
              <a:off x="3903100" y="1237750"/>
              <a:ext cx="263700" cy="146850"/>
            </a:xfrm>
            <a:custGeom>
              <a:avLst/>
              <a:gdLst/>
              <a:ahLst/>
              <a:cxnLst/>
              <a:rect l="l" t="t" r="r" b="b"/>
              <a:pathLst>
                <a:path w="10548" h="5874" extrusionOk="0">
                  <a:moveTo>
                    <a:pt x="100" y="5836"/>
                  </a:moveTo>
                  <a:cubicBezTo>
                    <a:pt x="1300" y="4162"/>
                    <a:pt x="2412" y="2062"/>
                    <a:pt x="4324" y="1138"/>
                  </a:cubicBezTo>
                  <a:cubicBezTo>
                    <a:pt x="6086" y="275"/>
                    <a:pt x="8848" y="100"/>
                    <a:pt x="10485" y="1312"/>
                  </a:cubicBezTo>
                  <a:cubicBezTo>
                    <a:pt x="10510" y="1325"/>
                    <a:pt x="10547" y="1275"/>
                    <a:pt x="10522" y="1262"/>
                  </a:cubicBezTo>
                  <a:cubicBezTo>
                    <a:pt x="9073" y="0"/>
                    <a:pt x="6586" y="138"/>
                    <a:pt x="4861" y="725"/>
                  </a:cubicBezTo>
                  <a:cubicBezTo>
                    <a:pt x="2549" y="1512"/>
                    <a:pt x="1350" y="3924"/>
                    <a:pt x="25" y="5799"/>
                  </a:cubicBezTo>
                  <a:cubicBezTo>
                    <a:pt x="0" y="5836"/>
                    <a:pt x="63" y="5874"/>
                    <a:pt x="88" y="5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29"/>
            <p:cNvSpPr/>
            <p:nvPr/>
          </p:nvSpPr>
          <p:spPr>
            <a:xfrm>
              <a:off x="4098975" y="1277425"/>
              <a:ext cx="100925" cy="84375"/>
            </a:xfrm>
            <a:custGeom>
              <a:avLst/>
              <a:gdLst/>
              <a:ahLst/>
              <a:cxnLst/>
              <a:rect l="l" t="t" r="r" b="b"/>
              <a:pathLst>
                <a:path w="4037" h="3375" extrusionOk="0">
                  <a:moveTo>
                    <a:pt x="2875" y="88"/>
                  </a:moveTo>
                  <a:cubicBezTo>
                    <a:pt x="3412" y="1025"/>
                    <a:pt x="3525" y="2400"/>
                    <a:pt x="2375" y="2950"/>
                  </a:cubicBezTo>
                  <a:cubicBezTo>
                    <a:pt x="2087" y="3062"/>
                    <a:pt x="1775" y="3100"/>
                    <a:pt x="1475" y="3062"/>
                  </a:cubicBezTo>
                  <a:cubicBezTo>
                    <a:pt x="1400" y="3050"/>
                    <a:pt x="1325" y="3075"/>
                    <a:pt x="1250" y="3062"/>
                  </a:cubicBezTo>
                  <a:cubicBezTo>
                    <a:pt x="488" y="2937"/>
                    <a:pt x="513" y="2737"/>
                    <a:pt x="438" y="2200"/>
                  </a:cubicBezTo>
                  <a:cubicBezTo>
                    <a:pt x="325" y="1300"/>
                    <a:pt x="938" y="963"/>
                    <a:pt x="1713" y="1113"/>
                  </a:cubicBezTo>
                  <a:cubicBezTo>
                    <a:pt x="2300" y="1225"/>
                    <a:pt x="2600" y="1512"/>
                    <a:pt x="3000" y="1925"/>
                  </a:cubicBezTo>
                  <a:cubicBezTo>
                    <a:pt x="3300" y="2237"/>
                    <a:pt x="3550" y="2562"/>
                    <a:pt x="3999" y="2575"/>
                  </a:cubicBezTo>
                  <a:cubicBezTo>
                    <a:pt x="4024" y="2575"/>
                    <a:pt x="4037" y="2537"/>
                    <a:pt x="3999" y="2537"/>
                  </a:cubicBezTo>
                  <a:cubicBezTo>
                    <a:pt x="3287" y="2425"/>
                    <a:pt x="2900" y="1525"/>
                    <a:pt x="2312" y="1150"/>
                  </a:cubicBezTo>
                  <a:cubicBezTo>
                    <a:pt x="1875" y="850"/>
                    <a:pt x="1325" y="800"/>
                    <a:pt x="838" y="1025"/>
                  </a:cubicBezTo>
                  <a:cubicBezTo>
                    <a:pt x="113" y="1350"/>
                    <a:pt x="0" y="2487"/>
                    <a:pt x="638" y="2987"/>
                  </a:cubicBezTo>
                  <a:cubicBezTo>
                    <a:pt x="1163" y="3375"/>
                    <a:pt x="2237" y="3250"/>
                    <a:pt x="2712" y="2887"/>
                  </a:cubicBezTo>
                  <a:cubicBezTo>
                    <a:pt x="3650" y="2187"/>
                    <a:pt x="3462" y="925"/>
                    <a:pt x="2937" y="38"/>
                  </a:cubicBezTo>
                  <a:cubicBezTo>
                    <a:pt x="2912" y="0"/>
                    <a:pt x="2837" y="38"/>
                    <a:pt x="287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29"/>
            <p:cNvSpPr/>
            <p:nvPr/>
          </p:nvSpPr>
          <p:spPr>
            <a:xfrm>
              <a:off x="4206450" y="1331775"/>
              <a:ext cx="55625" cy="13775"/>
            </a:xfrm>
            <a:custGeom>
              <a:avLst/>
              <a:gdLst/>
              <a:ahLst/>
              <a:cxnLst/>
              <a:rect l="l" t="t" r="r" b="b"/>
              <a:pathLst>
                <a:path w="2225" h="551" extrusionOk="0">
                  <a:moveTo>
                    <a:pt x="50" y="476"/>
                  </a:moveTo>
                  <a:cubicBezTo>
                    <a:pt x="750" y="551"/>
                    <a:pt x="1600" y="501"/>
                    <a:pt x="2187" y="76"/>
                  </a:cubicBezTo>
                  <a:cubicBezTo>
                    <a:pt x="2225" y="63"/>
                    <a:pt x="2200" y="1"/>
                    <a:pt x="2162" y="13"/>
                  </a:cubicBezTo>
                  <a:cubicBezTo>
                    <a:pt x="1437" y="251"/>
                    <a:pt x="838" y="476"/>
                    <a:pt x="50" y="401"/>
                  </a:cubicBezTo>
                  <a:cubicBezTo>
                    <a:pt x="0" y="401"/>
                    <a:pt x="0" y="476"/>
                    <a:pt x="50" y="4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29"/>
            <p:cNvSpPr/>
            <p:nvPr/>
          </p:nvSpPr>
          <p:spPr>
            <a:xfrm>
              <a:off x="3934650" y="1301475"/>
              <a:ext cx="81250" cy="96575"/>
            </a:xfrm>
            <a:custGeom>
              <a:avLst/>
              <a:gdLst/>
              <a:ahLst/>
              <a:cxnLst/>
              <a:rect l="l" t="t" r="r" b="b"/>
              <a:pathLst>
                <a:path w="3250" h="3863" extrusionOk="0">
                  <a:moveTo>
                    <a:pt x="1025" y="26"/>
                  </a:moveTo>
                  <a:cubicBezTo>
                    <a:pt x="463" y="675"/>
                    <a:pt x="0" y="1488"/>
                    <a:pt x="188" y="2375"/>
                  </a:cubicBezTo>
                  <a:cubicBezTo>
                    <a:pt x="363" y="3200"/>
                    <a:pt x="1162" y="3800"/>
                    <a:pt x="2000" y="3837"/>
                  </a:cubicBezTo>
                  <a:cubicBezTo>
                    <a:pt x="2587" y="3862"/>
                    <a:pt x="3249" y="3475"/>
                    <a:pt x="3174" y="2812"/>
                  </a:cubicBezTo>
                  <a:cubicBezTo>
                    <a:pt x="3137" y="2475"/>
                    <a:pt x="2799" y="2050"/>
                    <a:pt x="2512" y="2425"/>
                  </a:cubicBezTo>
                  <a:cubicBezTo>
                    <a:pt x="2475" y="2462"/>
                    <a:pt x="2550" y="2500"/>
                    <a:pt x="2575" y="2462"/>
                  </a:cubicBezTo>
                  <a:cubicBezTo>
                    <a:pt x="3012" y="3300"/>
                    <a:pt x="2862" y="3725"/>
                    <a:pt x="2125" y="3737"/>
                  </a:cubicBezTo>
                  <a:cubicBezTo>
                    <a:pt x="1800" y="3737"/>
                    <a:pt x="1487" y="3650"/>
                    <a:pt x="1212" y="3500"/>
                  </a:cubicBezTo>
                  <a:cubicBezTo>
                    <a:pt x="775" y="3287"/>
                    <a:pt x="463" y="2900"/>
                    <a:pt x="325" y="2437"/>
                  </a:cubicBezTo>
                  <a:cubicBezTo>
                    <a:pt x="75" y="1563"/>
                    <a:pt x="538" y="738"/>
                    <a:pt x="1062" y="63"/>
                  </a:cubicBezTo>
                  <a:cubicBezTo>
                    <a:pt x="1087" y="38"/>
                    <a:pt x="1050" y="1"/>
                    <a:pt x="1025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29"/>
            <p:cNvSpPr/>
            <p:nvPr/>
          </p:nvSpPr>
          <p:spPr>
            <a:xfrm>
              <a:off x="3920275" y="1329900"/>
              <a:ext cx="23150" cy="110625"/>
            </a:xfrm>
            <a:custGeom>
              <a:avLst/>
              <a:gdLst/>
              <a:ahLst/>
              <a:cxnLst/>
              <a:rect l="l" t="t" r="r" b="b"/>
              <a:pathLst>
                <a:path w="926" h="4425" extrusionOk="0">
                  <a:moveTo>
                    <a:pt x="825" y="38"/>
                  </a:moveTo>
                  <a:cubicBezTo>
                    <a:pt x="375" y="551"/>
                    <a:pt x="263" y="1238"/>
                    <a:pt x="188" y="1913"/>
                  </a:cubicBezTo>
                  <a:cubicBezTo>
                    <a:pt x="100" y="2725"/>
                    <a:pt x="13" y="3712"/>
                    <a:pt x="538" y="4400"/>
                  </a:cubicBezTo>
                  <a:cubicBezTo>
                    <a:pt x="563" y="4425"/>
                    <a:pt x="600" y="4400"/>
                    <a:pt x="588" y="4362"/>
                  </a:cubicBezTo>
                  <a:cubicBezTo>
                    <a:pt x="0" y="3250"/>
                    <a:pt x="38" y="1101"/>
                    <a:pt x="888" y="101"/>
                  </a:cubicBezTo>
                  <a:cubicBezTo>
                    <a:pt x="925" y="63"/>
                    <a:pt x="863" y="1"/>
                    <a:pt x="825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29"/>
            <p:cNvSpPr/>
            <p:nvPr/>
          </p:nvSpPr>
          <p:spPr>
            <a:xfrm>
              <a:off x="3931200" y="1439875"/>
              <a:ext cx="11900" cy="11900"/>
            </a:xfrm>
            <a:custGeom>
              <a:avLst/>
              <a:gdLst/>
              <a:ahLst/>
              <a:cxnLst/>
              <a:rect l="l" t="t" r="r" b="b"/>
              <a:pathLst>
                <a:path w="476" h="476" extrusionOk="0">
                  <a:moveTo>
                    <a:pt x="126" y="38"/>
                  </a:moveTo>
                  <a:cubicBezTo>
                    <a:pt x="213" y="1"/>
                    <a:pt x="313" y="13"/>
                    <a:pt x="388" y="88"/>
                  </a:cubicBezTo>
                  <a:cubicBezTo>
                    <a:pt x="451" y="151"/>
                    <a:pt x="476" y="238"/>
                    <a:pt x="451" y="326"/>
                  </a:cubicBezTo>
                  <a:cubicBezTo>
                    <a:pt x="451" y="363"/>
                    <a:pt x="438" y="388"/>
                    <a:pt x="413" y="413"/>
                  </a:cubicBezTo>
                  <a:cubicBezTo>
                    <a:pt x="388" y="438"/>
                    <a:pt x="351" y="451"/>
                    <a:pt x="313" y="463"/>
                  </a:cubicBezTo>
                  <a:cubicBezTo>
                    <a:pt x="188" y="476"/>
                    <a:pt x="63" y="413"/>
                    <a:pt x="13" y="288"/>
                  </a:cubicBezTo>
                  <a:cubicBezTo>
                    <a:pt x="1" y="163"/>
                    <a:pt x="101" y="51"/>
                    <a:pt x="238" y="51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29"/>
            <p:cNvSpPr/>
            <p:nvPr/>
          </p:nvSpPr>
          <p:spPr>
            <a:xfrm>
              <a:off x="3926825" y="1437075"/>
              <a:ext cx="22225" cy="17200"/>
            </a:xfrm>
            <a:custGeom>
              <a:avLst/>
              <a:gdLst/>
              <a:ahLst/>
              <a:cxnLst/>
              <a:rect l="l" t="t" r="r" b="b"/>
              <a:pathLst>
                <a:path w="889" h="688" extrusionOk="0">
                  <a:moveTo>
                    <a:pt x="313" y="213"/>
                  </a:moveTo>
                  <a:cubicBezTo>
                    <a:pt x="588" y="238"/>
                    <a:pt x="651" y="313"/>
                    <a:pt x="476" y="413"/>
                  </a:cubicBezTo>
                  <a:cubicBezTo>
                    <a:pt x="313" y="600"/>
                    <a:pt x="301" y="525"/>
                    <a:pt x="413" y="200"/>
                  </a:cubicBezTo>
                  <a:cubicBezTo>
                    <a:pt x="451" y="175"/>
                    <a:pt x="451" y="113"/>
                    <a:pt x="401" y="113"/>
                  </a:cubicBezTo>
                  <a:cubicBezTo>
                    <a:pt x="1" y="113"/>
                    <a:pt x="88" y="688"/>
                    <a:pt x="488" y="625"/>
                  </a:cubicBezTo>
                  <a:cubicBezTo>
                    <a:pt x="888" y="563"/>
                    <a:pt x="663" y="0"/>
                    <a:pt x="276" y="88"/>
                  </a:cubicBezTo>
                  <a:cubicBezTo>
                    <a:pt x="213" y="113"/>
                    <a:pt x="238" y="213"/>
                    <a:pt x="313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29"/>
            <p:cNvSpPr/>
            <p:nvPr/>
          </p:nvSpPr>
          <p:spPr>
            <a:xfrm>
              <a:off x="4168650" y="12718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25" y="63"/>
                  </a:moveTo>
                  <a:lnTo>
                    <a:pt x="38" y="100"/>
                  </a:lnTo>
                  <a:cubicBezTo>
                    <a:pt x="50" y="125"/>
                    <a:pt x="88" y="125"/>
                    <a:pt x="100" y="100"/>
                  </a:cubicBezTo>
                  <a:lnTo>
                    <a:pt x="100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29"/>
            <p:cNvSpPr/>
            <p:nvPr/>
          </p:nvSpPr>
          <p:spPr>
            <a:xfrm>
              <a:off x="4259250" y="1315225"/>
              <a:ext cx="41875" cy="17825"/>
            </a:xfrm>
            <a:custGeom>
              <a:avLst/>
              <a:gdLst/>
              <a:ahLst/>
              <a:cxnLst/>
              <a:rect l="l" t="t" r="r" b="b"/>
              <a:pathLst>
                <a:path w="1675" h="713" extrusionOk="0">
                  <a:moveTo>
                    <a:pt x="125" y="650"/>
                  </a:moveTo>
                  <a:cubicBezTo>
                    <a:pt x="225" y="388"/>
                    <a:pt x="650" y="275"/>
                    <a:pt x="875" y="238"/>
                  </a:cubicBezTo>
                  <a:cubicBezTo>
                    <a:pt x="1125" y="200"/>
                    <a:pt x="1375" y="200"/>
                    <a:pt x="1612" y="250"/>
                  </a:cubicBezTo>
                  <a:cubicBezTo>
                    <a:pt x="1675" y="250"/>
                    <a:pt x="1675" y="163"/>
                    <a:pt x="1625" y="150"/>
                  </a:cubicBezTo>
                  <a:cubicBezTo>
                    <a:pt x="1175" y="0"/>
                    <a:pt x="225" y="88"/>
                    <a:pt x="25" y="613"/>
                  </a:cubicBezTo>
                  <a:cubicBezTo>
                    <a:pt x="0" y="675"/>
                    <a:pt x="100" y="713"/>
                    <a:pt x="125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29"/>
            <p:cNvSpPr/>
            <p:nvPr/>
          </p:nvSpPr>
          <p:spPr>
            <a:xfrm>
              <a:off x="4259250" y="13177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587" y="50"/>
                  </a:moveTo>
                  <a:cubicBezTo>
                    <a:pt x="1175" y="425"/>
                    <a:pt x="638" y="600"/>
                    <a:pt x="88" y="550"/>
                  </a:cubicBezTo>
                  <a:cubicBezTo>
                    <a:pt x="25" y="550"/>
                    <a:pt x="0" y="625"/>
                    <a:pt x="63" y="650"/>
                  </a:cubicBezTo>
                  <a:cubicBezTo>
                    <a:pt x="575" y="788"/>
                    <a:pt x="1287" y="475"/>
                    <a:pt x="1650" y="113"/>
                  </a:cubicBezTo>
                  <a:cubicBezTo>
                    <a:pt x="1687" y="75"/>
                    <a:pt x="1625" y="0"/>
                    <a:pt x="1587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29"/>
            <p:cNvSpPr/>
            <p:nvPr/>
          </p:nvSpPr>
          <p:spPr>
            <a:xfrm>
              <a:off x="4198950" y="1341475"/>
              <a:ext cx="33450" cy="30325"/>
            </a:xfrm>
            <a:custGeom>
              <a:avLst/>
              <a:gdLst/>
              <a:ahLst/>
              <a:cxnLst/>
              <a:rect l="l" t="t" r="r" b="b"/>
              <a:pathLst>
                <a:path w="1338" h="1213" extrusionOk="0">
                  <a:moveTo>
                    <a:pt x="50" y="100"/>
                  </a:moveTo>
                  <a:cubicBezTo>
                    <a:pt x="363" y="88"/>
                    <a:pt x="625" y="263"/>
                    <a:pt x="863" y="450"/>
                  </a:cubicBezTo>
                  <a:cubicBezTo>
                    <a:pt x="1088" y="625"/>
                    <a:pt x="1238" y="887"/>
                    <a:pt x="1250" y="1162"/>
                  </a:cubicBezTo>
                  <a:cubicBezTo>
                    <a:pt x="1250" y="1212"/>
                    <a:pt x="1338" y="1200"/>
                    <a:pt x="1325" y="1162"/>
                  </a:cubicBezTo>
                  <a:cubicBezTo>
                    <a:pt x="1325" y="850"/>
                    <a:pt x="1175" y="563"/>
                    <a:pt x="925" y="388"/>
                  </a:cubicBezTo>
                  <a:cubicBezTo>
                    <a:pt x="663" y="188"/>
                    <a:pt x="400" y="0"/>
                    <a:pt x="50" y="25"/>
                  </a:cubicBezTo>
                  <a:cubicBezTo>
                    <a:pt x="0" y="25"/>
                    <a:pt x="0" y="113"/>
                    <a:pt x="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29"/>
            <p:cNvSpPr/>
            <p:nvPr/>
          </p:nvSpPr>
          <p:spPr>
            <a:xfrm>
              <a:off x="4199250" y="1342100"/>
              <a:ext cx="33475" cy="29375"/>
            </a:xfrm>
            <a:custGeom>
              <a:avLst/>
              <a:gdLst/>
              <a:ahLst/>
              <a:cxnLst/>
              <a:rect l="l" t="t" r="r" b="b"/>
              <a:pathLst>
                <a:path w="1339" h="1175" extrusionOk="0">
                  <a:moveTo>
                    <a:pt x="1288" y="1100"/>
                  </a:moveTo>
                  <a:cubicBezTo>
                    <a:pt x="1026" y="1012"/>
                    <a:pt x="776" y="887"/>
                    <a:pt x="551" y="713"/>
                  </a:cubicBezTo>
                  <a:cubicBezTo>
                    <a:pt x="313" y="538"/>
                    <a:pt x="263" y="288"/>
                    <a:pt x="113" y="63"/>
                  </a:cubicBezTo>
                  <a:cubicBezTo>
                    <a:pt x="76" y="0"/>
                    <a:pt x="1" y="38"/>
                    <a:pt x="13" y="100"/>
                  </a:cubicBezTo>
                  <a:cubicBezTo>
                    <a:pt x="126" y="688"/>
                    <a:pt x="713" y="1087"/>
                    <a:pt x="1263" y="1175"/>
                  </a:cubicBezTo>
                  <a:cubicBezTo>
                    <a:pt x="1313" y="1175"/>
                    <a:pt x="1338" y="1112"/>
                    <a:pt x="1288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29"/>
            <p:cNvSpPr/>
            <p:nvPr/>
          </p:nvSpPr>
          <p:spPr>
            <a:xfrm>
              <a:off x="3890900" y="1349275"/>
              <a:ext cx="38775" cy="86875"/>
            </a:xfrm>
            <a:custGeom>
              <a:avLst/>
              <a:gdLst/>
              <a:ahLst/>
              <a:cxnLst/>
              <a:rect l="l" t="t" r="r" b="b"/>
              <a:pathLst>
                <a:path w="1551" h="3475" extrusionOk="0">
                  <a:moveTo>
                    <a:pt x="1450" y="51"/>
                  </a:moveTo>
                  <a:cubicBezTo>
                    <a:pt x="725" y="1038"/>
                    <a:pt x="238" y="2175"/>
                    <a:pt x="13" y="3387"/>
                  </a:cubicBezTo>
                  <a:cubicBezTo>
                    <a:pt x="1" y="3450"/>
                    <a:pt x="101" y="3475"/>
                    <a:pt x="113" y="3412"/>
                  </a:cubicBezTo>
                  <a:cubicBezTo>
                    <a:pt x="338" y="2213"/>
                    <a:pt x="813" y="1075"/>
                    <a:pt x="1513" y="88"/>
                  </a:cubicBezTo>
                  <a:cubicBezTo>
                    <a:pt x="1550" y="38"/>
                    <a:pt x="1475" y="1"/>
                    <a:pt x="145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29"/>
            <p:cNvSpPr/>
            <p:nvPr/>
          </p:nvSpPr>
          <p:spPr>
            <a:xfrm>
              <a:off x="3880600" y="1433625"/>
              <a:ext cx="18150" cy="16600"/>
            </a:xfrm>
            <a:custGeom>
              <a:avLst/>
              <a:gdLst/>
              <a:ahLst/>
              <a:cxnLst/>
              <a:rect l="l" t="t" r="r" b="b"/>
              <a:pathLst>
                <a:path w="726" h="664" extrusionOk="0">
                  <a:moveTo>
                    <a:pt x="475" y="151"/>
                  </a:moveTo>
                  <a:cubicBezTo>
                    <a:pt x="363" y="176"/>
                    <a:pt x="350" y="188"/>
                    <a:pt x="438" y="176"/>
                  </a:cubicBezTo>
                  <a:cubicBezTo>
                    <a:pt x="475" y="163"/>
                    <a:pt x="513" y="163"/>
                    <a:pt x="550" y="176"/>
                  </a:cubicBezTo>
                  <a:cubicBezTo>
                    <a:pt x="588" y="176"/>
                    <a:pt x="600" y="113"/>
                    <a:pt x="563" y="101"/>
                  </a:cubicBezTo>
                  <a:cubicBezTo>
                    <a:pt x="350" y="1"/>
                    <a:pt x="0" y="238"/>
                    <a:pt x="250" y="451"/>
                  </a:cubicBezTo>
                  <a:cubicBezTo>
                    <a:pt x="513" y="663"/>
                    <a:pt x="725" y="288"/>
                    <a:pt x="538" y="88"/>
                  </a:cubicBezTo>
                  <a:cubicBezTo>
                    <a:pt x="500" y="38"/>
                    <a:pt x="450" y="101"/>
                    <a:pt x="47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29"/>
            <p:cNvSpPr/>
            <p:nvPr/>
          </p:nvSpPr>
          <p:spPr>
            <a:xfrm>
              <a:off x="3936525" y="1338025"/>
              <a:ext cx="30325" cy="81875"/>
            </a:xfrm>
            <a:custGeom>
              <a:avLst/>
              <a:gdLst/>
              <a:ahLst/>
              <a:cxnLst/>
              <a:rect l="l" t="t" r="r" b="b"/>
              <a:pathLst>
                <a:path w="1213" h="3275" extrusionOk="0">
                  <a:moveTo>
                    <a:pt x="125" y="63"/>
                  </a:moveTo>
                  <a:cubicBezTo>
                    <a:pt x="0" y="1163"/>
                    <a:pt x="213" y="2538"/>
                    <a:pt x="1150" y="3262"/>
                  </a:cubicBezTo>
                  <a:cubicBezTo>
                    <a:pt x="1175" y="3275"/>
                    <a:pt x="1212" y="3250"/>
                    <a:pt x="1187" y="3212"/>
                  </a:cubicBezTo>
                  <a:cubicBezTo>
                    <a:pt x="413" y="2275"/>
                    <a:pt x="88" y="1275"/>
                    <a:pt x="225" y="63"/>
                  </a:cubicBezTo>
                  <a:cubicBezTo>
                    <a:pt x="225" y="1"/>
                    <a:pt x="138" y="1"/>
                    <a:pt x="1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29"/>
            <p:cNvSpPr/>
            <p:nvPr/>
          </p:nvSpPr>
          <p:spPr>
            <a:xfrm>
              <a:off x="3963375" y="1414575"/>
              <a:ext cx="13475" cy="15650"/>
            </a:xfrm>
            <a:custGeom>
              <a:avLst/>
              <a:gdLst/>
              <a:ahLst/>
              <a:cxnLst/>
              <a:rect l="l" t="t" r="r" b="b"/>
              <a:pathLst>
                <a:path w="539" h="626" extrusionOk="0">
                  <a:moveTo>
                    <a:pt x="413" y="263"/>
                  </a:moveTo>
                  <a:cubicBezTo>
                    <a:pt x="326" y="263"/>
                    <a:pt x="313" y="275"/>
                    <a:pt x="363" y="338"/>
                  </a:cubicBezTo>
                  <a:cubicBezTo>
                    <a:pt x="388" y="363"/>
                    <a:pt x="426" y="350"/>
                    <a:pt x="438" y="313"/>
                  </a:cubicBezTo>
                  <a:cubicBezTo>
                    <a:pt x="438" y="25"/>
                    <a:pt x="1" y="0"/>
                    <a:pt x="38" y="300"/>
                  </a:cubicBezTo>
                  <a:cubicBezTo>
                    <a:pt x="38" y="625"/>
                    <a:pt x="538" y="575"/>
                    <a:pt x="488" y="263"/>
                  </a:cubicBezTo>
                  <a:cubicBezTo>
                    <a:pt x="476" y="225"/>
                    <a:pt x="426" y="225"/>
                    <a:pt x="4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29"/>
            <p:cNvSpPr/>
            <p:nvPr/>
          </p:nvSpPr>
          <p:spPr>
            <a:xfrm>
              <a:off x="4139900" y="1254625"/>
              <a:ext cx="237775" cy="60000"/>
            </a:xfrm>
            <a:custGeom>
              <a:avLst/>
              <a:gdLst/>
              <a:ahLst/>
              <a:cxnLst/>
              <a:rect l="l" t="t" r="r" b="b"/>
              <a:pathLst>
                <a:path w="9511" h="2400" extrusionOk="0">
                  <a:moveTo>
                    <a:pt x="38" y="75"/>
                  </a:moveTo>
                  <a:cubicBezTo>
                    <a:pt x="1813" y="762"/>
                    <a:pt x="3137" y="1475"/>
                    <a:pt x="5049" y="1662"/>
                  </a:cubicBezTo>
                  <a:cubicBezTo>
                    <a:pt x="6774" y="1837"/>
                    <a:pt x="8023" y="1437"/>
                    <a:pt x="9448" y="475"/>
                  </a:cubicBezTo>
                  <a:cubicBezTo>
                    <a:pt x="9511" y="438"/>
                    <a:pt x="9448" y="338"/>
                    <a:pt x="9386" y="375"/>
                  </a:cubicBezTo>
                  <a:cubicBezTo>
                    <a:pt x="6061" y="2400"/>
                    <a:pt x="3387" y="1262"/>
                    <a:pt x="63" y="13"/>
                  </a:cubicBezTo>
                  <a:cubicBezTo>
                    <a:pt x="26" y="0"/>
                    <a:pt x="1" y="50"/>
                    <a:pt x="3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29"/>
            <p:cNvSpPr/>
            <p:nvPr/>
          </p:nvSpPr>
          <p:spPr>
            <a:xfrm>
              <a:off x="3860900" y="1309600"/>
              <a:ext cx="31900" cy="49400"/>
            </a:xfrm>
            <a:custGeom>
              <a:avLst/>
              <a:gdLst/>
              <a:ahLst/>
              <a:cxnLst/>
              <a:rect l="l" t="t" r="r" b="b"/>
              <a:pathLst>
                <a:path w="1276" h="1976" extrusionOk="0">
                  <a:moveTo>
                    <a:pt x="38" y="63"/>
                  </a:moveTo>
                  <a:cubicBezTo>
                    <a:pt x="451" y="151"/>
                    <a:pt x="851" y="350"/>
                    <a:pt x="1026" y="763"/>
                  </a:cubicBezTo>
                  <a:cubicBezTo>
                    <a:pt x="1251" y="1263"/>
                    <a:pt x="976" y="1838"/>
                    <a:pt x="401" y="1863"/>
                  </a:cubicBezTo>
                  <a:cubicBezTo>
                    <a:pt x="326" y="1850"/>
                    <a:pt x="326" y="1963"/>
                    <a:pt x="401" y="1975"/>
                  </a:cubicBezTo>
                  <a:cubicBezTo>
                    <a:pt x="901" y="1963"/>
                    <a:pt x="1276" y="1538"/>
                    <a:pt x="1213" y="1050"/>
                  </a:cubicBezTo>
                  <a:cubicBezTo>
                    <a:pt x="1163" y="438"/>
                    <a:pt x="613" y="101"/>
                    <a:pt x="63" y="1"/>
                  </a:cubicBezTo>
                  <a:cubicBezTo>
                    <a:pt x="26" y="1"/>
                    <a:pt x="1" y="51"/>
                    <a:pt x="51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29"/>
            <p:cNvSpPr/>
            <p:nvPr/>
          </p:nvSpPr>
          <p:spPr>
            <a:xfrm>
              <a:off x="4075225" y="1283975"/>
              <a:ext cx="62825" cy="31575"/>
            </a:xfrm>
            <a:custGeom>
              <a:avLst/>
              <a:gdLst/>
              <a:ahLst/>
              <a:cxnLst/>
              <a:rect l="l" t="t" r="r" b="b"/>
              <a:pathLst>
                <a:path w="2513" h="1263" extrusionOk="0">
                  <a:moveTo>
                    <a:pt x="2450" y="651"/>
                  </a:moveTo>
                  <a:cubicBezTo>
                    <a:pt x="2150" y="638"/>
                    <a:pt x="1850" y="701"/>
                    <a:pt x="1588" y="851"/>
                  </a:cubicBezTo>
                  <a:cubicBezTo>
                    <a:pt x="888" y="1151"/>
                    <a:pt x="201" y="851"/>
                    <a:pt x="88" y="51"/>
                  </a:cubicBezTo>
                  <a:cubicBezTo>
                    <a:pt x="88" y="1"/>
                    <a:pt x="13" y="13"/>
                    <a:pt x="26" y="51"/>
                  </a:cubicBezTo>
                  <a:cubicBezTo>
                    <a:pt x="1" y="501"/>
                    <a:pt x="276" y="901"/>
                    <a:pt x="701" y="1051"/>
                  </a:cubicBezTo>
                  <a:cubicBezTo>
                    <a:pt x="1325" y="1263"/>
                    <a:pt x="1825" y="713"/>
                    <a:pt x="2450" y="738"/>
                  </a:cubicBezTo>
                  <a:cubicBezTo>
                    <a:pt x="2513" y="738"/>
                    <a:pt x="2513" y="651"/>
                    <a:pt x="2450" y="6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29"/>
            <p:cNvSpPr/>
            <p:nvPr/>
          </p:nvSpPr>
          <p:spPr>
            <a:xfrm>
              <a:off x="4073975" y="1268675"/>
              <a:ext cx="30950" cy="21275"/>
            </a:xfrm>
            <a:custGeom>
              <a:avLst/>
              <a:gdLst/>
              <a:ahLst/>
              <a:cxnLst/>
              <a:rect l="l" t="t" r="r" b="b"/>
              <a:pathLst>
                <a:path w="1238" h="851" extrusionOk="0">
                  <a:moveTo>
                    <a:pt x="188" y="800"/>
                  </a:moveTo>
                  <a:cubicBezTo>
                    <a:pt x="1" y="275"/>
                    <a:pt x="851" y="38"/>
                    <a:pt x="1175" y="288"/>
                  </a:cubicBezTo>
                  <a:cubicBezTo>
                    <a:pt x="1200" y="313"/>
                    <a:pt x="1238" y="263"/>
                    <a:pt x="1225" y="238"/>
                  </a:cubicBezTo>
                  <a:cubicBezTo>
                    <a:pt x="1063" y="0"/>
                    <a:pt x="676" y="63"/>
                    <a:pt x="451" y="163"/>
                  </a:cubicBezTo>
                  <a:cubicBezTo>
                    <a:pt x="176" y="275"/>
                    <a:pt x="1" y="525"/>
                    <a:pt x="113" y="813"/>
                  </a:cubicBezTo>
                  <a:cubicBezTo>
                    <a:pt x="138" y="850"/>
                    <a:pt x="201" y="838"/>
                    <a:pt x="188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29"/>
            <p:cNvSpPr/>
            <p:nvPr/>
          </p:nvSpPr>
          <p:spPr>
            <a:xfrm>
              <a:off x="3834050" y="1371450"/>
              <a:ext cx="81250" cy="56275"/>
            </a:xfrm>
            <a:custGeom>
              <a:avLst/>
              <a:gdLst/>
              <a:ahLst/>
              <a:cxnLst/>
              <a:rect l="l" t="t" r="r" b="b"/>
              <a:pathLst>
                <a:path w="3250" h="2251" extrusionOk="0">
                  <a:moveTo>
                    <a:pt x="3162" y="38"/>
                  </a:moveTo>
                  <a:cubicBezTo>
                    <a:pt x="2362" y="988"/>
                    <a:pt x="1475" y="2063"/>
                    <a:pt x="88" y="1875"/>
                  </a:cubicBezTo>
                  <a:cubicBezTo>
                    <a:pt x="25" y="1863"/>
                    <a:pt x="0" y="1950"/>
                    <a:pt x="63" y="1963"/>
                  </a:cubicBezTo>
                  <a:cubicBezTo>
                    <a:pt x="1462" y="2250"/>
                    <a:pt x="2425" y="1051"/>
                    <a:pt x="3224" y="88"/>
                  </a:cubicBezTo>
                  <a:cubicBezTo>
                    <a:pt x="3249" y="51"/>
                    <a:pt x="3199" y="1"/>
                    <a:pt x="3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29"/>
            <p:cNvSpPr/>
            <p:nvPr/>
          </p:nvSpPr>
          <p:spPr>
            <a:xfrm>
              <a:off x="4063675" y="1320225"/>
              <a:ext cx="30950" cy="15025"/>
            </a:xfrm>
            <a:custGeom>
              <a:avLst/>
              <a:gdLst/>
              <a:ahLst/>
              <a:cxnLst/>
              <a:rect l="l" t="t" r="r" b="b"/>
              <a:pathLst>
                <a:path w="1238" h="601" extrusionOk="0">
                  <a:moveTo>
                    <a:pt x="1175" y="13"/>
                  </a:moveTo>
                  <a:cubicBezTo>
                    <a:pt x="950" y="0"/>
                    <a:pt x="725" y="50"/>
                    <a:pt x="525" y="163"/>
                  </a:cubicBezTo>
                  <a:cubicBezTo>
                    <a:pt x="325" y="225"/>
                    <a:pt x="150" y="350"/>
                    <a:pt x="25" y="513"/>
                  </a:cubicBezTo>
                  <a:cubicBezTo>
                    <a:pt x="0" y="563"/>
                    <a:pt x="50" y="600"/>
                    <a:pt x="100" y="575"/>
                  </a:cubicBezTo>
                  <a:cubicBezTo>
                    <a:pt x="388" y="288"/>
                    <a:pt x="763" y="125"/>
                    <a:pt x="1175" y="100"/>
                  </a:cubicBezTo>
                  <a:cubicBezTo>
                    <a:pt x="1238" y="100"/>
                    <a:pt x="1225" y="13"/>
                    <a:pt x="1175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29"/>
            <p:cNvSpPr/>
            <p:nvPr/>
          </p:nvSpPr>
          <p:spPr>
            <a:xfrm>
              <a:off x="4063350" y="1319900"/>
              <a:ext cx="34075" cy="21900"/>
            </a:xfrm>
            <a:custGeom>
              <a:avLst/>
              <a:gdLst/>
              <a:ahLst/>
              <a:cxnLst/>
              <a:rect l="l" t="t" r="r" b="b"/>
              <a:pathLst>
                <a:path w="1363" h="876" extrusionOk="0">
                  <a:moveTo>
                    <a:pt x="51" y="638"/>
                  </a:moveTo>
                  <a:cubicBezTo>
                    <a:pt x="538" y="876"/>
                    <a:pt x="1151" y="576"/>
                    <a:pt x="1338" y="88"/>
                  </a:cubicBezTo>
                  <a:cubicBezTo>
                    <a:pt x="1363" y="38"/>
                    <a:pt x="1276" y="1"/>
                    <a:pt x="1251" y="51"/>
                  </a:cubicBezTo>
                  <a:cubicBezTo>
                    <a:pt x="1051" y="463"/>
                    <a:pt x="538" y="763"/>
                    <a:pt x="101" y="551"/>
                  </a:cubicBezTo>
                  <a:cubicBezTo>
                    <a:pt x="51" y="526"/>
                    <a:pt x="1" y="601"/>
                    <a:pt x="51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29"/>
            <p:cNvSpPr/>
            <p:nvPr/>
          </p:nvSpPr>
          <p:spPr>
            <a:xfrm>
              <a:off x="4299850" y="1278975"/>
              <a:ext cx="132500" cy="60025"/>
            </a:xfrm>
            <a:custGeom>
              <a:avLst/>
              <a:gdLst/>
              <a:ahLst/>
              <a:cxnLst/>
              <a:rect l="l" t="t" r="r" b="b"/>
              <a:pathLst>
                <a:path w="5300" h="2401" extrusionOk="0">
                  <a:moveTo>
                    <a:pt x="63" y="651"/>
                  </a:moveTo>
                  <a:cubicBezTo>
                    <a:pt x="1600" y="363"/>
                    <a:pt x="4912" y="51"/>
                    <a:pt x="5224" y="2350"/>
                  </a:cubicBezTo>
                  <a:cubicBezTo>
                    <a:pt x="5224" y="2388"/>
                    <a:pt x="5299" y="2400"/>
                    <a:pt x="5287" y="2350"/>
                  </a:cubicBezTo>
                  <a:cubicBezTo>
                    <a:pt x="5075" y="1"/>
                    <a:pt x="1638" y="276"/>
                    <a:pt x="51" y="576"/>
                  </a:cubicBezTo>
                  <a:cubicBezTo>
                    <a:pt x="1" y="588"/>
                    <a:pt x="26" y="663"/>
                    <a:pt x="76" y="6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29"/>
            <p:cNvSpPr/>
            <p:nvPr/>
          </p:nvSpPr>
          <p:spPr>
            <a:xfrm>
              <a:off x="4363900" y="1311175"/>
              <a:ext cx="60950" cy="65000"/>
            </a:xfrm>
            <a:custGeom>
              <a:avLst/>
              <a:gdLst/>
              <a:ahLst/>
              <a:cxnLst/>
              <a:rect l="l" t="t" r="r" b="b"/>
              <a:pathLst>
                <a:path w="2438" h="2600" extrusionOk="0">
                  <a:moveTo>
                    <a:pt x="1463" y="75"/>
                  </a:moveTo>
                  <a:cubicBezTo>
                    <a:pt x="2088" y="400"/>
                    <a:pt x="2350" y="1175"/>
                    <a:pt x="1938" y="1762"/>
                  </a:cubicBezTo>
                  <a:cubicBezTo>
                    <a:pt x="1550" y="2299"/>
                    <a:pt x="588" y="2474"/>
                    <a:pt x="113" y="1950"/>
                  </a:cubicBezTo>
                  <a:cubicBezTo>
                    <a:pt x="76" y="1900"/>
                    <a:pt x="1" y="1975"/>
                    <a:pt x="38" y="2025"/>
                  </a:cubicBezTo>
                  <a:cubicBezTo>
                    <a:pt x="538" y="2599"/>
                    <a:pt x="1600" y="2412"/>
                    <a:pt x="2013" y="1825"/>
                  </a:cubicBezTo>
                  <a:cubicBezTo>
                    <a:pt x="2438" y="1187"/>
                    <a:pt x="2200" y="325"/>
                    <a:pt x="1500" y="13"/>
                  </a:cubicBezTo>
                  <a:cubicBezTo>
                    <a:pt x="1463" y="0"/>
                    <a:pt x="1438" y="50"/>
                    <a:pt x="147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29"/>
            <p:cNvSpPr/>
            <p:nvPr/>
          </p:nvSpPr>
          <p:spPr>
            <a:xfrm>
              <a:off x="4353900" y="1318975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726" y="1787"/>
                  </a:moveTo>
                  <a:cubicBezTo>
                    <a:pt x="326" y="1600"/>
                    <a:pt x="138" y="1138"/>
                    <a:pt x="301" y="725"/>
                  </a:cubicBezTo>
                  <a:cubicBezTo>
                    <a:pt x="476" y="275"/>
                    <a:pt x="926" y="163"/>
                    <a:pt x="1363" y="288"/>
                  </a:cubicBezTo>
                  <a:cubicBezTo>
                    <a:pt x="1400" y="300"/>
                    <a:pt x="1438" y="225"/>
                    <a:pt x="1388" y="200"/>
                  </a:cubicBezTo>
                  <a:cubicBezTo>
                    <a:pt x="938" y="0"/>
                    <a:pt x="401" y="213"/>
                    <a:pt x="201" y="675"/>
                  </a:cubicBezTo>
                  <a:cubicBezTo>
                    <a:pt x="1" y="1138"/>
                    <a:pt x="226" y="1675"/>
                    <a:pt x="688" y="1850"/>
                  </a:cubicBezTo>
                  <a:cubicBezTo>
                    <a:pt x="738" y="1862"/>
                    <a:pt x="763" y="1812"/>
                    <a:pt x="726" y="1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29"/>
            <p:cNvSpPr/>
            <p:nvPr/>
          </p:nvSpPr>
          <p:spPr>
            <a:xfrm>
              <a:off x="4384200" y="1322725"/>
              <a:ext cx="17225" cy="30650"/>
            </a:xfrm>
            <a:custGeom>
              <a:avLst/>
              <a:gdLst/>
              <a:ahLst/>
              <a:cxnLst/>
              <a:rect l="l" t="t" r="r" b="b"/>
              <a:pathLst>
                <a:path w="689" h="1226" extrusionOk="0">
                  <a:moveTo>
                    <a:pt x="51" y="113"/>
                  </a:moveTo>
                  <a:cubicBezTo>
                    <a:pt x="638" y="75"/>
                    <a:pt x="688" y="1225"/>
                    <a:pt x="76" y="1038"/>
                  </a:cubicBezTo>
                  <a:cubicBezTo>
                    <a:pt x="26" y="1013"/>
                    <a:pt x="1" y="1100"/>
                    <a:pt x="63" y="1125"/>
                  </a:cubicBezTo>
                  <a:cubicBezTo>
                    <a:pt x="351" y="1213"/>
                    <a:pt x="638" y="988"/>
                    <a:pt x="626" y="688"/>
                  </a:cubicBezTo>
                  <a:cubicBezTo>
                    <a:pt x="626" y="375"/>
                    <a:pt x="388" y="0"/>
                    <a:pt x="38" y="38"/>
                  </a:cubicBezTo>
                  <a:cubicBezTo>
                    <a:pt x="1" y="38"/>
                    <a:pt x="1" y="113"/>
                    <a:pt x="51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29"/>
            <p:cNvSpPr/>
            <p:nvPr/>
          </p:nvSpPr>
          <p:spPr>
            <a:xfrm>
              <a:off x="4100225" y="131242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375" y="50"/>
                  </a:moveTo>
                  <a:cubicBezTo>
                    <a:pt x="0" y="1325"/>
                    <a:pt x="775" y="2762"/>
                    <a:pt x="2175" y="2862"/>
                  </a:cubicBezTo>
                  <a:cubicBezTo>
                    <a:pt x="2200" y="2862"/>
                    <a:pt x="2212" y="2812"/>
                    <a:pt x="2175" y="2812"/>
                  </a:cubicBezTo>
                  <a:cubicBezTo>
                    <a:pt x="913" y="2474"/>
                    <a:pt x="100" y="1400"/>
                    <a:pt x="450" y="75"/>
                  </a:cubicBezTo>
                  <a:cubicBezTo>
                    <a:pt x="463" y="25"/>
                    <a:pt x="388" y="0"/>
                    <a:pt x="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29"/>
            <p:cNvSpPr/>
            <p:nvPr/>
          </p:nvSpPr>
          <p:spPr>
            <a:xfrm>
              <a:off x="3780925" y="1389575"/>
              <a:ext cx="20025" cy="15350"/>
            </a:xfrm>
            <a:custGeom>
              <a:avLst/>
              <a:gdLst/>
              <a:ahLst/>
              <a:cxnLst/>
              <a:rect l="l" t="t" r="r" b="b"/>
              <a:pathLst>
                <a:path w="801" h="614" extrusionOk="0">
                  <a:moveTo>
                    <a:pt x="676" y="51"/>
                  </a:moveTo>
                  <a:cubicBezTo>
                    <a:pt x="538" y="276"/>
                    <a:pt x="301" y="438"/>
                    <a:pt x="38" y="501"/>
                  </a:cubicBezTo>
                  <a:cubicBezTo>
                    <a:pt x="1" y="526"/>
                    <a:pt x="1" y="613"/>
                    <a:pt x="63" y="601"/>
                  </a:cubicBezTo>
                  <a:cubicBezTo>
                    <a:pt x="363" y="563"/>
                    <a:pt x="626" y="376"/>
                    <a:pt x="763" y="101"/>
                  </a:cubicBezTo>
                  <a:cubicBezTo>
                    <a:pt x="801" y="51"/>
                    <a:pt x="713" y="1"/>
                    <a:pt x="6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29"/>
            <p:cNvSpPr/>
            <p:nvPr/>
          </p:nvSpPr>
          <p:spPr>
            <a:xfrm>
              <a:off x="3780300" y="1402400"/>
              <a:ext cx="16900" cy="5950"/>
            </a:xfrm>
            <a:custGeom>
              <a:avLst/>
              <a:gdLst/>
              <a:ahLst/>
              <a:cxnLst/>
              <a:rect l="l" t="t" r="r" b="b"/>
              <a:pathLst>
                <a:path w="676" h="238" extrusionOk="0">
                  <a:moveTo>
                    <a:pt x="63" y="125"/>
                  </a:moveTo>
                  <a:cubicBezTo>
                    <a:pt x="238" y="213"/>
                    <a:pt x="426" y="238"/>
                    <a:pt x="613" y="213"/>
                  </a:cubicBezTo>
                  <a:cubicBezTo>
                    <a:pt x="676" y="200"/>
                    <a:pt x="651" y="100"/>
                    <a:pt x="601" y="100"/>
                  </a:cubicBezTo>
                  <a:cubicBezTo>
                    <a:pt x="426" y="100"/>
                    <a:pt x="263" y="75"/>
                    <a:pt x="101" y="25"/>
                  </a:cubicBezTo>
                  <a:cubicBezTo>
                    <a:pt x="26" y="0"/>
                    <a:pt x="1" y="100"/>
                    <a:pt x="63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29"/>
            <p:cNvSpPr/>
            <p:nvPr/>
          </p:nvSpPr>
          <p:spPr>
            <a:xfrm>
              <a:off x="3799050" y="1384900"/>
              <a:ext cx="9400" cy="7525"/>
            </a:xfrm>
            <a:custGeom>
              <a:avLst/>
              <a:gdLst/>
              <a:ahLst/>
              <a:cxnLst/>
              <a:rect l="l" t="t" r="r" b="b"/>
              <a:pathLst>
                <a:path w="376" h="301" extrusionOk="0">
                  <a:moveTo>
                    <a:pt x="113" y="225"/>
                  </a:moveTo>
                  <a:cubicBezTo>
                    <a:pt x="163" y="188"/>
                    <a:pt x="238" y="213"/>
                    <a:pt x="276" y="263"/>
                  </a:cubicBezTo>
                  <a:cubicBezTo>
                    <a:pt x="301" y="300"/>
                    <a:pt x="376" y="263"/>
                    <a:pt x="351" y="213"/>
                  </a:cubicBezTo>
                  <a:cubicBezTo>
                    <a:pt x="301" y="63"/>
                    <a:pt x="126" y="0"/>
                    <a:pt x="38" y="163"/>
                  </a:cubicBezTo>
                  <a:cubicBezTo>
                    <a:pt x="1" y="213"/>
                    <a:pt x="76" y="263"/>
                    <a:pt x="11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29"/>
            <p:cNvSpPr/>
            <p:nvPr/>
          </p:nvSpPr>
          <p:spPr>
            <a:xfrm>
              <a:off x="3806550" y="1390200"/>
              <a:ext cx="20025" cy="15650"/>
            </a:xfrm>
            <a:custGeom>
              <a:avLst/>
              <a:gdLst/>
              <a:ahLst/>
              <a:cxnLst/>
              <a:rect l="l" t="t" r="r" b="b"/>
              <a:pathLst>
                <a:path w="801" h="626" extrusionOk="0">
                  <a:moveTo>
                    <a:pt x="26" y="88"/>
                  </a:moveTo>
                  <a:cubicBezTo>
                    <a:pt x="188" y="338"/>
                    <a:pt x="450" y="626"/>
                    <a:pt x="763" y="563"/>
                  </a:cubicBezTo>
                  <a:cubicBezTo>
                    <a:pt x="800" y="551"/>
                    <a:pt x="800" y="488"/>
                    <a:pt x="763" y="476"/>
                  </a:cubicBezTo>
                  <a:cubicBezTo>
                    <a:pt x="488" y="413"/>
                    <a:pt x="250" y="263"/>
                    <a:pt x="101" y="38"/>
                  </a:cubicBezTo>
                  <a:cubicBezTo>
                    <a:pt x="63" y="1"/>
                    <a:pt x="1" y="51"/>
                    <a:pt x="26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29"/>
            <p:cNvSpPr/>
            <p:nvPr/>
          </p:nvSpPr>
          <p:spPr>
            <a:xfrm>
              <a:off x="3801875" y="1399900"/>
              <a:ext cx="24375" cy="10325"/>
            </a:xfrm>
            <a:custGeom>
              <a:avLst/>
              <a:gdLst/>
              <a:ahLst/>
              <a:cxnLst/>
              <a:rect l="l" t="t" r="r" b="b"/>
              <a:pathLst>
                <a:path w="975" h="413" extrusionOk="0">
                  <a:moveTo>
                    <a:pt x="862" y="125"/>
                  </a:moveTo>
                  <a:cubicBezTo>
                    <a:pt x="612" y="288"/>
                    <a:pt x="362" y="225"/>
                    <a:pt x="138" y="50"/>
                  </a:cubicBezTo>
                  <a:cubicBezTo>
                    <a:pt x="88" y="0"/>
                    <a:pt x="0" y="88"/>
                    <a:pt x="63" y="138"/>
                  </a:cubicBezTo>
                  <a:cubicBezTo>
                    <a:pt x="288" y="375"/>
                    <a:pt x="662" y="412"/>
                    <a:pt x="925" y="200"/>
                  </a:cubicBezTo>
                  <a:cubicBezTo>
                    <a:pt x="975" y="163"/>
                    <a:pt x="912" y="88"/>
                    <a:pt x="862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9"/>
            <p:cNvSpPr/>
            <p:nvPr/>
          </p:nvSpPr>
          <p:spPr>
            <a:xfrm>
              <a:off x="3791550" y="1399900"/>
              <a:ext cx="13475" cy="7825"/>
            </a:xfrm>
            <a:custGeom>
              <a:avLst/>
              <a:gdLst/>
              <a:ahLst/>
              <a:cxnLst/>
              <a:rect l="l" t="t" r="r" b="b"/>
              <a:pathLst>
                <a:path w="539" h="313" extrusionOk="0">
                  <a:moveTo>
                    <a:pt x="413" y="50"/>
                  </a:moveTo>
                  <a:cubicBezTo>
                    <a:pt x="313" y="138"/>
                    <a:pt x="188" y="200"/>
                    <a:pt x="63" y="213"/>
                  </a:cubicBezTo>
                  <a:cubicBezTo>
                    <a:pt x="1" y="213"/>
                    <a:pt x="26" y="300"/>
                    <a:pt x="76" y="300"/>
                  </a:cubicBezTo>
                  <a:cubicBezTo>
                    <a:pt x="238" y="313"/>
                    <a:pt x="388" y="250"/>
                    <a:pt x="501" y="138"/>
                  </a:cubicBezTo>
                  <a:cubicBezTo>
                    <a:pt x="538" y="75"/>
                    <a:pt x="476" y="0"/>
                    <a:pt x="413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29"/>
            <p:cNvSpPr/>
            <p:nvPr/>
          </p:nvSpPr>
          <p:spPr>
            <a:xfrm>
              <a:off x="3796550" y="1409275"/>
              <a:ext cx="14400" cy="12500"/>
            </a:xfrm>
            <a:custGeom>
              <a:avLst/>
              <a:gdLst/>
              <a:ahLst/>
              <a:cxnLst/>
              <a:rect l="l" t="t" r="r" b="b"/>
              <a:pathLst>
                <a:path w="576" h="500" extrusionOk="0">
                  <a:moveTo>
                    <a:pt x="301" y="25"/>
                  </a:moveTo>
                  <a:cubicBezTo>
                    <a:pt x="176" y="37"/>
                    <a:pt x="38" y="75"/>
                    <a:pt x="26" y="212"/>
                  </a:cubicBezTo>
                  <a:cubicBezTo>
                    <a:pt x="1" y="337"/>
                    <a:pt x="101" y="437"/>
                    <a:pt x="213" y="437"/>
                  </a:cubicBezTo>
                  <a:cubicBezTo>
                    <a:pt x="513" y="500"/>
                    <a:pt x="575" y="37"/>
                    <a:pt x="276" y="13"/>
                  </a:cubicBezTo>
                  <a:cubicBezTo>
                    <a:pt x="201" y="0"/>
                    <a:pt x="188" y="125"/>
                    <a:pt x="263" y="137"/>
                  </a:cubicBezTo>
                  <a:lnTo>
                    <a:pt x="301" y="150"/>
                  </a:lnTo>
                  <a:cubicBezTo>
                    <a:pt x="376" y="150"/>
                    <a:pt x="376" y="25"/>
                    <a:pt x="301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29"/>
            <p:cNvSpPr/>
            <p:nvPr/>
          </p:nvSpPr>
          <p:spPr>
            <a:xfrm>
              <a:off x="3796550" y="4276950"/>
              <a:ext cx="111875" cy="104375"/>
            </a:xfrm>
            <a:custGeom>
              <a:avLst/>
              <a:gdLst/>
              <a:ahLst/>
              <a:cxnLst/>
              <a:rect l="l" t="t" r="r" b="b"/>
              <a:pathLst>
                <a:path w="4475" h="4175" extrusionOk="0">
                  <a:moveTo>
                    <a:pt x="2675" y="3887"/>
                  </a:moveTo>
                  <a:cubicBezTo>
                    <a:pt x="1100" y="4074"/>
                    <a:pt x="1" y="2275"/>
                    <a:pt x="1150" y="1050"/>
                  </a:cubicBezTo>
                  <a:cubicBezTo>
                    <a:pt x="2025" y="113"/>
                    <a:pt x="3487" y="563"/>
                    <a:pt x="4399" y="1212"/>
                  </a:cubicBezTo>
                  <a:cubicBezTo>
                    <a:pt x="4424" y="1237"/>
                    <a:pt x="4474" y="1175"/>
                    <a:pt x="4437" y="1150"/>
                  </a:cubicBezTo>
                  <a:cubicBezTo>
                    <a:pt x="3425" y="213"/>
                    <a:pt x="1488" y="0"/>
                    <a:pt x="763" y="1375"/>
                  </a:cubicBezTo>
                  <a:cubicBezTo>
                    <a:pt x="51" y="2725"/>
                    <a:pt x="1225" y="4174"/>
                    <a:pt x="2675" y="3999"/>
                  </a:cubicBezTo>
                  <a:cubicBezTo>
                    <a:pt x="2737" y="3999"/>
                    <a:pt x="2737" y="3874"/>
                    <a:pt x="2675" y="38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29"/>
            <p:cNvSpPr/>
            <p:nvPr/>
          </p:nvSpPr>
          <p:spPr>
            <a:xfrm>
              <a:off x="3903400" y="4301950"/>
              <a:ext cx="263400" cy="146850"/>
            </a:xfrm>
            <a:custGeom>
              <a:avLst/>
              <a:gdLst/>
              <a:ahLst/>
              <a:cxnLst/>
              <a:rect l="l" t="t" r="r" b="b"/>
              <a:pathLst>
                <a:path w="10536" h="5874" extrusionOk="0">
                  <a:moveTo>
                    <a:pt x="26" y="75"/>
                  </a:moveTo>
                  <a:cubicBezTo>
                    <a:pt x="1338" y="1950"/>
                    <a:pt x="2537" y="4361"/>
                    <a:pt x="4862" y="5136"/>
                  </a:cubicBezTo>
                  <a:cubicBezTo>
                    <a:pt x="6586" y="5724"/>
                    <a:pt x="9073" y="5873"/>
                    <a:pt x="10510" y="4611"/>
                  </a:cubicBezTo>
                  <a:cubicBezTo>
                    <a:pt x="10535" y="4586"/>
                    <a:pt x="10510" y="4536"/>
                    <a:pt x="10473" y="4561"/>
                  </a:cubicBezTo>
                  <a:cubicBezTo>
                    <a:pt x="8848" y="5761"/>
                    <a:pt x="6074" y="5586"/>
                    <a:pt x="4324" y="4736"/>
                  </a:cubicBezTo>
                  <a:cubicBezTo>
                    <a:pt x="2412" y="3812"/>
                    <a:pt x="1300" y="1700"/>
                    <a:pt x="88" y="38"/>
                  </a:cubicBezTo>
                  <a:cubicBezTo>
                    <a:pt x="63" y="0"/>
                    <a:pt x="1" y="38"/>
                    <a:pt x="26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29"/>
            <p:cNvSpPr/>
            <p:nvPr/>
          </p:nvSpPr>
          <p:spPr>
            <a:xfrm>
              <a:off x="4099600" y="4324125"/>
              <a:ext cx="100300" cy="85000"/>
            </a:xfrm>
            <a:custGeom>
              <a:avLst/>
              <a:gdLst/>
              <a:ahLst/>
              <a:cxnLst/>
              <a:rect l="l" t="t" r="r" b="b"/>
              <a:pathLst>
                <a:path w="4012" h="3400" extrusionOk="0">
                  <a:moveTo>
                    <a:pt x="2925" y="3362"/>
                  </a:moveTo>
                  <a:cubicBezTo>
                    <a:pt x="3425" y="2500"/>
                    <a:pt x="3612" y="1312"/>
                    <a:pt x="2787" y="575"/>
                  </a:cubicBezTo>
                  <a:cubicBezTo>
                    <a:pt x="2312" y="150"/>
                    <a:pt x="1175" y="0"/>
                    <a:pt x="625" y="413"/>
                  </a:cubicBezTo>
                  <a:cubicBezTo>
                    <a:pt x="0" y="900"/>
                    <a:pt x="88" y="2050"/>
                    <a:pt x="813" y="2375"/>
                  </a:cubicBezTo>
                  <a:cubicBezTo>
                    <a:pt x="1263" y="2575"/>
                    <a:pt x="1775" y="2550"/>
                    <a:pt x="2187" y="2300"/>
                  </a:cubicBezTo>
                  <a:cubicBezTo>
                    <a:pt x="2837" y="1937"/>
                    <a:pt x="3237" y="975"/>
                    <a:pt x="3987" y="863"/>
                  </a:cubicBezTo>
                  <a:cubicBezTo>
                    <a:pt x="4012" y="863"/>
                    <a:pt x="3999" y="825"/>
                    <a:pt x="3987" y="825"/>
                  </a:cubicBezTo>
                  <a:cubicBezTo>
                    <a:pt x="3575" y="838"/>
                    <a:pt x="3337" y="1100"/>
                    <a:pt x="3062" y="1387"/>
                  </a:cubicBezTo>
                  <a:cubicBezTo>
                    <a:pt x="2787" y="1675"/>
                    <a:pt x="2500" y="2050"/>
                    <a:pt x="2137" y="2200"/>
                  </a:cubicBezTo>
                  <a:cubicBezTo>
                    <a:pt x="1275" y="2575"/>
                    <a:pt x="288" y="2325"/>
                    <a:pt x="425" y="1200"/>
                  </a:cubicBezTo>
                  <a:cubicBezTo>
                    <a:pt x="350" y="850"/>
                    <a:pt x="488" y="638"/>
                    <a:pt x="838" y="550"/>
                  </a:cubicBezTo>
                  <a:cubicBezTo>
                    <a:pt x="913" y="425"/>
                    <a:pt x="1050" y="338"/>
                    <a:pt x="1213" y="338"/>
                  </a:cubicBezTo>
                  <a:cubicBezTo>
                    <a:pt x="1275" y="338"/>
                    <a:pt x="1325" y="338"/>
                    <a:pt x="1388" y="338"/>
                  </a:cubicBezTo>
                  <a:cubicBezTo>
                    <a:pt x="1650" y="313"/>
                    <a:pt x="1900" y="325"/>
                    <a:pt x="2150" y="375"/>
                  </a:cubicBezTo>
                  <a:cubicBezTo>
                    <a:pt x="3525" y="713"/>
                    <a:pt x="3387" y="2375"/>
                    <a:pt x="2850" y="3312"/>
                  </a:cubicBezTo>
                  <a:cubicBezTo>
                    <a:pt x="2825" y="3362"/>
                    <a:pt x="2900" y="3399"/>
                    <a:pt x="2925" y="33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29"/>
            <p:cNvSpPr/>
            <p:nvPr/>
          </p:nvSpPr>
          <p:spPr>
            <a:xfrm>
              <a:off x="4206450" y="4341000"/>
              <a:ext cx="55325" cy="13450"/>
            </a:xfrm>
            <a:custGeom>
              <a:avLst/>
              <a:gdLst/>
              <a:ahLst/>
              <a:cxnLst/>
              <a:rect l="l" t="t" r="r" b="b"/>
              <a:pathLst>
                <a:path w="2213" h="538" extrusionOk="0">
                  <a:moveTo>
                    <a:pt x="50" y="150"/>
                  </a:moveTo>
                  <a:cubicBezTo>
                    <a:pt x="838" y="75"/>
                    <a:pt x="1437" y="300"/>
                    <a:pt x="2162" y="525"/>
                  </a:cubicBezTo>
                  <a:cubicBezTo>
                    <a:pt x="2200" y="537"/>
                    <a:pt x="2212" y="488"/>
                    <a:pt x="2187" y="475"/>
                  </a:cubicBezTo>
                  <a:cubicBezTo>
                    <a:pt x="1600" y="50"/>
                    <a:pt x="750" y="0"/>
                    <a:pt x="50" y="75"/>
                  </a:cubicBezTo>
                  <a:cubicBezTo>
                    <a:pt x="0" y="75"/>
                    <a:pt x="0" y="150"/>
                    <a:pt x="50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9"/>
            <p:cNvSpPr/>
            <p:nvPr/>
          </p:nvSpPr>
          <p:spPr>
            <a:xfrm>
              <a:off x="3933700" y="4288500"/>
              <a:ext cx="82500" cy="96575"/>
            </a:xfrm>
            <a:custGeom>
              <a:avLst/>
              <a:gdLst/>
              <a:ahLst/>
              <a:cxnLst/>
              <a:rect l="l" t="t" r="r" b="b"/>
              <a:pathLst>
                <a:path w="3300" h="3863" extrusionOk="0">
                  <a:moveTo>
                    <a:pt x="1100" y="3787"/>
                  </a:moveTo>
                  <a:cubicBezTo>
                    <a:pt x="576" y="3125"/>
                    <a:pt x="113" y="2300"/>
                    <a:pt x="363" y="1413"/>
                  </a:cubicBezTo>
                  <a:cubicBezTo>
                    <a:pt x="501" y="950"/>
                    <a:pt x="813" y="563"/>
                    <a:pt x="1250" y="363"/>
                  </a:cubicBezTo>
                  <a:cubicBezTo>
                    <a:pt x="1525" y="201"/>
                    <a:pt x="1838" y="126"/>
                    <a:pt x="2163" y="126"/>
                  </a:cubicBezTo>
                  <a:cubicBezTo>
                    <a:pt x="2887" y="138"/>
                    <a:pt x="3037" y="563"/>
                    <a:pt x="2613" y="1388"/>
                  </a:cubicBezTo>
                  <a:cubicBezTo>
                    <a:pt x="2588" y="1350"/>
                    <a:pt x="2513" y="1388"/>
                    <a:pt x="2550" y="1438"/>
                  </a:cubicBezTo>
                  <a:cubicBezTo>
                    <a:pt x="2837" y="1800"/>
                    <a:pt x="3175" y="1388"/>
                    <a:pt x="3212" y="1050"/>
                  </a:cubicBezTo>
                  <a:cubicBezTo>
                    <a:pt x="3300" y="376"/>
                    <a:pt x="2625" y="1"/>
                    <a:pt x="2038" y="26"/>
                  </a:cubicBezTo>
                  <a:cubicBezTo>
                    <a:pt x="1250" y="51"/>
                    <a:pt x="463" y="601"/>
                    <a:pt x="251" y="1388"/>
                  </a:cubicBezTo>
                  <a:cubicBezTo>
                    <a:pt x="1" y="2300"/>
                    <a:pt x="476" y="3162"/>
                    <a:pt x="1063" y="3837"/>
                  </a:cubicBezTo>
                  <a:cubicBezTo>
                    <a:pt x="1088" y="3862"/>
                    <a:pt x="1125" y="3825"/>
                    <a:pt x="1100" y="3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29"/>
            <p:cNvSpPr/>
            <p:nvPr/>
          </p:nvSpPr>
          <p:spPr>
            <a:xfrm>
              <a:off x="3920575" y="4246025"/>
              <a:ext cx="22850" cy="110925"/>
            </a:xfrm>
            <a:custGeom>
              <a:avLst/>
              <a:gdLst/>
              <a:ahLst/>
              <a:cxnLst/>
              <a:rect l="l" t="t" r="r" b="b"/>
              <a:pathLst>
                <a:path w="914" h="4437" extrusionOk="0">
                  <a:moveTo>
                    <a:pt x="876" y="4324"/>
                  </a:moveTo>
                  <a:cubicBezTo>
                    <a:pt x="26" y="3324"/>
                    <a:pt x="1" y="1187"/>
                    <a:pt x="588" y="63"/>
                  </a:cubicBezTo>
                  <a:cubicBezTo>
                    <a:pt x="588" y="25"/>
                    <a:pt x="551" y="0"/>
                    <a:pt x="526" y="25"/>
                  </a:cubicBezTo>
                  <a:cubicBezTo>
                    <a:pt x="1" y="712"/>
                    <a:pt x="88" y="1712"/>
                    <a:pt x="176" y="2512"/>
                  </a:cubicBezTo>
                  <a:cubicBezTo>
                    <a:pt x="251" y="3187"/>
                    <a:pt x="363" y="3862"/>
                    <a:pt x="826" y="4386"/>
                  </a:cubicBezTo>
                  <a:cubicBezTo>
                    <a:pt x="851" y="4436"/>
                    <a:pt x="913" y="4374"/>
                    <a:pt x="876" y="43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29"/>
            <p:cNvSpPr/>
            <p:nvPr/>
          </p:nvSpPr>
          <p:spPr>
            <a:xfrm>
              <a:off x="3930900" y="4234450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138" y="451"/>
                  </a:moveTo>
                  <a:cubicBezTo>
                    <a:pt x="225" y="488"/>
                    <a:pt x="325" y="476"/>
                    <a:pt x="400" y="401"/>
                  </a:cubicBezTo>
                  <a:cubicBezTo>
                    <a:pt x="463" y="338"/>
                    <a:pt x="488" y="251"/>
                    <a:pt x="463" y="163"/>
                  </a:cubicBezTo>
                  <a:cubicBezTo>
                    <a:pt x="463" y="126"/>
                    <a:pt x="450" y="101"/>
                    <a:pt x="425" y="76"/>
                  </a:cubicBezTo>
                  <a:cubicBezTo>
                    <a:pt x="400" y="51"/>
                    <a:pt x="363" y="26"/>
                    <a:pt x="325" y="26"/>
                  </a:cubicBezTo>
                  <a:cubicBezTo>
                    <a:pt x="200" y="1"/>
                    <a:pt x="75" y="76"/>
                    <a:pt x="25" y="188"/>
                  </a:cubicBezTo>
                  <a:cubicBezTo>
                    <a:pt x="0" y="313"/>
                    <a:pt x="113" y="438"/>
                    <a:pt x="238" y="4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29"/>
            <p:cNvSpPr/>
            <p:nvPr/>
          </p:nvSpPr>
          <p:spPr>
            <a:xfrm>
              <a:off x="3926825" y="4232575"/>
              <a:ext cx="18475" cy="15975"/>
            </a:xfrm>
            <a:custGeom>
              <a:avLst/>
              <a:gdLst/>
              <a:ahLst/>
              <a:cxnLst/>
              <a:rect l="l" t="t" r="r" b="b"/>
              <a:pathLst>
                <a:path w="739" h="639" extrusionOk="0">
                  <a:moveTo>
                    <a:pt x="276" y="588"/>
                  </a:moveTo>
                  <a:cubicBezTo>
                    <a:pt x="451" y="638"/>
                    <a:pt x="626" y="551"/>
                    <a:pt x="676" y="376"/>
                  </a:cubicBezTo>
                  <a:cubicBezTo>
                    <a:pt x="738" y="238"/>
                    <a:pt x="651" y="76"/>
                    <a:pt x="488" y="51"/>
                  </a:cubicBezTo>
                  <a:cubicBezTo>
                    <a:pt x="88" y="1"/>
                    <a:pt x="1" y="563"/>
                    <a:pt x="401" y="563"/>
                  </a:cubicBezTo>
                  <a:cubicBezTo>
                    <a:pt x="451" y="563"/>
                    <a:pt x="463" y="488"/>
                    <a:pt x="413" y="476"/>
                  </a:cubicBezTo>
                  <a:cubicBezTo>
                    <a:pt x="301" y="151"/>
                    <a:pt x="313" y="76"/>
                    <a:pt x="476" y="263"/>
                  </a:cubicBezTo>
                  <a:cubicBezTo>
                    <a:pt x="651" y="363"/>
                    <a:pt x="588" y="438"/>
                    <a:pt x="313" y="463"/>
                  </a:cubicBezTo>
                  <a:cubicBezTo>
                    <a:pt x="238" y="438"/>
                    <a:pt x="201" y="563"/>
                    <a:pt x="276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29"/>
            <p:cNvSpPr/>
            <p:nvPr/>
          </p:nvSpPr>
          <p:spPr>
            <a:xfrm>
              <a:off x="4169275" y="44116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88" y="63"/>
                  </a:moveTo>
                  <a:cubicBezTo>
                    <a:pt x="88" y="50"/>
                    <a:pt x="88" y="38"/>
                    <a:pt x="88" y="25"/>
                  </a:cubicBezTo>
                  <a:cubicBezTo>
                    <a:pt x="75" y="0"/>
                    <a:pt x="38" y="0"/>
                    <a:pt x="25" y="25"/>
                  </a:cubicBezTo>
                  <a:lnTo>
                    <a:pt x="13" y="63"/>
                  </a:lnTo>
                  <a:cubicBezTo>
                    <a:pt x="0" y="125"/>
                    <a:pt x="113" y="125"/>
                    <a:pt x="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9"/>
            <p:cNvSpPr/>
            <p:nvPr/>
          </p:nvSpPr>
          <p:spPr>
            <a:xfrm>
              <a:off x="4259250" y="4353500"/>
              <a:ext cx="41875" cy="17825"/>
            </a:xfrm>
            <a:custGeom>
              <a:avLst/>
              <a:gdLst/>
              <a:ahLst/>
              <a:cxnLst/>
              <a:rect l="l" t="t" r="r" b="b"/>
              <a:pathLst>
                <a:path w="1675" h="713" extrusionOk="0">
                  <a:moveTo>
                    <a:pt x="25" y="100"/>
                  </a:moveTo>
                  <a:cubicBezTo>
                    <a:pt x="213" y="625"/>
                    <a:pt x="1175" y="712"/>
                    <a:pt x="1625" y="562"/>
                  </a:cubicBezTo>
                  <a:cubicBezTo>
                    <a:pt x="1675" y="550"/>
                    <a:pt x="1675" y="462"/>
                    <a:pt x="1612" y="462"/>
                  </a:cubicBezTo>
                  <a:cubicBezTo>
                    <a:pt x="1375" y="512"/>
                    <a:pt x="1125" y="512"/>
                    <a:pt x="875" y="475"/>
                  </a:cubicBezTo>
                  <a:cubicBezTo>
                    <a:pt x="650" y="425"/>
                    <a:pt x="225" y="325"/>
                    <a:pt x="125" y="62"/>
                  </a:cubicBezTo>
                  <a:cubicBezTo>
                    <a:pt x="100" y="0"/>
                    <a:pt x="0" y="25"/>
                    <a:pt x="25" y="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29"/>
            <p:cNvSpPr/>
            <p:nvPr/>
          </p:nvSpPr>
          <p:spPr>
            <a:xfrm>
              <a:off x="4259250" y="43491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650" y="675"/>
                  </a:moveTo>
                  <a:cubicBezTo>
                    <a:pt x="1287" y="312"/>
                    <a:pt x="575" y="0"/>
                    <a:pt x="63" y="138"/>
                  </a:cubicBezTo>
                  <a:cubicBezTo>
                    <a:pt x="0" y="163"/>
                    <a:pt x="25" y="237"/>
                    <a:pt x="88" y="237"/>
                  </a:cubicBezTo>
                  <a:cubicBezTo>
                    <a:pt x="638" y="175"/>
                    <a:pt x="1175" y="362"/>
                    <a:pt x="1587" y="737"/>
                  </a:cubicBezTo>
                  <a:cubicBezTo>
                    <a:pt x="1625" y="787"/>
                    <a:pt x="1687" y="712"/>
                    <a:pt x="1650" y="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29"/>
            <p:cNvSpPr/>
            <p:nvPr/>
          </p:nvSpPr>
          <p:spPr>
            <a:xfrm>
              <a:off x="4198950" y="4314750"/>
              <a:ext cx="33150" cy="30025"/>
            </a:xfrm>
            <a:custGeom>
              <a:avLst/>
              <a:gdLst/>
              <a:ahLst/>
              <a:cxnLst/>
              <a:rect l="l" t="t" r="r" b="b"/>
              <a:pathLst>
                <a:path w="1326" h="1201" extrusionOk="0">
                  <a:moveTo>
                    <a:pt x="50" y="1188"/>
                  </a:moveTo>
                  <a:cubicBezTo>
                    <a:pt x="400" y="1200"/>
                    <a:pt x="663" y="1025"/>
                    <a:pt x="925" y="825"/>
                  </a:cubicBezTo>
                  <a:cubicBezTo>
                    <a:pt x="1175" y="638"/>
                    <a:pt x="1325" y="363"/>
                    <a:pt x="1325" y="50"/>
                  </a:cubicBezTo>
                  <a:cubicBezTo>
                    <a:pt x="1325" y="13"/>
                    <a:pt x="1263" y="0"/>
                    <a:pt x="1250" y="38"/>
                  </a:cubicBezTo>
                  <a:cubicBezTo>
                    <a:pt x="1238" y="325"/>
                    <a:pt x="1088" y="588"/>
                    <a:pt x="863" y="763"/>
                  </a:cubicBezTo>
                  <a:cubicBezTo>
                    <a:pt x="625" y="950"/>
                    <a:pt x="375" y="1125"/>
                    <a:pt x="50" y="1113"/>
                  </a:cubicBezTo>
                  <a:cubicBezTo>
                    <a:pt x="0" y="1113"/>
                    <a:pt x="0" y="1188"/>
                    <a:pt x="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9"/>
            <p:cNvSpPr/>
            <p:nvPr/>
          </p:nvSpPr>
          <p:spPr>
            <a:xfrm>
              <a:off x="4199575" y="4315050"/>
              <a:ext cx="33150" cy="29100"/>
            </a:xfrm>
            <a:custGeom>
              <a:avLst/>
              <a:gdLst/>
              <a:ahLst/>
              <a:cxnLst/>
              <a:rect l="l" t="t" r="r" b="b"/>
              <a:pathLst>
                <a:path w="1326" h="1164" extrusionOk="0">
                  <a:moveTo>
                    <a:pt x="1250" y="1"/>
                  </a:moveTo>
                  <a:cubicBezTo>
                    <a:pt x="700" y="88"/>
                    <a:pt x="113" y="488"/>
                    <a:pt x="0" y="1076"/>
                  </a:cubicBezTo>
                  <a:cubicBezTo>
                    <a:pt x="0" y="1138"/>
                    <a:pt x="75" y="1163"/>
                    <a:pt x="113" y="1113"/>
                  </a:cubicBezTo>
                  <a:cubicBezTo>
                    <a:pt x="250" y="876"/>
                    <a:pt x="300" y="651"/>
                    <a:pt x="538" y="463"/>
                  </a:cubicBezTo>
                  <a:cubicBezTo>
                    <a:pt x="763" y="288"/>
                    <a:pt x="1013" y="163"/>
                    <a:pt x="1275" y="76"/>
                  </a:cubicBezTo>
                  <a:cubicBezTo>
                    <a:pt x="1325" y="63"/>
                    <a:pt x="1300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29"/>
            <p:cNvSpPr/>
            <p:nvPr/>
          </p:nvSpPr>
          <p:spPr>
            <a:xfrm>
              <a:off x="3891225" y="4250400"/>
              <a:ext cx="38450" cy="86550"/>
            </a:xfrm>
            <a:custGeom>
              <a:avLst/>
              <a:gdLst/>
              <a:ahLst/>
              <a:cxnLst/>
              <a:rect l="l" t="t" r="r" b="b"/>
              <a:pathLst>
                <a:path w="1538" h="3462" extrusionOk="0">
                  <a:moveTo>
                    <a:pt x="1512" y="3387"/>
                  </a:moveTo>
                  <a:cubicBezTo>
                    <a:pt x="800" y="2399"/>
                    <a:pt x="325" y="1262"/>
                    <a:pt x="100" y="63"/>
                  </a:cubicBezTo>
                  <a:cubicBezTo>
                    <a:pt x="88" y="0"/>
                    <a:pt x="0" y="25"/>
                    <a:pt x="13" y="88"/>
                  </a:cubicBezTo>
                  <a:cubicBezTo>
                    <a:pt x="225" y="1300"/>
                    <a:pt x="712" y="2437"/>
                    <a:pt x="1450" y="3424"/>
                  </a:cubicBezTo>
                  <a:cubicBezTo>
                    <a:pt x="1475" y="3462"/>
                    <a:pt x="1537" y="3424"/>
                    <a:pt x="1512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29"/>
            <p:cNvSpPr/>
            <p:nvPr/>
          </p:nvSpPr>
          <p:spPr>
            <a:xfrm>
              <a:off x="3880900" y="4236650"/>
              <a:ext cx="17850" cy="16275"/>
            </a:xfrm>
            <a:custGeom>
              <a:avLst/>
              <a:gdLst/>
              <a:ahLst/>
              <a:cxnLst/>
              <a:rect l="l" t="t" r="r" b="b"/>
              <a:pathLst>
                <a:path w="714" h="651" extrusionOk="0">
                  <a:moveTo>
                    <a:pt x="526" y="563"/>
                  </a:moveTo>
                  <a:cubicBezTo>
                    <a:pt x="713" y="350"/>
                    <a:pt x="488" y="0"/>
                    <a:pt x="238" y="200"/>
                  </a:cubicBezTo>
                  <a:cubicBezTo>
                    <a:pt x="1" y="400"/>
                    <a:pt x="338" y="650"/>
                    <a:pt x="551" y="550"/>
                  </a:cubicBezTo>
                  <a:cubicBezTo>
                    <a:pt x="588" y="538"/>
                    <a:pt x="576" y="475"/>
                    <a:pt x="538" y="475"/>
                  </a:cubicBezTo>
                  <a:cubicBezTo>
                    <a:pt x="501" y="475"/>
                    <a:pt x="463" y="475"/>
                    <a:pt x="426" y="475"/>
                  </a:cubicBezTo>
                  <a:cubicBezTo>
                    <a:pt x="338" y="463"/>
                    <a:pt x="351" y="475"/>
                    <a:pt x="463" y="500"/>
                  </a:cubicBezTo>
                  <a:cubicBezTo>
                    <a:pt x="426" y="538"/>
                    <a:pt x="488" y="600"/>
                    <a:pt x="526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29"/>
            <p:cNvSpPr/>
            <p:nvPr/>
          </p:nvSpPr>
          <p:spPr>
            <a:xfrm>
              <a:off x="3936525" y="4266325"/>
              <a:ext cx="30625" cy="82200"/>
            </a:xfrm>
            <a:custGeom>
              <a:avLst/>
              <a:gdLst/>
              <a:ahLst/>
              <a:cxnLst/>
              <a:rect l="l" t="t" r="r" b="b"/>
              <a:pathLst>
                <a:path w="1225" h="3288" extrusionOk="0">
                  <a:moveTo>
                    <a:pt x="225" y="3225"/>
                  </a:moveTo>
                  <a:cubicBezTo>
                    <a:pt x="88" y="2012"/>
                    <a:pt x="413" y="1013"/>
                    <a:pt x="1200" y="75"/>
                  </a:cubicBezTo>
                  <a:cubicBezTo>
                    <a:pt x="1225" y="50"/>
                    <a:pt x="1175" y="0"/>
                    <a:pt x="1150" y="38"/>
                  </a:cubicBezTo>
                  <a:cubicBezTo>
                    <a:pt x="213" y="763"/>
                    <a:pt x="0" y="2125"/>
                    <a:pt x="125" y="3225"/>
                  </a:cubicBezTo>
                  <a:cubicBezTo>
                    <a:pt x="138" y="3287"/>
                    <a:pt x="225" y="3287"/>
                    <a:pt x="225" y="3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29"/>
            <p:cNvSpPr/>
            <p:nvPr/>
          </p:nvSpPr>
          <p:spPr>
            <a:xfrm>
              <a:off x="3963700" y="4258200"/>
              <a:ext cx="13450" cy="13775"/>
            </a:xfrm>
            <a:custGeom>
              <a:avLst/>
              <a:gdLst/>
              <a:ahLst/>
              <a:cxnLst/>
              <a:rect l="l" t="t" r="r" b="b"/>
              <a:pathLst>
                <a:path w="538" h="551" extrusionOk="0">
                  <a:moveTo>
                    <a:pt x="475" y="288"/>
                  </a:moveTo>
                  <a:cubicBezTo>
                    <a:pt x="538" y="38"/>
                    <a:pt x="13" y="1"/>
                    <a:pt x="25" y="263"/>
                  </a:cubicBezTo>
                  <a:cubicBezTo>
                    <a:pt x="0" y="550"/>
                    <a:pt x="425" y="525"/>
                    <a:pt x="425" y="238"/>
                  </a:cubicBezTo>
                  <a:cubicBezTo>
                    <a:pt x="425" y="200"/>
                    <a:pt x="375" y="188"/>
                    <a:pt x="363" y="225"/>
                  </a:cubicBezTo>
                  <a:cubicBezTo>
                    <a:pt x="300" y="275"/>
                    <a:pt x="313" y="300"/>
                    <a:pt x="413" y="300"/>
                  </a:cubicBezTo>
                  <a:cubicBezTo>
                    <a:pt x="413" y="338"/>
                    <a:pt x="475" y="3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29"/>
            <p:cNvSpPr/>
            <p:nvPr/>
          </p:nvSpPr>
          <p:spPr>
            <a:xfrm>
              <a:off x="4139900" y="4371600"/>
              <a:ext cx="237775" cy="60325"/>
            </a:xfrm>
            <a:custGeom>
              <a:avLst/>
              <a:gdLst/>
              <a:ahLst/>
              <a:cxnLst/>
              <a:rect l="l" t="t" r="r" b="b"/>
              <a:pathLst>
                <a:path w="9511" h="2413" extrusionOk="0">
                  <a:moveTo>
                    <a:pt x="63" y="2400"/>
                  </a:moveTo>
                  <a:cubicBezTo>
                    <a:pt x="3375" y="1151"/>
                    <a:pt x="6061" y="1"/>
                    <a:pt x="9386" y="2038"/>
                  </a:cubicBezTo>
                  <a:cubicBezTo>
                    <a:pt x="9448" y="2075"/>
                    <a:pt x="9511" y="1975"/>
                    <a:pt x="9448" y="1938"/>
                  </a:cubicBezTo>
                  <a:cubicBezTo>
                    <a:pt x="8023" y="988"/>
                    <a:pt x="6761" y="588"/>
                    <a:pt x="5049" y="751"/>
                  </a:cubicBezTo>
                  <a:cubicBezTo>
                    <a:pt x="3125" y="938"/>
                    <a:pt x="1825" y="1650"/>
                    <a:pt x="38" y="2338"/>
                  </a:cubicBezTo>
                  <a:cubicBezTo>
                    <a:pt x="1" y="2350"/>
                    <a:pt x="26" y="2413"/>
                    <a:pt x="63" y="2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29"/>
            <p:cNvSpPr/>
            <p:nvPr/>
          </p:nvSpPr>
          <p:spPr>
            <a:xfrm>
              <a:off x="3860600" y="4327550"/>
              <a:ext cx="31900" cy="49700"/>
            </a:xfrm>
            <a:custGeom>
              <a:avLst/>
              <a:gdLst/>
              <a:ahLst/>
              <a:cxnLst/>
              <a:rect l="l" t="t" r="r" b="b"/>
              <a:pathLst>
                <a:path w="1276" h="1988" extrusionOk="0">
                  <a:moveTo>
                    <a:pt x="63" y="1975"/>
                  </a:moveTo>
                  <a:cubicBezTo>
                    <a:pt x="625" y="1875"/>
                    <a:pt x="1163" y="1538"/>
                    <a:pt x="1225" y="926"/>
                  </a:cubicBezTo>
                  <a:cubicBezTo>
                    <a:pt x="1275" y="438"/>
                    <a:pt x="900" y="13"/>
                    <a:pt x="413" y="1"/>
                  </a:cubicBezTo>
                  <a:cubicBezTo>
                    <a:pt x="338" y="1"/>
                    <a:pt x="338" y="113"/>
                    <a:pt x="413" y="113"/>
                  </a:cubicBezTo>
                  <a:cubicBezTo>
                    <a:pt x="988" y="138"/>
                    <a:pt x="1263" y="713"/>
                    <a:pt x="1038" y="1213"/>
                  </a:cubicBezTo>
                  <a:cubicBezTo>
                    <a:pt x="850" y="1613"/>
                    <a:pt x="463" y="1825"/>
                    <a:pt x="38" y="1913"/>
                  </a:cubicBezTo>
                  <a:cubicBezTo>
                    <a:pt x="0" y="1925"/>
                    <a:pt x="25" y="1988"/>
                    <a:pt x="63" y="19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29"/>
            <p:cNvSpPr/>
            <p:nvPr/>
          </p:nvSpPr>
          <p:spPr>
            <a:xfrm>
              <a:off x="4075225" y="4370975"/>
              <a:ext cx="62825" cy="31575"/>
            </a:xfrm>
            <a:custGeom>
              <a:avLst/>
              <a:gdLst/>
              <a:ahLst/>
              <a:cxnLst/>
              <a:rect l="l" t="t" r="r" b="b"/>
              <a:pathLst>
                <a:path w="2513" h="1263" extrusionOk="0">
                  <a:moveTo>
                    <a:pt x="2450" y="526"/>
                  </a:moveTo>
                  <a:cubicBezTo>
                    <a:pt x="1825" y="551"/>
                    <a:pt x="1338" y="1"/>
                    <a:pt x="701" y="213"/>
                  </a:cubicBezTo>
                  <a:cubicBezTo>
                    <a:pt x="276" y="363"/>
                    <a:pt x="1" y="763"/>
                    <a:pt x="26" y="1213"/>
                  </a:cubicBezTo>
                  <a:cubicBezTo>
                    <a:pt x="26" y="1250"/>
                    <a:pt x="88" y="1263"/>
                    <a:pt x="88" y="1213"/>
                  </a:cubicBezTo>
                  <a:cubicBezTo>
                    <a:pt x="201" y="426"/>
                    <a:pt x="888" y="126"/>
                    <a:pt x="1588" y="413"/>
                  </a:cubicBezTo>
                  <a:cubicBezTo>
                    <a:pt x="1850" y="551"/>
                    <a:pt x="2150" y="626"/>
                    <a:pt x="2450" y="613"/>
                  </a:cubicBezTo>
                  <a:cubicBezTo>
                    <a:pt x="2513" y="613"/>
                    <a:pt x="2513" y="526"/>
                    <a:pt x="2450" y="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29"/>
            <p:cNvSpPr/>
            <p:nvPr/>
          </p:nvSpPr>
          <p:spPr>
            <a:xfrm>
              <a:off x="4073975" y="4396300"/>
              <a:ext cx="30950" cy="21575"/>
            </a:xfrm>
            <a:custGeom>
              <a:avLst/>
              <a:gdLst/>
              <a:ahLst/>
              <a:cxnLst/>
              <a:rect l="l" t="t" r="r" b="b"/>
              <a:pathLst>
                <a:path w="1238" h="863" extrusionOk="0">
                  <a:moveTo>
                    <a:pt x="113" y="50"/>
                  </a:moveTo>
                  <a:cubicBezTo>
                    <a:pt x="1" y="337"/>
                    <a:pt x="176" y="587"/>
                    <a:pt x="451" y="700"/>
                  </a:cubicBezTo>
                  <a:cubicBezTo>
                    <a:pt x="676" y="787"/>
                    <a:pt x="1075" y="862"/>
                    <a:pt x="1225" y="612"/>
                  </a:cubicBezTo>
                  <a:cubicBezTo>
                    <a:pt x="1238" y="587"/>
                    <a:pt x="1200" y="550"/>
                    <a:pt x="1175" y="575"/>
                  </a:cubicBezTo>
                  <a:cubicBezTo>
                    <a:pt x="851" y="825"/>
                    <a:pt x="1" y="587"/>
                    <a:pt x="188" y="63"/>
                  </a:cubicBezTo>
                  <a:cubicBezTo>
                    <a:pt x="201" y="25"/>
                    <a:pt x="138" y="0"/>
                    <a:pt x="113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29"/>
            <p:cNvSpPr/>
            <p:nvPr/>
          </p:nvSpPr>
          <p:spPr>
            <a:xfrm>
              <a:off x="3834050" y="4258825"/>
              <a:ext cx="81250" cy="56250"/>
            </a:xfrm>
            <a:custGeom>
              <a:avLst/>
              <a:gdLst/>
              <a:ahLst/>
              <a:cxnLst/>
              <a:rect l="l" t="t" r="r" b="b"/>
              <a:pathLst>
                <a:path w="3250" h="2250" extrusionOk="0">
                  <a:moveTo>
                    <a:pt x="3224" y="2162"/>
                  </a:moveTo>
                  <a:cubicBezTo>
                    <a:pt x="2437" y="1200"/>
                    <a:pt x="1462" y="0"/>
                    <a:pt x="63" y="288"/>
                  </a:cubicBezTo>
                  <a:cubicBezTo>
                    <a:pt x="0" y="300"/>
                    <a:pt x="25" y="375"/>
                    <a:pt x="88" y="375"/>
                  </a:cubicBezTo>
                  <a:cubicBezTo>
                    <a:pt x="1475" y="188"/>
                    <a:pt x="2362" y="1263"/>
                    <a:pt x="3162" y="2200"/>
                  </a:cubicBezTo>
                  <a:cubicBezTo>
                    <a:pt x="3199" y="2250"/>
                    <a:pt x="3249" y="2187"/>
                    <a:pt x="3224" y="2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29"/>
            <p:cNvSpPr/>
            <p:nvPr/>
          </p:nvSpPr>
          <p:spPr>
            <a:xfrm>
              <a:off x="4063350" y="4351000"/>
              <a:ext cx="31275" cy="15325"/>
            </a:xfrm>
            <a:custGeom>
              <a:avLst/>
              <a:gdLst/>
              <a:ahLst/>
              <a:cxnLst/>
              <a:rect l="l" t="t" r="r" b="b"/>
              <a:pathLst>
                <a:path w="1251" h="613" extrusionOk="0">
                  <a:moveTo>
                    <a:pt x="1188" y="500"/>
                  </a:moveTo>
                  <a:cubicBezTo>
                    <a:pt x="776" y="487"/>
                    <a:pt x="401" y="312"/>
                    <a:pt x="113" y="38"/>
                  </a:cubicBezTo>
                  <a:cubicBezTo>
                    <a:pt x="63" y="0"/>
                    <a:pt x="1" y="38"/>
                    <a:pt x="38" y="88"/>
                  </a:cubicBezTo>
                  <a:cubicBezTo>
                    <a:pt x="163" y="250"/>
                    <a:pt x="338" y="375"/>
                    <a:pt x="538" y="450"/>
                  </a:cubicBezTo>
                  <a:cubicBezTo>
                    <a:pt x="738" y="562"/>
                    <a:pt x="963" y="612"/>
                    <a:pt x="1188" y="587"/>
                  </a:cubicBezTo>
                  <a:cubicBezTo>
                    <a:pt x="1238" y="587"/>
                    <a:pt x="1251" y="500"/>
                    <a:pt x="1188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29"/>
            <p:cNvSpPr/>
            <p:nvPr/>
          </p:nvSpPr>
          <p:spPr>
            <a:xfrm>
              <a:off x="4063350" y="4344750"/>
              <a:ext cx="34075" cy="21875"/>
            </a:xfrm>
            <a:custGeom>
              <a:avLst/>
              <a:gdLst/>
              <a:ahLst/>
              <a:cxnLst/>
              <a:rect l="l" t="t" r="r" b="b"/>
              <a:pathLst>
                <a:path w="1363" h="875" extrusionOk="0">
                  <a:moveTo>
                    <a:pt x="101" y="325"/>
                  </a:moveTo>
                  <a:cubicBezTo>
                    <a:pt x="538" y="125"/>
                    <a:pt x="1051" y="412"/>
                    <a:pt x="1251" y="825"/>
                  </a:cubicBezTo>
                  <a:cubicBezTo>
                    <a:pt x="1276" y="875"/>
                    <a:pt x="1363" y="837"/>
                    <a:pt x="1350" y="787"/>
                  </a:cubicBezTo>
                  <a:cubicBezTo>
                    <a:pt x="1138" y="300"/>
                    <a:pt x="538" y="0"/>
                    <a:pt x="51" y="250"/>
                  </a:cubicBezTo>
                  <a:cubicBezTo>
                    <a:pt x="1" y="275"/>
                    <a:pt x="51" y="350"/>
                    <a:pt x="101" y="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9"/>
            <p:cNvSpPr/>
            <p:nvPr/>
          </p:nvSpPr>
          <p:spPr>
            <a:xfrm>
              <a:off x="4299550" y="4347550"/>
              <a:ext cx="132475" cy="60000"/>
            </a:xfrm>
            <a:custGeom>
              <a:avLst/>
              <a:gdLst/>
              <a:ahLst/>
              <a:cxnLst/>
              <a:rect l="l" t="t" r="r" b="b"/>
              <a:pathLst>
                <a:path w="5299" h="2400" extrusionOk="0">
                  <a:moveTo>
                    <a:pt x="50" y="1825"/>
                  </a:moveTo>
                  <a:cubicBezTo>
                    <a:pt x="1650" y="2138"/>
                    <a:pt x="5074" y="2400"/>
                    <a:pt x="5299" y="51"/>
                  </a:cubicBezTo>
                  <a:cubicBezTo>
                    <a:pt x="5299" y="1"/>
                    <a:pt x="5224" y="13"/>
                    <a:pt x="5224" y="51"/>
                  </a:cubicBezTo>
                  <a:cubicBezTo>
                    <a:pt x="4924" y="2337"/>
                    <a:pt x="1612" y="2038"/>
                    <a:pt x="63" y="1750"/>
                  </a:cubicBezTo>
                  <a:cubicBezTo>
                    <a:pt x="25" y="1738"/>
                    <a:pt x="0" y="1813"/>
                    <a:pt x="50" y="1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29"/>
            <p:cNvSpPr/>
            <p:nvPr/>
          </p:nvSpPr>
          <p:spPr>
            <a:xfrm>
              <a:off x="4363900" y="4310050"/>
              <a:ext cx="61575" cy="65325"/>
            </a:xfrm>
            <a:custGeom>
              <a:avLst/>
              <a:gdLst/>
              <a:ahLst/>
              <a:cxnLst/>
              <a:rect l="l" t="t" r="r" b="b"/>
              <a:pathLst>
                <a:path w="2463" h="2613" extrusionOk="0">
                  <a:moveTo>
                    <a:pt x="1500" y="2588"/>
                  </a:moveTo>
                  <a:cubicBezTo>
                    <a:pt x="2175" y="2263"/>
                    <a:pt x="2463" y="1426"/>
                    <a:pt x="2013" y="788"/>
                  </a:cubicBezTo>
                  <a:cubicBezTo>
                    <a:pt x="1600" y="201"/>
                    <a:pt x="538" y="1"/>
                    <a:pt x="38" y="588"/>
                  </a:cubicBezTo>
                  <a:cubicBezTo>
                    <a:pt x="1" y="638"/>
                    <a:pt x="63" y="713"/>
                    <a:pt x="113" y="663"/>
                  </a:cubicBezTo>
                  <a:cubicBezTo>
                    <a:pt x="588" y="138"/>
                    <a:pt x="1550" y="301"/>
                    <a:pt x="1925" y="851"/>
                  </a:cubicBezTo>
                  <a:cubicBezTo>
                    <a:pt x="2338" y="1438"/>
                    <a:pt x="2113" y="2238"/>
                    <a:pt x="1463" y="2538"/>
                  </a:cubicBezTo>
                  <a:cubicBezTo>
                    <a:pt x="1425" y="2550"/>
                    <a:pt x="1463" y="2613"/>
                    <a:pt x="1488" y="2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29"/>
            <p:cNvSpPr/>
            <p:nvPr/>
          </p:nvSpPr>
          <p:spPr>
            <a:xfrm>
              <a:off x="4353900" y="4321000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688" y="13"/>
                  </a:moveTo>
                  <a:cubicBezTo>
                    <a:pt x="226" y="188"/>
                    <a:pt x="1" y="725"/>
                    <a:pt x="201" y="1188"/>
                  </a:cubicBezTo>
                  <a:cubicBezTo>
                    <a:pt x="401" y="1650"/>
                    <a:pt x="938" y="1862"/>
                    <a:pt x="1388" y="1662"/>
                  </a:cubicBezTo>
                  <a:cubicBezTo>
                    <a:pt x="1438" y="1637"/>
                    <a:pt x="1400" y="1562"/>
                    <a:pt x="1363" y="1575"/>
                  </a:cubicBezTo>
                  <a:cubicBezTo>
                    <a:pt x="938" y="1700"/>
                    <a:pt x="476" y="1575"/>
                    <a:pt x="301" y="1150"/>
                  </a:cubicBezTo>
                  <a:cubicBezTo>
                    <a:pt x="138" y="725"/>
                    <a:pt x="326" y="263"/>
                    <a:pt x="726" y="75"/>
                  </a:cubicBezTo>
                  <a:cubicBezTo>
                    <a:pt x="763" y="50"/>
                    <a:pt x="726" y="0"/>
                    <a:pt x="6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29"/>
            <p:cNvSpPr/>
            <p:nvPr/>
          </p:nvSpPr>
          <p:spPr>
            <a:xfrm>
              <a:off x="4384200" y="4332875"/>
              <a:ext cx="17225" cy="30950"/>
            </a:xfrm>
            <a:custGeom>
              <a:avLst/>
              <a:gdLst/>
              <a:ahLst/>
              <a:cxnLst/>
              <a:rect l="l" t="t" r="r" b="b"/>
              <a:pathLst>
                <a:path w="689" h="1238" extrusionOk="0">
                  <a:moveTo>
                    <a:pt x="51" y="1200"/>
                  </a:moveTo>
                  <a:cubicBezTo>
                    <a:pt x="388" y="1237"/>
                    <a:pt x="626" y="862"/>
                    <a:pt x="626" y="550"/>
                  </a:cubicBezTo>
                  <a:cubicBezTo>
                    <a:pt x="613" y="238"/>
                    <a:pt x="351" y="0"/>
                    <a:pt x="63" y="113"/>
                  </a:cubicBezTo>
                  <a:cubicBezTo>
                    <a:pt x="1" y="138"/>
                    <a:pt x="26" y="225"/>
                    <a:pt x="76" y="200"/>
                  </a:cubicBezTo>
                  <a:cubicBezTo>
                    <a:pt x="688" y="13"/>
                    <a:pt x="638" y="1162"/>
                    <a:pt x="51" y="1125"/>
                  </a:cubicBezTo>
                  <a:cubicBezTo>
                    <a:pt x="1" y="1125"/>
                    <a:pt x="1" y="1200"/>
                    <a:pt x="51" y="1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29"/>
            <p:cNvSpPr/>
            <p:nvPr/>
          </p:nvSpPr>
          <p:spPr>
            <a:xfrm>
              <a:off x="4100225" y="430257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463" y="2787"/>
                  </a:moveTo>
                  <a:cubicBezTo>
                    <a:pt x="113" y="1462"/>
                    <a:pt x="925" y="387"/>
                    <a:pt x="2175" y="63"/>
                  </a:cubicBezTo>
                  <a:cubicBezTo>
                    <a:pt x="2212" y="50"/>
                    <a:pt x="2200" y="0"/>
                    <a:pt x="2175" y="0"/>
                  </a:cubicBezTo>
                  <a:cubicBezTo>
                    <a:pt x="788" y="100"/>
                    <a:pt x="0" y="1537"/>
                    <a:pt x="388" y="2812"/>
                  </a:cubicBezTo>
                  <a:cubicBezTo>
                    <a:pt x="400" y="2862"/>
                    <a:pt x="488" y="2849"/>
                    <a:pt x="463" y="2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29"/>
            <p:cNvSpPr/>
            <p:nvPr/>
          </p:nvSpPr>
          <p:spPr>
            <a:xfrm>
              <a:off x="3701275" y="4276950"/>
              <a:ext cx="111850" cy="104375"/>
            </a:xfrm>
            <a:custGeom>
              <a:avLst/>
              <a:gdLst/>
              <a:ahLst/>
              <a:cxnLst/>
              <a:rect l="l" t="t" r="r" b="b"/>
              <a:pathLst>
                <a:path w="4474" h="4175" extrusionOk="0">
                  <a:moveTo>
                    <a:pt x="1812" y="3999"/>
                  </a:moveTo>
                  <a:cubicBezTo>
                    <a:pt x="3249" y="4174"/>
                    <a:pt x="4424" y="2737"/>
                    <a:pt x="3712" y="1387"/>
                  </a:cubicBezTo>
                  <a:cubicBezTo>
                    <a:pt x="2987" y="0"/>
                    <a:pt x="1050" y="213"/>
                    <a:pt x="38" y="1150"/>
                  </a:cubicBezTo>
                  <a:cubicBezTo>
                    <a:pt x="0" y="1187"/>
                    <a:pt x="50" y="1237"/>
                    <a:pt x="88" y="1212"/>
                  </a:cubicBezTo>
                  <a:cubicBezTo>
                    <a:pt x="987" y="563"/>
                    <a:pt x="2450" y="113"/>
                    <a:pt x="3337" y="1050"/>
                  </a:cubicBezTo>
                  <a:cubicBezTo>
                    <a:pt x="4474" y="2275"/>
                    <a:pt x="3387" y="4087"/>
                    <a:pt x="1812" y="3899"/>
                  </a:cubicBezTo>
                  <a:cubicBezTo>
                    <a:pt x="1737" y="3887"/>
                    <a:pt x="1737" y="3999"/>
                    <a:pt x="1812" y="39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29"/>
            <p:cNvSpPr/>
            <p:nvPr/>
          </p:nvSpPr>
          <p:spPr>
            <a:xfrm>
              <a:off x="3442900" y="4301950"/>
              <a:ext cx="263700" cy="146525"/>
            </a:xfrm>
            <a:custGeom>
              <a:avLst/>
              <a:gdLst/>
              <a:ahLst/>
              <a:cxnLst/>
              <a:rect l="l" t="t" r="r" b="b"/>
              <a:pathLst>
                <a:path w="10548" h="5861" extrusionOk="0">
                  <a:moveTo>
                    <a:pt x="10460" y="38"/>
                  </a:moveTo>
                  <a:cubicBezTo>
                    <a:pt x="9248" y="1712"/>
                    <a:pt x="8136" y="3812"/>
                    <a:pt x="6224" y="4736"/>
                  </a:cubicBezTo>
                  <a:cubicBezTo>
                    <a:pt x="4462" y="5599"/>
                    <a:pt x="1700" y="5774"/>
                    <a:pt x="75" y="4561"/>
                  </a:cubicBezTo>
                  <a:cubicBezTo>
                    <a:pt x="38" y="4549"/>
                    <a:pt x="0" y="4599"/>
                    <a:pt x="38" y="4611"/>
                  </a:cubicBezTo>
                  <a:cubicBezTo>
                    <a:pt x="1475" y="5861"/>
                    <a:pt x="3962" y="5736"/>
                    <a:pt x="5686" y="5149"/>
                  </a:cubicBezTo>
                  <a:cubicBezTo>
                    <a:pt x="7998" y="4349"/>
                    <a:pt x="9198" y="1950"/>
                    <a:pt x="10523" y="75"/>
                  </a:cubicBezTo>
                  <a:cubicBezTo>
                    <a:pt x="10548" y="38"/>
                    <a:pt x="10485" y="0"/>
                    <a:pt x="10460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29"/>
            <p:cNvSpPr/>
            <p:nvPr/>
          </p:nvSpPr>
          <p:spPr>
            <a:xfrm>
              <a:off x="3410100" y="4324750"/>
              <a:ext cx="100625" cy="84375"/>
            </a:xfrm>
            <a:custGeom>
              <a:avLst/>
              <a:gdLst/>
              <a:ahLst/>
              <a:cxnLst/>
              <a:rect l="l" t="t" r="r" b="b"/>
              <a:pathLst>
                <a:path w="4025" h="3375" extrusionOk="0">
                  <a:moveTo>
                    <a:pt x="1150" y="3287"/>
                  </a:moveTo>
                  <a:cubicBezTo>
                    <a:pt x="613" y="2350"/>
                    <a:pt x="500" y="975"/>
                    <a:pt x="1650" y="425"/>
                  </a:cubicBezTo>
                  <a:cubicBezTo>
                    <a:pt x="1937" y="313"/>
                    <a:pt x="2250" y="263"/>
                    <a:pt x="2550" y="313"/>
                  </a:cubicBezTo>
                  <a:cubicBezTo>
                    <a:pt x="2625" y="325"/>
                    <a:pt x="2699" y="300"/>
                    <a:pt x="2774" y="313"/>
                  </a:cubicBezTo>
                  <a:cubicBezTo>
                    <a:pt x="3537" y="438"/>
                    <a:pt x="3512" y="638"/>
                    <a:pt x="3587" y="1175"/>
                  </a:cubicBezTo>
                  <a:cubicBezTo>
                    <a:pt x="3699" y="2075"/>
                    <a:pt x="3087" y="2412"/>
                    <a:pt x="2312" y="2262"/>
                  </a:cubicBezTo>
                  <a:cubicBezTo>
                    <a:pt x="1725" y="2150"/>
                    <a:pt x="1425" y="1862"/>
                    <a:pt x="1025" y="1450"/>
                  </a:cubicBezTo>
                  <a:cubicBezTo>
                    <a:pt x="725" y="1138"/>
                    <a:pt x="475" y="813"/>
                    <a:pt x="25" y="800"/>
                  </a:cubicBezTo>
                  <a:cubicBezTo>
                    <a:pt x="0" y="800"/>
                    <a:pt x="0" y="838"/>
                    <a:pt x="25" y="838"/>
                  </a:cubicBezTo>
                  <a:cubicBezTo>
                    <a:pt x="738" y="950"/>
                    <a:pt x="1137" y="1850"/>
                    <a:pt x="1725" y="2225"/>
                  </a:cubicBezTo>
                  <a:cubicBezTo>
                    <a:pt x="2150" y="2525"/>
                    <a:pt x="2712" y="2575"/>
                    <a:pt x="3187" y="2350"/>
                  </a:cubicBezTo>
                  <a:cubicBezTo>
                    <a:pt x="3912" y="2025"/>
                    <a:pt x="4024" y="888"/>
                    <a:pt x="3387" y="388"/>
                  </a:cubicBezTo>
                  <a:cubicBezTo>
                    <a:pt x="2874" y="0"/>
                    <a:pt x="1800" y="125"/>
                    <a:pt x="1312" y="488"/>
                  </a:cubicBezTo>
                  <a:cubicBezTo>
                    <a:pt x="388" y="1187"/>
                    <a:pt x="563" y="2450"/>
                    <a:pt x="1087" y="3337"/>
                  </a:cubicBezTo>
                  <a:cubicBezTo>
                    <a:pt x="1112" y="3374"/>
                    <a:pt x="1187" y="3337"/>
                    <a:pt x="1162" y="32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29"/>
            <p:cNvSpPr/>
            <p:nvPr/>
          </p:nvSpPr>
          <p:spPr>
            <a:xfrm>
              <a:off x="3347925" y="4341000"/>
              <a:ext cx="55325" cy="13450"/>
            </a:xfrm>
            <a:custGeom>
              <a:avLst/>
              <a:gdLst/>
              <a:ahLst/>
              <a:cxnLst/>
              <a:rect l="l" t="t" r="r" b="b"/>
              <a:pathLst>
                <a:path w="2213" h="538" extrusionOk="0">
                  <a:moveTo>
                    <a:pt x="2162" y="75"/>
                  </a:moveTo>
                  <a:cubicBezTo>
                    <a:pt x="1475" y="0"/>
                    <a:pt x="625" y="50"/>
                    <a:pt x="25" y="475"/>
                  </a:cubicBezTo>
                  <a:cubicBezTo>
                    <a:pt x="0" y="488"/>
                    <a:pt x="13" y="537"/>
                    <a:pt x="50" y="525"/>
                  </a:cubicBezTo>
                  <a:cubicBezTo>
                    <a:pt x="775" y="300"/>
                    <a:pt x="1387" y="75"/>
                    <a:pt x="2162" y="150"/>
                  </a:cubicBezTo>
                  <a:cubicBezTo>
                    <a:pt x="2212" y="150"/>
                    <a:pt x="2212" y="75"/>
                    <a:pt x="2162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29"/>
            <p:cNvSpPr/>
            <p:nvPr/>
          </p:nvSpPr>
          <p:spPr>
            <a:xfrm>
              <a:off x="3593800" y="4288500"/>
              <a:ext cx="81250" cy="96575"/>
            </a:xfrm>
            <a:custGeom>
              <a:avLst/>
              <a:gdLst/>
              <a:ahLst/>
              <a:cxnLst/>
              <a:rect l="l" t="t" r="r" b="b"/>
              <a:pathLst>
                <a:path w="3250" h="3863" extrusionOk="0">
                  <a:moveTo>
                    <a:pt x="2225" y="3837"/>
                  </a:moveTo>
                  <a:cubicBezTo>
                    <a:pt x="2787" y="3187"/>
                    <a:pt x="3249" y="2375"/>
                    <a:pt x="3062" y="1488"/>
                  </a:cubicBezTo>
                  <a:cubicBezTo>
                    <a:pt x="2887" y="663"/>
                    <a:pt x="2087" y="63"/>
                    <a:pt x="1250" y="26"/>
                  </a:cubicBezTo>
                  <a:cubicBezTo>
                    <a:pt x="663" y="1"/>
                    <a:pt x="0" y="376"/>
                    <a:pt x="75" y="1050"/>
                  </a:cubicBezTo>
                  <a:cubicBezTo>
                    <a:pt x="113" y="1388"/>
                    <a:pt x="463" y="1813"/>
                    <a:pt x="750" y="1438"/>
                  </a:cubicBezTo>
                  <a:cubicBezTo>
                    <a:pt x="775" y="1400"/>
                    <a:pt x="713" y="1363"/>
                    <a:pt x="675" y="1400"/>
                  </a:cubicBezTo>
                  <a:cubicBezTo>
                    <a:pt x="238" y="563"/>
                    <a:pt x="388" y="138"/>
                    <a:pt x="1125" y="126"/>
                  </a:cubicBezTo>
                  <a:cubicBezTo>
                    <a:pt x="1450" y="126"/>
                    <a:pt x="1762" y="213"/>
                    <a:pt x="2037" y="363"/>
                  </a:cubicBezTo>
                  <a:cubicBezTo>
                    <a:pt x="2475" y="576"/>
                    <a:pt x="2800" y="950"/>
                    <a:pt x="2925" y="1413"/>
                  </a:cubicBezTo>
                  <a:cubicBezTo>
                    <a:pt x="3174" y="2300"/>
                    <a:pt x="2712" y="3125"/>
                    <a:pt x="2187" y="3800"/>
                  </a:cubicBezTo>
                  <a:cubicBezTo>
                    <a:pt x="2162" y="3825"/>
                    <a:pt x="2200" y="3862"/>
                    <a:pt x="2225" y="3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29"/>
            <p:cNvSpPr/>
            <p:nvPr/>
          </p:nvSpPr>
          <p:spPr>
            <a:xfrm>
              <a:off x="3666275" y="4246025"/>
              <a:ext cx="22825" cy="110600"/>
            </a:xfrm>
            <a:custGeom>
              <a:avLst/>
              <a:gdLst/>
              <a:ahLst/>
              <a:cxnLst/>
              <a:rect l="l" t="t" r="r" b="b"/>
              <a:pathLst>
                <a:path w="913" h="4424" extrusionOk="0">
                  <a:moveTo>
                    <a:pt x="100" y="4386"/>
                  </a:moveTo>
                  <a:cubicBezTo>
                    <a:pt x="550" y="3862"/>
                    <a:pt x="663" y="3187"/>
                    <a:pt x="738" y="2512"/>
                  </a:cubicBezTo>
                  <a:cubicBezTo>
                    <a:pt x="825" y="1700"/>
                    <a:pt x="913" y="712"/>
                    <a:pt x="388" y="25"/>
                  </a:cubicBezTo>
                  <a:cubicBezTo>
                    <a:pt x="363" y="0"/>
                    <a:pt x="325" y="25"/>
                    <a:pt x="338" y="63"/>
                  </a:cubicBezTo>
                  <a:cubicBezTo>
                    <a:pt x="913" y="1175"/>
                    <a:pt x="888" y="3312"/>
                    <a:pt x="38" y="4324"/>
                  </a:cubicBezTo>
                  <a:cubicBezTo>
                    <a:pt x="1" y="4361"/>
                    <a:pt x="63" y="4424"/>
                    <a:pt x="100" y="43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29"/>
            <p:cNvSpPr/>
            <p:nvPr/>
          </p:nvSpPr>
          <p:spPr>
            <a:xfrm>
              <a:off x="3666600" y="4234450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350" y="451"/>
                  </a:moveTo>
                  <a:cubicBezTo>
                    <a:pt x="262" y="488"/>
                    <a:pt x="162" y="476"/>
                    <a:pt x="87" y="401"/>
                  </a:cubicBezTo>
                  <a:cubicBezTo>
                    <a:pt x="25" y="338"/>
                    <a:pt x="0" y="251"/>
                    <a:pt x="25" y="163"/>
                  </a:cubicBezTo>
                  <a:cubicBezTo>
                    <a:pt x="25" y="126"/>
                    <a:pt x="38" y="101"/>
                    <a:pt x="50" y="76"/>
                  </a:cubicBezTo>
                  <a:cubicBezTo>
                    <a:pt x="87" y="51"/>
                    <a:pt x="125" y="26"/>
                    <a:pt x="162" y="26"/>
                  </a:cubicBezTo>
                  <a:cubicBezTo>
                    <a:pt x="287" y="1"/>
                    <a:pt x="412" y="63"/>
                    <a:pt x="462" y="188"/>
                  </a:cubicBezTo>
                  <a:cubicBezTo>
                    <a:pt x="487" y="313"/>
                    <a:pt x="375" y="438"/>
                    <a:pt x="250" y="4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29"/>
            <p:cNvSpPr/>
            <p:nvPr/>
          </p:nvSpPr>
          <p:spPr>
            <a:xfrm>
              <a:off x="3660650" y="4232275"/>
              <a:ext cx="22200" cy="17200"/>
            </a:xfrm>
            <a:custGeom>
              <a:avLst/>
              <a:gdLst/>
              <a:ahLst/>
              <a:cxnLst/>
              <a:rect l="l" t="t" r="r" b="b"/>
              <a:pathLst>
                <a:path w="888" h="688" extrusionOk="0">
                  <a:moveTo>
                    <a:pt x="575" y="475"/>
                  </a:moveTo>
                  <a:cubicBezTo>
                    <a:pt x="300" y="450"/>
                    <a:pt x="251" y="375"/>
                    <a:pt x="425" y="275"/>
                  </a:cubicBezTo>
                  <a:cubicBezTo>
                    <a:pt x="575" y="88"/>
                    <a:pt x="588" y="163"/>
                    <a:pt x="475" y="488"/>
                  </a:cubicBezTo>
                  <a:cubicBezTo>
                    <a:pt x="425" y="488"/>
                    <a:pt x="438" y="575"/>
                    <a:pt x="488" y="575"/>
                  </a:cubicBezTo>
                  <a:cubicBezTo>
                    <a:pt x="888" y="575"/>
                    <a:pt x="800" y="0"/>
                    <a:pt x="400" y="63"/>
                  </a:cubicBezTo>
                  <a:cubicBezTo>
                    <a:pt x="1" y="125"/>
                    <a:pt x="238" y="688"/>
                    <a:pt x="613" y="600"/>
                  </a:cubicBezTo>
                  <a:cubicBezTo>
                    <a:pt x="688" y="575"/>
                    <a:pt x="650" y="450"/>
                    <a:pt x="575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29"/>
            <p:cNvSpPr/>
            <p:nvPr/>
          </p:nvSpPr>
          <p:spPr>
            <a:xfrm>
              <a:off x="3438200" y="4411600"/>
              <a:ext cx="2850" cy="3150"/>
            </a:xfrm>
            <a:custGeom>
              <a:avLst/>
              <a:gdLst/>
              <a:ahLst/>
              <a:cxnLst/>
              <a:rect l="l" t="t" r="r" b="b"/>
              <a:pathLst>
                <a:path w="114" h="126" extrusionOk="0">
                  <a:moveTo>
                    <a:pt x="88" y="63"/>
                  </a:moveTo>
                  <a:lnTo>
                    <a:pt x="76" y="25"/>
                  </a:lnTo>
                  <a:cubicBezTo>
                    <a:pt x="76" y="0"/>
                    <a:pt x="26" y="0"/>
                    <a:pt x="13" y="25"/>
                  </a:cubicBezTo>
                  <a:cubicBezTo>
                    <a:pt x="13" y="38"/>
                    <a:pt x="13" y="50"/>
                    <a:pt x="13" y="63"/>
                  </a:cubicBezTo>
                  <a:cubicBezTo>
                    <a:pt x="1" y="125"/>
                    <a:pt x="113" y="125"/>
                    <a:pt x="101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29"/>
            <p:cNvSpPr/>
            <p:nvPr/>
          </p:nvSpPr>
          <p:spPr>
            <a:xfrm>
              <a:off x="3308550" y="4353500"/>
              <a:ext cx="42200" cy="17500"/>
            </a:xfrm>
            <a:custGeom>
              <a:avLst/>
              <a:gdLst/>
              <a:ahLst/>
              <a:cxnLst/>
              <a:rect l="l" t="t" r="r" b="b"/>
              <a:pathLst>
                <a:path w="1688" h="700" extrusionOk="0">
                  <a:moveTo>
                    <a:pt x="1550" y="62"/>
                  </a:moveTo>
                  <a:cubicBezTo>
                    <a:pt x="1463" y="312"/>
                    <a:pt x="1026" y="437"/>
                    <a:pt x="801" y="475"/>
                  </a:cubicBezTo>
                  <a:cubicBezTo>
                    <a:pt x="551" y="512"/>
                    <a:pt x="313" y="512"/>
                    <a:pt x="63" y="462"/>
                  </a:cubicBezTo>
                  <a:cubicBezTo>
                    <a:pt x="1" y="462"/>
                    <a:pt x="1" y="550"/>
                    <a:pt x="51" y="562"/>
                  </a:cubicBezTo>
                  <a:cubicBezTo>
                    <a:pt x="501" y="700"/>
                    <a:pt x="1463" y="625"/>
                    <a:pt x="1663" y="100"/>
                  </a:cubicBezTo>
                  <a:cubicBezTo>
                    <a:pt x="1688" y="37"/>
                    <a:pt x="1575" y="0"/>
                    <a:pt x="1550" y="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29"/>
            <p:cNvSpPr/>
            <p:nvPr/>
          </p:nvSpPr>
          <p:spPr>
            <a:xfrm>
              <a:off x="3308250" y="43491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13" y="737"/>
                  </a:moveTo>
                  <a:cubicBezTo>
                    <a:pt x="513" y="362"/>
                    <a:pt x="1050" y="175"/>
                    <a:pt x="1600" y="237"/>
                  </a:cubicBezTo>
                  <a:cubicBezTo>
                    <a:pt x="1662" y="237"/>
                    <a:pt x="1687" y="163"/>
                    <a:pt x="1625" y="138"/>
                  </a:cubicBezTo>
                  <a:cubicBezTo>
                    <a:pt x="1112" y="0"/>
                    <a:pt x="400" y="312"/>
                    <a:pt x="38" y="675"/>
                  </a:cubicBezTo>
                  <a:cubicBezTo>
                    <a:pt x="0" y="712"/>
                    <a:pt x="63" y="787"/>
                    <a:pt x="113" y="7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29"/>
            <p:cNvSpPr/>
            <p:nvPr/>
          </p:nvSpPr>
          <p:spPr>
            <a:xfrm>
              <a:off x="3377300" y="4314750"/>
              <a:ext cx="33450" cy="30025"/>
            </a:xfrm>
            <a:custGeom>
              <a:avLst/>
              <a:gdLst/>
              <a:ahLst/>
              <a:cxnLst/>
              <a:rect l="l" t="t" r="r" b="b"/>
              <a:pathLst>
                <a:path w="1338" h="1201" extrusionOk="0">
                  <a:moveTo>
                    <a:pt x="1287" y="1113"/>
                  </a:moveTo>
                  <a:cubicBezTo>
                    <a:pt x="975" y="1125"/>
                    <a:pt x="712" y="950"/>
                    <a:pt x="475" y="763"/>
                  </a:cubicBezTo>
                  <a:cubicBezTo>
                    <a:pt x="250" y="588"/>
                    <a:pt x="100" y="325"/>
                    <a:pt x="88" y="38"/>
                  </a:cubicBezTo>
                  <a:cubicBezTo>
                    <a:pt x="75" y="0"/>
                    <a:pt x="0" y="13"/>
                    <a:pt x="13" y="50"/>
                  </a:cubicBezTo>
                  <a:cubicBezTo>
                    <a:pt x="13" y="363"/>
                    <a:pt x="175" y="638"/>
                    <a:pt x="412" y="825"/>
                  </a:cubicBezTo>
                  <a:cubicBezTo>
                    <a:pt x="675" y="1025"/>
                    <a:pt x="937" y="1200"/>
                    <a:pt x="1287" y="1188"/>
                  </a:cubicBezTo>
                  <a:cubicBezTo>
                    <a:pt x="1337" y="1188"/>
                    <a:pt x="1337" y="1100"/>
                    <a:pt x="1287" y="1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29"/>
            <p:cNvSpPr/>
            <p:nvPr/>
          </p:nvSpPr>
          <p:spPr>
            <a:xfrm>
              <a:off x="3376975" y="4315050"/>
              <a:ext cx="33450" cy="29100"/>
            </a:xfrm>
            <a:custGeom>
              <a:avLst/>
              <a:gdLst/>
              <a:ahLst/>
              <a:cxnLst/>
              <a:rect l="l" t="t" r="r" b="b"/>
              <a:pathLst>
                <a:path w="1338" h="1164" extrusionOk="0">
                  <a:moveTo>
                    <a:pt x="51" y="76"/>
                  </a:moveTo>
                  <a:cubicBezTo>
                    <a:pt x="325" y="163"/>
                    <a:pt x="563" y="288"/>
                    <a:pt x="788" y="463"/>
                  </a:cubicBezTo>
                  <a:cubicBezTo>
                    <a:pt x="1025" y="638"/>
                    <a:pt x="1075" y="876"/>
                    <a:pt x="1225" y="1113"/>
                  </a:cubicBezTo>
                  <a:cubicBezTo>
                    <a:pt x="1263" y="1163"/>
                    <a:pt x="1338" y="1138"/>
                    <a:pt x="1325" y="1076"/>
                  </a:cubicBezTo>
                  <a:cubicBezTo>
                    <a:pt x="1213" y="488"/>
                    <a:pt x="625" y="88"/>
                    <a:pt x="76" y="1"/>
                  </a:cubicBezTo>
                  <a:cubicBezTo>
                    <a:pt x="26" y="1"/>
                    <a:pt x="1" y="63"/>
                    <a:pt x="5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29"/>
            <p:cNvSpPr/>
            <p:nvPr/>
          </p:nvSpPr>
          <p:spPr>
            <a:xfrm>
              <a:off x="3680325" y="4250400"/>
              <a:ext cx="38450" cy="86550"/>
            </a:xfrm>
            <a:custGeom>
              <a:avLst/>
              <a:gdLst/>
              <a:ahLst/>
              <a:cxnLst/>
              <a:rect l="l" t="t" r="r" b="b"/>
              <a:pathLst>
                <a:path w="1538" h="3462" extrusionOk="0">
                  <a:moveTo>
                    <a:pt x="88" y="3424"/>
                  </a:moveTo>
                  <a:cubicBezTo>
                    <a:pt x="813" y="2437"/>
                    <a:pt x="1301" y="1300"/>
                    <a:pt x="1525" y="88"/>
                  </a:cubicBezTo>
                  <a:cubicBezTo>
                    <a:pt x="1538" y="25"/>
                    <a:pt x="1438" y="0"/>
                    <a:pt x="1425" y="63"/>
                  </a:cubicBezTo>
                  <a:cubicBezTo>
                    <a:pt x="1213" y="1262"/>
                    <a:pt x="726" y="2399"/>
                    <a:pt x="26" y="3387"/>
                  </a:cubicBezTo>
                  <a:cubicBezTo>
                    <a:pt x="1" y="3437"/>
                    <a:pt x="63" y="3462"/>
                    <a:pt x="88" y="34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29"/>
            <p:cNvSpPr/>
            <p:nvPr/>
          </p:nvSpPr>
          <p:spPr>
            <a:xfrm>
              <a:off x="3710950" y="4236025"/>
              <a:ext cx="18150" cy="16575"/>
            </a:xfrm>
            <a:custGeom>
              <a:avLst/>
              <a:gdLst/>
              <a:ahLst/>
              <a:cxnLst/>
              <a:rect l="l" t="t" r="r" b="b"/>
              <a:pathLst>
                <a:path w="726" h="663" extrusionOk="0">
                  <a:moveTo>
                    <a:pt x="263" y="525"/>
                  </a:moveTo>
                  <a:cubicBezTo>
                    <a:pt x="363" y="488"/>
                    <a:pt x="375" y="488"/>
                    <a:pt x="288" y="500"/>
                  </a:cubicBezTo>
                  <a:cubicBezTo>
                    <a:pt x="250" y="500"/>
                    <a:pt x="213" y="500"/>
                    <a:pt x="176" y="500"/>
                  </a:cubicBezTo>
                  <a:cubicBezTo>
                    <a:pt x="138" y="500"/>
                    <a:pt x="126" y="550"/>
                    <a:pt x="163" y="563"/>
                  </a:cubicBezTo>
                  <a:cubicBezTo>
                    <a:pt x="375" y="663"/>
                    <a:pt x="725" y="438"/>
                    <a:pt x="475" y="213"/>
                  </a:cubicBezTo>
                  <a:cubicBezTo>
                    <a:pt x="213" y="0"/>
                    <a:pt x="1" y="375"/>
                    <a:pt x="188" y="575"/>
                  </a:cubicBezTo>
                  <a:cubicBezTo>
                    <a:pt x="225" y="625"/>
                    <a:pt x="288" y="563"/>
                    <a:pt x="250" y="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29"/>
            <p:cNvSpPr/>
            <p:nvPr/>
          </p:nvSpPr>
          <p:spPr>
            <a:xfrm>
              <a:off x="3642525" y="4266325"/>
              <a:ext cx="30650" cy="82200"/>
            </a:xfrm>
            <a:custGeom>
              <a:avLst/>
              <a:gdLst/>
              <a:ahLst/>
              <a:cxnLst/>
              <a:rect l="l" t="t" r="r" b="b"/>
              <a:pathLst>
                <a:path w="1226" h="3288" extrusionOk="0">
                  <a:moveTo>
                    <a:pt x="1100" y="3225"/>
                  </a:moveTo>
                  <a:cubicBezTo>
                    <a:pt x="1225" y="2125"/>
                    <a:pt x="1013" y="763"/>
                    <a:pt x="76" y="38"/>
                  </a:cubicBezTo>
                  <a:cubicBezTo>
                    <a:pt x="51" y="0"/>
                    <a:pt x="1" y="50"/>
                    <a:pt x="38" y="75"/>
                  </a:cubicBezTo>
                  <a:cubicBezTo>
                    <a:pt x="813" y="1013"/>
                    <a:pt x="1138" y="2012"/>
                    <a:pt x="1013" y="3225"/>
                  </a:cubicBezTo>
                  <a:cubicBezTo>
                    <a:pt x="1013" y="3287"/>
                    <a:pt x="1088" y="3287"/>
                    <a:pt x="1100" y="3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29"/>
            <p:cNvSpPr/>
            <p:nvPr/>
          </p:nvSpPr>
          <p:spPr>
            <a:xfrm>
              <a:off x="3633475" y="4256950"/>
              <a:ext cx="12825" cy="15025"/>
            </a:xfrm>
            <a:custGeom>
              <a:avLst/>
              <a:gdLst/>
              <a:ahLst/>
              <a:cxnLst/>
              <a:rect l="l" t="t" r="r" b="b"/>
              <a:pathLst>
                <a:path w="513" h="601" extrusionOk="0">
                  <a:moveTo>
                    <a:pt x="100" y="338"/>
                  </a:moveTo>
                  <a:cubicBezTo>
                    <a:pt x="188" y="338"/>
                    <a:pt x="200" y="325"/>
                    <a:pt x="150" y="263"/>
                  </a:cubicBezTo>
                  <a:cubicBezTo>
                    <a:pt x="125" y="238"/>
                    <a:pt x="88" y="250"/>
                    <a:pt x="75" y="288"/>
                  </a:cubicBezTo>
                  <a:cubicBezTo>
                    <a:pt x="75" y="575"/>
                    <a:pt x="513" y="600"/>
                    <a:pt x="475" y="300"/>
                  </a:cubicBezTo>
                  <a:cubicBezTo>
                    <a:pt x="450" y="1"/>
                    <a:pt x="0" y="38"/>
                    <a:pt x="25" y="338"/>
                  </a:cubicBezTo>
                  <a:cubicBezTo>
                    <a:pt x="25" y="388"/>
                    <a:pt x="100" y="388"/>
                    <a:pt x="100" y="3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29"/>
            <p:cNvSpPr/>
            <p:nvPr/>
          </p:nvSpPr>
          <p:spPr>
            <a:xfrm>
              <a:off x="3232025" y="4371600"/>
              <a:ext cx="237775" cy="60325"/>
            </a:xfrm>
            <a:custGeom>
              <a:avLst/>
              <a:gdLst/>
              <a:ahLst/>
              <a:cxnLst/>
              <a:rect l="l" t="t" r="r" b="b"/>
              <a:pathLst>
                <a:path w="9511" h="2413" extrusionOk="0">
                  <a:moveTo>
                    <a:pt x="9473" y="2338"/>
                  </a:moveTo>
                  <a:cubicBezTo>
                    <a:pt x="7711" y="1650"/>
                    <a:pt x="6386" y="938"/>
                    <a:pt x="4461" y="751"/>
                  </a:cubicBezTo>
                  <a:cubicBezTo>
                    <a:pt x="2749" y="576"/>
                    <a:pt x="1500" y="976"/>
                    <a:pt x="63" y="1938"/>
                  </a:cubicBezTo>
                  <a:cubicBezTo>
                    <a:pt x="0" y="1975"/>
                    <a:pt x="63" y="2075"/>
                    <a:pt x="125" y="2038"/>
                  </a:cubicBezTo>
                  <a:cubicBezTo>
                    <a:pt x="3462" y="1"/>
                    <a:pt x="6123" y="1151"/>
                    <a:pt x="9460" y="2400"/>
                  </a:cubicBezTo>
                  <a:cubicBezTo>
                    <a:pt x="9498" y="2413"/>
                    <a:pt x="9510" y="2350"/>
                    <a:pt x="9473" y="23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29"/>
            <p:cNvSpPr/>
            <p:nvPr/>
          </p:nvSpPr>
          <p:spPr>
            <a:xfrm>
              <a:off x="3717200" y="4327550"/>
              <a:ext cx="31575" cy="49400"/>
            </a:xfrm>
            <a:custGeom>
              <a:avLst/>
              <a:gdLst/>
              <a:ahLst/>
              <a:cxnLst/>
              <a:rect l="l" t="t" r="r" b="b"/>
              <a:pathLst>
                <a:path w="1263" h="1976" extrusionOk="0">
                  <a:moveTo>
                    <a:pt x="1225" y="1913"/>
                  </a:moveTo>
                  <a:cubicBezTo>
                    <a:pt x="813" y="1825"/>
                    <a:pt x="413" y="1625"/>
                    <a:pt x="238" y="1213"/>
                  </a:cubicBezTo>
                  <a:cubicBezTo>
                    <a:pt x="13" y="713"/>
                    <a:pt x="288" y="138"/>
                    <a:pt x="863" y="113"/>
                  </a:cubicBezTo>
                  <a:cubicBezTo>
                    <a:pt x="938" y="113"/>
                    <a:pt x="938" y="1"/>
                    <a:pt x="863" y="1"/>
                  </a:cubicBezTo>
                  <a:cubicBezTo>
                    <a:pt x="375" y="13"/>
                    <a:pt x="0" y="438"/>
                    <a:pt x="50" y="926"/>
                  </a:cubicBezTo>
                  <a:cubicBezTo>
                    <a:pt x="100" y="1525"/>
                    <a:pt x="650" y="1875"/>
                    <a:pt x="1200" y="1975"/>
                  </a:cubicBezTo>
                  <a:cubicBezTo>
                    <a:pt x="1238" y="1975"/>
                    <a:pt x="1263" y="1913"/>
                    <a:pt x="1225" y="19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29"/>
            <p:cNvSpPr/>
            <p:nvPr/>
          </p:nvSpPr>
          <p:spPr>
            <a:xfrm>
              <a:off x="3471650" y="4370975"/>
              <a:ext cx="62800" cy="31575"/>
            </a:xfrm>
            <a:custGeom>
              <a:avLst/>
              <a:gdLst/>
              <a:ahLst/>
              <a:cxnLst/>
              <a:rect l="l" t="t" r="r" b="b"/>
              <a:pathLst>
                <a:path w="2512" h="1263" extrusionOk="0">
                  <a:moveTo>
                    <a:pt x="63" y="613"/>
                  </a:moveTo>
                  <a:cubicBezTo>
                    <a:pt x="362" y="626"/>
                    <a:pt x="662" y="551"/>
                    <a:pt x="937" y="413"/>
                  </a:cubicBezTo>
                  <a:cubicBezTo>
                    <a:pt x="1637" y="113"/>
                    <a:pt x="2312" y="426"/>
                    <a:pt x="2424" y="1213"/>
                  </a:cubicBezTo>
                  <a:cubicBezTo>
                    <a:pt x="2424" y="1263"/>
                    <a:pt x="2499" y="1250"/>
                    <a:pt x="2499" y="1213"/>
                  </a:cubicBezTo>
                  <a:cubicBezTo>
                    <a:pt x="2512" y="763"/>
                    <a:pt x="2237" y="363"/>
                    <a:pt x="1825" y="213"/>
                  </a:cubicBezTo>
                  <a:cubicBezTo>
                    <a:pt x="1187" y="1"/>
                    <a:pt x="687" y="551"/>
                    <a:pt x="63" y="526"/>
                  </a:cubicBezTo>
                  <a:cubicBezTo>
                    <a:pt x="0" y="526"/>
                    <a:pt x="13" y="613"/>
                    <a:pt x="63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29"/>
            <p:cNvSpPr/>
            <p:nvPr/>
          </p:nvSpPr>
          <p:spPr>
            <a:xfrm>
              <a:off x="3504750" y="4396300"/>
              <a:ext cx="30650" cy="21575"/>
            </a:xfrm>
            <a:custGeom>
              <a:avLst/>
              <a:gdLst/>
              <a:ahLst/>
              <a:cxnLst/>
              <a:rect l="l" t="t" r="r" b="b"/>
              <a:pathLst>
                <a:path w="1226" h="863" extrusionOk="0">
                  <a:moveTo>
                    <a:pt x="1050" y="63"/>
                  </a:moveTo>
                  <a:cubicBezTo>
                    <a:pt x="1225" y="587"/>
                    <a:pt x="388" y="825"/>
                    <a:pt x="63" y="575"/>
                  </a:cubicBezTo>
                  <a:cubicBezTo>
                    <a:pt x="38" y="550"/>
                    <a:pt x="1" y="600"/>
                    <a:pt x="13" y="625"/>
                  </a:cubicBezTo>
                  <a:cubicBezTo>
                    <a:pt x="176" y="862"/>
                    <a:pt x="551" y="800"/>
                    <a:pt x="788" y="700"/>
                  </a:cubicBezTo>
                  <a:cubicBezTo>
                    <a:pt x="1063" y="587"/>
                    <a:pt x="1225" y="337"/>
                    <a:pt x="1113" y="50"/>
                  </a:cubicBezTo>
                  <a:cubicBezTo>
                    <a:pt x="1100" y="0"/>
                    <a:pt x="1038" y="25"/>
                    <a:pt x="10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29"/>
            <p:cNvSpPr/>
            <p:nvPr/>
          </p:nvSpPr>
          <p:spPr>
            <a:xfrm>
              <a:off x="3694400" y="4258825"/>
              <a:ext cx="81250" cy="56575"/>
            </a:xfrm>
            <a:custGeom>
              <a:avLst/>
              <a:gdLst/>
              <a:ahLst/>
              <a:cxnLst/>
              <a:rect l="l" t="t" r="r" b="b"/>
              <a:pathLst>
                <a:path w="3250" h="2263" extrusionOk="0">
                  <a:moveTo>
                    <a:pt x="88" y="2212"/>
                  </a:moveTo>
                  <a:cubicBezTo>
                    <a:pt x="887" y="1263"/>
                    <a:pt x="1775" y="188"/>
                    <a:pt x="3162" y="375"/>
                  </a:cubicBezTo>
                  <a:cubicBezTo>
                    <a:pt x="3224" y="375"/>
                    <a:pt x="3249" y="300"/>
                    <a:pt x="3187" y="288"/>
                  </a:cubicBezTo>
                  <a:cubicBezTo>
                    <a:pt x="1787" y="0"/>
                    <a:pt x="825" y="1200"/>
                    <a:pt x="25" y="2162"/>
                  </a:cubicBezTo>
                  <a:cubicBezTo>
                    <a:pt x="0" y="2200"/>
                    <a:pt x="50" y="2262"/>
                    <a:pt x="88" y="2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29"/>
            <p:cNvSpPr/>
            <p:nvPr/>
          </p:nvSpPr>
          <p:spPr>
            <a:xfrm>
              <a:off x="3515075" y="4351000"/>
              <a:ext cx="31250" cy="15325"/>
            </a:xfrm>
            <a:custGeom>
              <a:avLst/>
              <a:gdLst/>
              <a:ahLst/>
              <a:cxnLst/>
              <a:rect l="l" t="t" r="r" b="b"/>
              <a:pathLst>
                <a:path w="1250" h="613" extrusionOk="0">
                  <a:moveTo>
                    <a:pt x="63" y="600"/>
                  </a:moveTo>
                  <a:cubicBezTo>
                    <a:pt x="288" y="612"/>
                    <a:pt x="512" y="562"/>
                    <a:pt x="712" y="450"/>
                  </a:cubicBezTo>
                  <a:cubicBezTo>
                    <a:pt x="912" y="387"/>
                    <a:pt x="1087" y="262"/>
                    <a:pt x="1212" y="88"/>
                  </a:cubicBezTo>
                  <a:cubicBezTo>
                    <a:pt x="1250" y="50"/>
                    <a:pt x="1187" y="0"/>
                    <a:pt x="1150" y="38"/>
                  </a:cubicBezTo>
                  <a:cubicBezTo>
                    <a:pt x="862" y="325"/>
                    <a:pt x="475" y="487"/>
                    <a:pt x="63" y="512"/>
                  </a:cubicBezTo>
                  <a:cubicBezTo>
                    <a:pt x="0" y="512"/>
                    <a:pt x="13" y="587"/>
                    <a:pt x="63" y="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29"/>
            <p:cNvSpPr/>
            <p:nvPr/>
          </p:nvSpPr>
          <p:spPr>
            <a:xfrm>
              <a:off x="3512250" y="4344750"/>
              <a:ext cx="34075" cy="22200"/>
            </a:xfrm>
            <a:custGeom>
              <a:avLst/>
              <a:gdLst/>
              <a:ahLst/>
              <a:cxnLst/>
              <a:rect l="l" t="t" r="r" b="b"/>
              <a:pathLst>
                <a:path w="1363" h="888" extrusionOk="0">
                  <a:moveTo>
                    <a:pt x="1313" y="250"/>
                  </a:moveTo>
                  <a:cubicBezTo>
                    <a:pt x="825" y="0"/>
                    <a:pt x="226" y="300"/>
                    <a:pt x="26" y="787"/>
                  </a:cubicBezTo>
                  <a:cubicBezTo>
                    <a:pt x="1" y="837"/>
                    <a:pt x="101" y="887"/>
                    <a:pt x="126" y="825"/>
                  </a:cubicBezTo>
                  <a:cubicBezTo>
                    <a:pt x="313" y="412"/>
                    <a:pt x="825" y="125"/>
                    <a:pt x="1263" y="325"/>
                  </a:cubicBezTo>
                  <a:cubicBezTo>
                    <a:pt x="1325" y="350"/>
                    <a:pt x="1363" y="275"/>
                    <a:pt x="1313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29"/>
            <p:cNvSpPr/>
            <p:nvPr/>
          </p:nvSpPr>
          <p:spPr>
            <a:xfrm>
              <a:off x="3177650" y="4347550"/>
              <a:ext cx="132500" cy="60000"/>
            </a:xfrm>
            <a:custGeom>
              <a:avLst/>
              <a:gdLst/>
              <a:ahLst/>
              <a:cxnLst/>
              <a:rect l="l" t="t" r="r" b="b"/>
              <a:pathLst>
                <a:path w="5300" h="2400" extrusionOk="0">
                  <a:moveTo>
                    <a:pt x="5224" y="1750"/>
                  </a:moveTo>
                  <a:cubicBezTo>
                    <a:pt x="3687" y="2038"/>
                    <a:pt x="388" y="2350"/>
                    <a:pt x="76" y="51"/>
                  </a:cubicBezTo>
                  <a:cubicBezTo>
                    <a:pt x="76" y="13"/>
                    <a:pt x="1" y="1"/>
                    <a:pt x="13" y="51"/>
                  </a:cubicBezTo>
                  <a:cubicBezTo>
                    <a:pt x="226" y="2400"/>
                    <a:pt x="3662" y="2125"/>
                    <a:pt x="5249" y="1825"/>
                  </a:cubicBezTo>
                  <a:cubicBezTo>
                    <a:pt x="5299" y="1813"/>
                    <a:pt x="5274" y="1738"/>
                    <a:pt x="5224" y="1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29"/>
            <p:cNvSpPr/>
            <p:nvPr/>
          </p:nvSpPr>
          <p:spPr>
            <a:xfrm>
              <a:off x="3184850" y="4310375"/>
              <a:ext cx="60925" cy="65000"/>
            </a:xfrm>
            <a:custGeom>
              <a:avLst/>
              <a:gdLst/>
              <a:ahLst/>
              <a:cxnLst/>
              <a:rect l="l" t="t" r="r" b="b"/>
              <a:pathLst>
                <a:path w="2437" h="2600" extrusionOk="0">
                  <a:moveTo>
                    <a:pt x="975" y="2525"/>
                  </a:moveTo>
                  <a:cubicBezTo>
                    <a:pt x="350" y="2200"/>
                    <a:pt x="88" y="1425"/>
                    <a:pt x="512" y="838"/>
                  </a:cubicBezTo>
                  <a:cubicBezTo>
                    <a:pt x="887" y="300"/>
                    <a:pt x="1850" y="125"/>
                    <a:pt x="2324" y="650"/>
                  </a:cubicBezTo>
                  <a:cubicBezTo>
                    <a:pt x="2362" y="700"/>
                    <a:pt x="2437" y="625"/>
                    <a:pt x="2399" y="575"/>
                  </a:cubicBezTo>
                  <a:cubicBezTo>
                    <a:pt x="1900" y="0"/>
                    <a:pt x="837" y="188"/>
                    <a:pt x="425" y="775"/>
                  </a:cubicBezTo>
                  <a:cubicBezTo>
                    <a:pt x="0" y="1400"/>
                    <a:pt x="238" y="2262"/>
                    <a:pt x="937" y="2575"/>
                  </a:cubicBezTo>
                  <a:cubicBezTo>
                    <a:pt x="975" y="2600"/>
                    <a:pt x="1012" y="2537"/>
                    <a:pt x="975" y="2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29"/>
            <p:cNvSpPr/>
            <p:nvPr/>
          </p:nvSpPr>
          <p:spPr>
            <a:xfrm>
              <a:off x="3219825" y="4320675"/>
              <a:ext cx="35950" cy="46900"/>
            </a:xfrm>
            <a:custGeom>
              <a:avLst/>
              <a:gdLst/>
              <a:ahLst/>
              <a:cxnLst/>
              <a:rect l="l" t="t" r="r" b="b"/>
              <a:pathLst>
                <a:path w="1438" h="1876" extrusionOk="0">
                  <a:moveTo>
                    <a:pt x="713" y="88"/>
                  </a:moveTo>
                  <a:cubicBezTo>
                    <a:pt x="1113" y="276"/>
                    <a:pt x="1300" y="738"/>
                    <a:pt x="1138" y="1151"/>
                  </a:cubicBezTo>
                  <a:cubicBezTo>
                    <a:pt x="963" y="1588"/>
                    <a:pt x="513" y="1713"/>
                    <a:pt x="88" y="1588"/>
                  </a:cubicBezTo>
                  <a:cubicBezTo>
                    <a:pt x="38" y="1575"/>
                    <a:pt x="1" y="1650"/>
                    <a:pt x="51" y="1663"/>
                  </a:cubicBezTo>
                  <a:cubicBezTo>
                    <a:pt x="513" y="1875"/>
                    <a:pt x="1050" y="1663"/>
                    <a:pt x="1238" y="1201"/>
                  </a:cubicBezTo>
                  <a:cubicBezTo>
                    <a:pt x="1438" y="738"/>
                    <a:pt x="1213" y="201"/>
                    <a:pt x="751" y="26"/>
                  </a:cubicBezTo>
                  <a:cubicBezTo>
                    <a:pt x="713" y="1"/>
                    <a:pt x="676" y="63"/>
                    <a:pt x="713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29"/>
            <p:cNvSpPr/>
            <p:nvPr/>
          </p:nvSpPr>
          <p:spPr>
            <a:xfrm>
              <a:off x="3208275" y="4332875"/>
              <a:ext cx="17200" cy="30950"/>
            </a:xfrm>
            <a:custGeom>
              <a:avLst/>
              <a:gdLst/>
              <a:ahLst/>
              <a:cxnLst/>
              <a:rect l="l" t="t" r="r" b="b"/>
              <a:pathLst>
                <a:path w="688" h="1238" extrusionOk="0">
                  <a:moveTo>
                    <a:pt x="650" y="1125"/>
                  </a:moveTo>
                  <a:cubicBezTo>
                    <a:pt x="63" y="1162"/>
                    <a:pt x="0" y="13"/>
                    <a:pt x="613" y="200"/>
                  </a:cubicBezTo>
                  <a:cubicBezTo>
                    <a:pt x="663" y="225"/>
                    <a:pt x="688" y="138"/>
                    <a:pt x="638" y="113"/>
                  </a:cubicBezTo>
                  <a:cubicBezTo>
                    <a:pt x="338" y="0"/>
                    <a:pt x="75" y="263"/>
                    <a:pt x="63" y="550"/>
                  </a:cubicBezTo>
                  <a:cubicBezTo>
                    <a:pt x="63" y="837"/>
                    <a:pt x="300" y="1237"/>
                    <a:pt x="650" y="1200"/>
                  </a:cubicBezTo>
                  <a:cubicBezTo>
                    <a:pt x="688" y="1200"/>
                    <a:pt x="688" y="1125"/>
                    <a:pt x="650" y="1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29"/>
            <p:cNvSpPr/>
            <p:nvPr/>
          </p:nvSpPr>
          <p:spPr>
            <a:xfrm>
              <a:off x="3454450" y="4302575"/>
              <a:ext cx="55025" cy="71550"/>
            </a:xfrm>
            <a:custGeom>
              <a:avLst/>
              <a:gdLst/>
              <a:ahLst/>
              <a:cxnLst/>
              <a:rect l="l" t="t" r="r" b="b"/>
              <a:pathLst>
                <a:path w="2201" h="2862" extrusionOk="0">
                  <a:moveTo>
                    <a:pt x="1825" y="2812"/>
                  </a:moveTo>
                  <a:cubicBezTo>
                    <a:pt x="2200" y="1537"/>
                    <a:pt x="1425" y="100"/>
                    <a:pt x="38" y="0"/>
                  </a:cubicBezTo>
                  <a:cubicBezTo>
                    <a:pt x="1" y="0"/>
                    <a:pt x="1" y="50"/>
                    <a:pt x="38" y="50"/>
                  </a:cubicBezTo>
                  <a:cubicBezTo>
                    <a:pt x="1300" y="375"/>
                    <a:pt x="2100" y="1462"/>
                    <a:pt x="1750" y="2787"/>
                  </a:cubicBezTo>
                  <a:cubicBezTo>
                    <a:pt x="1738" y="2837"/>
                    <a:pt x="1813" y="2862"/>
                    <a:pt x="1838" y="27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29"/>
            <p:cNvSpPr/>
            <p:nvPr/>
          </p:nvSpPr>
          <p:spPr>
            <a:xfrm>
              <a:off x="3809050" y="4281625"/>
              <a:ext cx="20025" cy="15350"/>
            </a:xfrm>
            <a:custGeom>
              <a:avLst/>
              <a:gdLst/>
              <a:ahLst/>
              <a:cxnLst/>
              <a:rect l="l" t="t" r="r" b="b"/>
              <a:pathLst>
                <a:path w="801" h="614" extrusionOk="0">
                  <a:moveTo>
                    <a:pt x="113" y="563"/>
                  </a:moveTo>
                  <a:cubicBezTo>
                    <a:pt x="250" y="326"/>
                    <a:pt x="488" y="163"/>
                    <a:pt x="750" y="101"/>
                  </a:cubicBezTo>
                  <a:cubicBezTo>
                    <a:pt x="800" y="88"/>
                    <a:pt x="788" y="1"/>
                    <a:pt x="738" y="1"/>
                  </a:cubicBezTo>
                  <a:cubicBezTo>
                    <a:pt x="425" y="38"/>
                    <a:pt x="163" y="226"/>
                    <a:pt x="26" y="501"/>
                  </a:cubicBezTo>
                  <a:cubicBezTo>
                    <a:pt x="1" y="563"/>
                    <a:pt x="75" y="613"/>
                    <a:pt x="113" y="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29"/>
            <p:cNvSpPr/>
            <p:nvPr/>
          </p:nvSpPr>
          <p:spPr>
            <a:xfrm>
              <a:off x="3812475" y="4278200"/>
              <a:ext cx="16900" cy="5950"/>
            </a:xfrm>
            <a:custGeom>
              <a:avLst/>
              <a:gdLst/>
              <a:ahLst/>
              <a:cxnLst/>
              <a:rect l="l" t="t" r="r" b="b"/>
              <a:pathLst>
                <a:path w="676" h="238" extrusionOk="0">
                  <a:moveTo>
                    <a:pt x="613" y="113"/>
                  </a:moveTo>
                  <a:cubicBezTo>
                    <a:pt x="438" y="25"/>
                    <a:pt x="251" y="0"/>
                    <a:pt x="63" y="25"/>
                  </a:cubicBezTo>
                  <a:cubicBezTo>
                    <a:pt x="1" y="38"/>
                    <a:pt x="26" y="138"/>
                    <a:pt x="76" y="138"/>
                  </a:cubicBezTo>
                  <a:cubicBezTo>
                    <a:pt x="251" y="138"/>
                    <a:pt x="413" y="163"/>
                    <a:pt x="576" y="213"/>
                  </a:cubicBezTo>
                  <a:cubicBezTo>
                    <a:pt x="651" y="238"/>
                    <a:pt x="676" y="138"/>
                    <a:pt x="61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29"/>
            <p:cNvSpPr/>
            <p:nvPr/>
          </p:nvSpPr>
          <p:spPr>
            <a:xfrm>
              <a:off x="3801250" y="4294125"/>
              <a:ext cx="9375" cy="7850"/>
            </a:xfrm>
            <a:custGeom>
              <a:avLst/>
              <a:gdLst/>
              <a:ahLst/>
              <a:cxnLst/>
              <a:rect l="l" t="t" r="r" b="b"/>
              <a:pathLst>
                <a:path w="375" h="314" extrusionOk="0">
                  <a:moveTo>
                    <a:pt x="263" y="88"/>
                  </a:moveTo>
                  <a:cubicBezTo>
                    <a:pt x="213" y="113"/>
                    <a:pt x="138" y="88"/>
                    <a:pt x="113" y="38"/>
                  </a:cubicBezTo>
                  <a:cubicBezTo>
                    <a:pt x="75" y="1"/>
                    <a:pt x="0" y="38"/>
                    <a:pt x="13" y="88"/>
                  </a:cubicBezTo>
                  <a:cubicBezTo>
                    <a:pt x="75" y="238"/>
                    <a:pt x="250" y="313"/>
                    <a:pt x="338" y="151"/>
                  </a:cubicBezTo>
                  <a:cubicBezTo>
                    <a:pt x="375" y="101"/>
                    <a:pt x="300" y="38"/>
                    <a:pt x="26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29"/>
            <p:cNvSpPr/>
            <p:nvPr/>
          </p:nvSpPr>
          <p:spPr>
            <a:xfrm>
              <a:off x="3783125" y="4280700"/>
              <a:ext cx="20025" cy="15650"/>
            </a:xfrm>
            <a:custGeom>
              <a:avLst/>
              <a:gdLst/>
              <a:ahLst/>
              <a:cxnLst/>
              <a:rect l="l" t="t" r="r" b="b"/>
              <a:pathLst>
                <a:path w="801" h="626" extrusionOk="0">
                  <a:moveTo>
                    <a:pt x="775" y="538"/>
                  </a:moveTo>
                  <a:cubicBezTo>
                    <a:pt x="625" y="288"/>
                    <a:pt x="350" y="0"/>
                    <a:pt x="38" y="63"/>
                  </a:cubicBezTo>
                  <a:cubicBezTo>
                    <a:pt x="0" y="75"/>
                    <a:pt x="0" y="138"/>
                    <a:pt x="38" y="150"/>
                  </a:cubicBezTo>
                  <a:cubicBezTo>
                    <a:pt x="313" y="213"/>
                    <a:pt x="550" y="363"/>
                    <a:pt x="700" y="588"/>
                  </a:cubicBezTo>
                  <a:cubicBezTo>
                    <a:pt x="738" y="625"/>
                    <a:pt x="800" y="575"/>
                    <a:pt x="775" y="5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29"/>
            <p:cNvSpPr/>
            <p:nvPr/>
          </p:nvSpPr>
          <p:spPr>
            <a:xfrm>
              <a:off x="3783425" y="4276325"/>
              <a:ext cx="24400" cy="10325"/>
            </a:xfrm>
            <a:custGeom>
              <a:avLst/>
              <a:gdLst/>
              <a:ahLst/>
              <a:cxnLst/>
              <a:rect l="l" t="t" r="r" b="b"/>
              <a:pathLst>
                <a:path w="976" h="413" extrusionOk="0">
                  <a:moveTo>
                    <a:pt x="113" y="288"/>
                  </a:moveTo>
                  <a:cubicBezTo>
                    <a:pt x="363" y="125"/>
                    <a:pt x="613" y="188"/>
                    <a:pt x="838" y="363"/>
                  </a:cubicBezTo>
                  <a:cubicBezTo>
                    <a:pt x="888" y="413"/>
                    <a:pt x="976" y="325"/>
                    <a:pt x="913" y="275"/>
                  </a:cubicBezTo>
                  <a:cubicBezTo>
                    <a:pt x="688" y="25"/>
                    <a:pt x="313" y="0"/>
                    <a:pt x="51" y="213"/>
                  </a:cubicBezTo>
                  <a:cubicBezTo>
                    <a:pt x="1" y="250"/>
                    <a:pt x="63" y="325"/>
                    <a:pt x="113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29"/>
            <p:cNvSpPr/>
            <p:nvPr/>
          </p:nvSpPr>
          <p:spPr>
            <a:xfrm>
              <a:off x="3804375" y="4278500"/>
              <a:ext cx="13750" cy="8150"/>
            </a:xfrm>
            <a:custGeom>
              <a:avLst/>
              <a:gdLst/>
              <a:ahLst/>
              <a:cxnLst/>
              <a:rect l="l" t="t" r="r" b="b"/>
              <a:pathLst>
                <a:path w="550" h="326" extrusionOk="0">
                  <a:moveTo>
                    <a:pt x="138" y="276"/>
                  </a:moveTo>
                  <a:cubicBezTo>
                    <a:pt x="238" y="188"/>
                    <a:pt x="362" y="126"/>
                    <a:pt x="487" y="113"/>
                  </a:cubicBezTo>
                  <a:cubicBezTo>
                    <a:pt x="550" y="113"/>
                    <a:pt x="525" y="26"/>
                    <a:pt x="475" y="13"/>
                  </a:cubicBezTo>
                  <a:cubicBezTo>
                    <a:pt x="312" y="1"/>
                    <a:pt x="163" y="76"/>
                    <a:pt x="50" y="188"/>
                  </a:cubicBezTo>
                  <a:cubicBezTo>
                    <a:pt x="0" y="238"/>
                    <a:pt x="88" y="326"/>
                    <a:pt x="138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29"/>
            <p:cNvSpPr/>
            <p:nvPr/>
          </p:nvSpPr>
          <p:spPr>
            <a:xfrm>
              <a:off x="3798750" y="4264450"/>
              <a:ext cx="14375" cy="12525"/>
            </a:xfrm>
            <a:custGeom>
              <a:avLst/>
              <a:gdLst/>
              <a:ahLst/>
              <a:cxnLst/>
              <a:rect l="l" t="t" r="r" b="b"/>
              <a:pathLst>
                <a:path w="575" h="501" extrusionOk="0">
                  <a:moveTo>
                    <a:pt x="275" y="475"/>
                  </a:moveTo>
                  <a:cubicBezTo>
                    <a:pt x="400" y="463"/>
                    <a:pt x="537" y="425"/>
                    <a:pt x="550" y="288"/>
                  </a:cubicBezTo>
                  <a:cubicBezTo>
                    <a:pt x="575" y="163"/>
                    <a:pt x="475" y="63"/>
                    <a:pt x="363" y="63"/>
                  </a:cubicBezTo>
                  <a:cubicBezTo>
                    <a:pt x="63" y="0"/>
                    <a:pt x="0" y="463"/>
                    <a:pt x="300" y="488"/>
                  </a:cubicBezTo>
                  <a:cubicBezTo>
                    <a:pt x="375" y="500"/>
                    <a:pt x="400" y="375"/>
                    <a:pt x="325" y="363"/>
                  </a:cubicBezTo>
                  <a:lnTo>
                    <a:pt x="275" y="350"/>
                  </a:lnTo>
                  <a:cubicBezTo>
                    <a:pt x="200" y="350"/>
                    <a:pt x="200" y="475"/>
                    <a:pt x="275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29"/>
            <p:cNvSpPr/>
            <p:nvPr/>
          </p:nvSpPr>
          <p:spPr>
            <a:xfrm>
              <a:off x="6793275" y="2739850"/>
              <a:ext cx="104675" cy="111550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3899" y="1800"/>
                  </a:moveTo>
                  <a:cubicBezTo>
                    <a:pt x="4087" y="3375"/>
                    <a:pt x="2275" y="4462"/>
                    <a:pt x="1062" y="3325"/>
                  </a:cubicBezTo>
                  <a:cubicBezTo>
                    <a:pt x="125" y="2450"/>
                    <a:pt x="563" y="988"/>
                    <a:pt x="1212" y="75"/>
                  </a:cubicBezTo>
                  <a:cubicBezTo>
                    <a:pt x="1237" y="38"/>
                    <a:pt x="1187" y="0"/>
                    <a:pt x="1150" y="25"/>
                  </a:cubicBezTo>
                  <a:cubicBezTo>
                    <a:pt x="213" y="1038"/>
                    <a:pt x="0" y="2975"/>
                    <a:pt x="1387" y="3712"/>
                  </a:cubicBezTo>
                  <a:cubicBezTo>
                    <a:pt x="2737" y="4424"/>
                    <a:pt x="4187" y="3237"/>
                    <a:pt x="3999" y="1800"/>
                  </a:cubicBezTo>
                  <a:cubicBezTo>
                    <a:pt x="3999" y="1738"/>
                    <a:pt x="3887" y="1738"/>
                    <a:pt x="3899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29"/>
            <p:cNvSpPr/>
            <p:nvPr/>
          </p:nvSpPr>
          <p:spPr>
            <a:xfrm>
              <a:off x="6818575" y="2481475"/>
              <a:ext cx="146850" cy="263400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75" y="10510"/>
                  </a:moveTo>
                  <a:cubicBezTo>
                    <a:pt x="1950" y="9186"/>
                    <a:pt x="4362" y="7986"/>
                    <a:pt x="5137" y="5674"/>
                  </a:cubicBezTo>
                  <a:cubicBezTo>
                    <a:pt x="5724" y="3950"/>
                    <a:pt x="5874" y="1463"/>
                    <a:pt x="4612" y="26"/>
                  </a:cubicBezTo>
                  <a:cubicBezTo>
                    <a:pt x="4587" y="1"/>
                    <a:pt x="4537" y="38"/>
                    <a:pt x="4562" y="63"/>
                  </a:cubicBezTo>
                  <a:cubicBezTo>
                    <a:pt x="5761" y="1700"/>
                    <a:pt x="5586" y="4462"/>
                    <a:pt x="4737" y="6224"/>
                  </a:cubicBezTo>
                  <a:cubicBezTo>
                    <a:pt x="3812" y="8124"/>
                    <a:pt x="1700" y="9236"/>
                    <a:pt x="38" y="10448"/>
                  </a:cubicBezTo>
                  <a:cubicBezTo>
                    <a:pt x="0" y="10473"/>
                    <a:pt x="38" y="10535"/>
                    <a:pt x="75" y="10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29"/>
            <p:cNvSpPr/>
            <p:nvPr/>
          </p:nvSpPr>
          <p:spPr>
            <a:xfrm>
              <a:off x="6840750" y="2448375"/>
              <a:ext cx="85000" cy="100300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350" y="1087"/>
                  </a:moveTo>
                  <a:cubicBezTo>
                    <a:pt x="2500" y="587"/>
                    <a:pt x="1313" y="387"/>
                    <a:pt x="576" y="1225"/>
                  </a:cubicBezTo>
                  <a:cubicBezTo>
                    <a:pt x="151" y="1700"/>
                    <a:pt x="1" y="2837"/>
                    <a:pt x="413" y="3387"/>
                  </a:cubicBezTo>
                  <a:cubicBezTo>
                    <a:pt x="900" y="4012"/>
                    <a:pt x="2038" y="3924"/>
                    <a:pt x="2375" y="3187"/>
                  </a:cubicBezTo>
                  <a:cubicBezTo>
                    <a:pt x="2575" y="2749"/>
                    <a:pt x="2550" y="2237"/>
                    <a:pt x="2300" y="1812"/>
                  </a:cubicBezTo>
                  <a:cubicBezTo>
                    <a:pt x="1938" y="1175"/>
                    <a:pt x="975" y="775"/>
                    <a:pt x="863" y="25"/>
                  </a:cubicBezTo>
                  <a:cubicBezTo>
                    <a:pt x="863" y="0"/>
                    <a:pt x="813" y="0"/>
                    <a:pt x="813" y="25"/>
                  </a:cubicBezTo>
                  <a:cubicBezTo>
                    <a:pt x="825" y="437"/>
                    <a:pt x="1100" y="675"/>
                    <a:pt x="1388" y="950"/>
                  </a:cubicBezTo>
                  <a:cubicBezTo>
                    <a:pt x="1675" y="1225"/>
                    <a:pt x="2050" y="1512"/>
                    <a:pt x="2200" y="1862"/>
                  </a:cubicBezTo>
                  <a:cubicBezTo>
                    <a:pt x="2563" y="2724"/>
                    <a:pt x="2313" y="3724"/>
                    <a:pt x="1200" y="3587"/>
                  </a:cubicBezTo>
                  <a:cubicBezTo>
                    <a:pt x="850" y="3649"/>
                    <a:pt x="626" y="3524"/>
                    <a:pt x="551" y="3174"/>
                  </a:cubicBezTo>
                  <a:cubicBezTo>
                    <a:pt x="426" y="3087"/>
                    <a:pt x="338" y="2949"/>
                    <a:pt x="338" y="2799"/>
                  </a:cubicBezTo>
                  <a:cubicBezTo>
                    <a:pt x="338" y="2737"/>
                    <a:pt x="338" y="2674"/>
                    <a:pt x="338" y="2612"/>
                  </a:cubicBezTo>
                  <a:cubicBezTo>
                    <a:pt x="313" y="2362"/>
                    <a:pt x="313" y="2100"/>
                    <a:pt x="363" y="1850"/>
                  </a:cubicBezTo>
                  <a:cubicBezTo>
                    <a:pt x="713" y="487"/>
                    <a:pt x="2375" y="612"/>
                    <a:pt x="3312" y="1150"/>
                  </a:cubicBezTo>
                  <a:cubicBezTo>
                    <a:pt x="3362" y="1175"/>
                    <a:pt x="3400" y="1112"/>
                    <a:pt x="3362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29"/>
            <p:cNvSpPr/>
            <p:nvPr/>
          </p:nvSpPr>
          <p:spPr>
            <a:xfrm>
              <a:off x="6857625" y="2386200"/>
              <a:ext cx="13450" cy="55325"/>
            </a:xfrm>
            <a:custGeom>
              <a:avLst/>
              <a:gdLst/>
              <a:ahLst/>
              <a:cxnLst/>
              <a:rect l="l" t="t" r="r" b="b"/>
              <a:pathLst>
                <a:path w="538" h="2213" extrusionOk="0">
                  <a:moveTo>
                    <a:pt x="138" y="2162"/>
                  </a:moveTo>
                  <a:cubicBezTo>
                    <a:pt x="63" y="1387"/>
                    <a:pt x="300" y="775"/>
                    <a:pt x="525" y="50"/>
                  </a:cubicBezTo>
                  <a:cubicBezTo>
                    <a:pt x="538" y="13"/>
                    <a:pt x="488" y="0"/>
                    <a:pt x="463" y="25"/>
                  </a:cubicBezTo>
                  <a:cubicBezTo>
                    <a:pt x="51" y="613"/>
                    <a:pt x="1" y="1475"/>
                    <a:pt x="63" y="2162"/>
                  </a:cubicBezTo>
                  <a:cubicBezTo>
                    <a:pt x="63" y="2212"/>
                    <a:pt x="150" y="2212"/>
                    <a:pt x="138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29"/>
            <p:cNvSpPr/>
            <p:nvPr/>
          </p:nvSpPr>
          <p:spPr>
            <a:xfrm>
              <a:off x="6804825" y="2632075"/>
              <a:ext cx="96875" cy="82175"/>
            </a:xfrm>
            <a:custGeom>
              <a:avLst/>
              <a:gdLst/>
              <a:ahLst/>
              <a:cxnLst/>
              <a:rect l="l" t="t" r="r" b="b"/>
              <a:pathLst>
                <a:path w="3875" h="3287" extrusionOk="0">
                  <a:moveTo>
                    <a:pt x="3800" y="2200"/>
                  </a:moveTo>
                  <a:cubicBezTo>
                    <a:pt x="3125" y="2712"/>
                    <a:pt x="2300" y="3174"/>
                    <a:pt x="1425" y="2937"/>
                  </a:cubicBezTo>
                  <a:cubicBezTo>
                    <a:pt x="963" y="2799"/>
                    <a:pt x="575" y="2474"/>
                    <a:pt x="363" y="2050"/>
                  </a:cubicBezTo>
                  <a:cubicBezTo>
                    <a:pt x="213" y="1762"/>
                    <a:pt x="126" y="1450"/>
                    <a:pt x="126" y="1137"/>
                  </a:cubicBezTo>
                  <a:cubicBezTo>
                    <a:pt x="138" y="400"/>
                    <a:pt x="563" y="250"/>
                    <a:pt x="1400" y="687"/>
                  </a:cubicBezTo>
                  <a:cubicBezTo>
                    <a:pt x="1363" y="712"/>
                    <a:pt x="1400" y="787"/>
                    <a:pt x="1438" y="750"/>
                  </a:cubicBezTo>
                  <a:cubicBezTo>
                    <a:pt x="1813" y="463"/>
                    <a:pt x="1400" y="125"/>
                    <a:pt x="1050" y="75"/>
                  </a:cubicBezTo>
                  <a:cubicBezTo>
                    <a:pt x="388" y="0"/>
                    <a:pt x="1" y="675"/>
                    <a:pt x="26" y="1262"/>
                  </a:cubicBezTo>
                  <a:cubicBezTo>
                    <a:pt x="63" y="2050"/>
                    <a:pt x="613" y="2837"/>
                    <a:pt x="1388" y="3049"/>
                  </a:cubicBezTo>
                  <a:cubicBezTo>
                    <a:pt x="2312" y="3287"/>
                    <a:pt x="3162" y="2824"/>
                    <a:pt x="3837" y="2237"/>
                  </a:cubicBezTo>
                  <a:cubicBezTo>
                    <a:pt x="3875" y="2212"/>
                    <a:pt x="3825" y="2175"/>
                    <a:pt x="3800" y="2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29"/>
            <p:cNvSpPr/>
            <p:nvPr/>
          </p:nvSpPr>
          <p:spPr>
            <a:xfrm>
              <a:off x="6762650" y="2704850"/>
              <a:ext cx="110625" cy="22850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4324" y="26"/>
                  </a:moveTo>
                  <a:cubicBezTo>
                    <a:pt x="3325" y="876"/>
                    <a:pt x="1175" y="913"/>
                    <a:pt x="63" y="326"/>
                  </a:cubicBezTo>
                  <a:cubicBezTo>
                    <a:pt x="26" y="313"/>
                    <a:pt x="1" y="363"/>
                    <a:pt x="26" y="388"/>
                  </a:cubicBezTo>
                  <a:cubicBezTo>
                    <a:pt x="713" y="901"/>
                    <a:pt x="1700" y="826"/>
                    <a:pt x="2512" y="738"/>
                  </a:cubicBezTo>
                  <a:cubicBezTo>
                    <a:pt x="3175" y="663"/>
                    <a:pt x="3862" y="538"/>
                    <a:pt x="4387" y="88"/>
                  </a:cubicBezTo>
                  <a:cubicBezTo>
                    <a:pt x="4424" y="51"/>
                    <a:pt x="4374" y="1"/>
                    <a:pt x="4324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29"/>
            <p:cNvSpPr/>
            <p:nvPr/>
          </p:nvSpPr>
          <p:spPr>
            <a:xfrm>
              <a:off x="6751100" y="27051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350"/>
                  </a:moveTo>
                  <a:cubicBezTo>
                    <a:pt x="488" y="263"/>
                    <a:pt x="463" y="150"/>
                    <a:pt x="400" y="88"/>
                  </a:cubicBezTo>
                  <a:cubicBezTo>
                    <a:pt x="338" y="25"/>
                    <a:pt x="238" y="0"/>
                    <a:pt x="150" y="13"/>
                  </a:cubicBezTo>
                  <a:cubicBezTo>
                    <a:pt x="125" y="13"/>
                    <a:pt x="88" y="25"/>
                    <a:pt x="63" y="50"/>
                  </a:cubicBezTo>
                  <a:cubicBezTo>
                    <a:pt x="38" y="88"/>
                    <a:pt x="25" y="125"/>
                    <a:pt x="25" y="163"/>
                  </a:cubicBezTo>
                  <a:cubicBezTo>
                    <a:pt x="0" y="288"/>
                    <a:pt x="63" y="413"/>
                    <a:pt x="175" y="463"/>
                  </a:cubicBezTo>
                  <a:cubicBezTo>
                    <a:pt x="313" y="475"/>
                    <a:pt x="425" y="375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29"/>
            <p:cNvSpPr/>
            <p:nvPr/>
          </p:nvSpPr>
          <p:spPr>
            <a:xfrm>
              <a:off x="6748900" y="2702675"/>
              <a:ext cx="16275" cy="18450"/>
            </a:xfrm>
            <a:custGeom>
              <a:avLst/>
              <a:gdLst/>
              <a:ahLst/>
              <a:cxnLst/>
              <a:rect l="l" t="t" r="r" b="b"/>
              <a:pathLst>
                <a:path w="651" h="738" extrusionOk="0">
                  <a:moveTo>
                    <a:pt x="601" y="463"/>
                  </a:moveTo>
                  <a:cubicBezTo>
                    <a:pt x="650" y="300"/>
                    <a:pt x="563" y="113"/>
                    <a:pt x="388" y="63"/>
                  </a:cubicBezTo>
                  <a:cubicBezTo>
                    <a:pt x="251" y="0"/>
                    <a:pt x="76" y="88"/>
                    <a:pt x="63" y="250"/>
                  </a:cubicBezTo>
                  <a:cubicBezTo>
                    <a:pt x="1" y="650"/>
                    <a:pt x="563" y="738"/>
                    <a:pt x="563" y="338"/>
                  </a:cubicBezTo>
                  <a:cubicBezTo>
                    <a:pt x="563" y="288"/>
                    <a:pt x="501" y="275"/>
                    <a:pt x="488" y="325"/>
                  </a:cubicBezTo>
                  <a:cubicBezTo>
                    <a:pt x="163" y="438"/>
                    <a:pt x="88" y="425"/>
                    <a:pt x="263" y="275"/>
                  </a:cubicBezTo>
                  <a:cubicBezTo>
                    <a:pt x="376" y="100"/>
                    <a:pt x="438" y="150"/>
                    <a:pt x="476" y="425"/>
                  </a:cubicBezTo>
                  <a:cubicBezTo>
                    <a:pt x="451" y="513"/>
                    <a:pt x="576" y="538"/>
                    <a:pt x="601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29"/>
            <p:cNvSpPr/>
            <p:nvPr/>
          </p:nvSpPr>
          <p:spPr>
            <a:xfrm>
              <a:off x="6927925" y="2476175"/>
              <a:ext cx="3450" cy="2825"/>
            </a:xfrm>
            <a:custGeom>
              <a:avLst/>
              <a:gdLst/>
              <a:ahLst/>
              <a:cxnLst/>
              <a:rect l="l" t="t" r="r" b="b"/>
              <a:pathLst>
                <a:path w="138" h="113" extrusionOk="0">
                  <a:moveTo>
                    <a:pt x="63" y="25"/>
                  </a:moveTo>
                  <a:lnTo>
                    <a:pt x="38" y="38"/>
                  </a:lnTo>
                  <a:cubicBezTo>
                    <a:pt x="0" y="50"/>
                    <a:pt x="0" y="88"/>
                    <a:pt x="38" y="100"/>
                  </a:cubicBezTo>
                  <a:lnTo>
                    <a:pt x="63" y="100"/>
                  </a:lnTo>
                  <a:cubicBezTo>
                    <a:pt x="125" y="113"/>
                    <a:pt x="138" y="0"/>
                    <a:pt x="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29"/>
            <p:cNvSpPr/>
            <p:nvPr/>
          </p:nvSpPr>
          <p:spPr>
            <a:xfrm>
              <a:off x="6869800" y="2346825"/>
              <a:ext cx="17850" cy="42200"/>
            </a:xfrm>
            <a:custGeom>
              <a:avLst/>
              <a:gdLst/>
              <a:ahLst/>
              <a:cxnLst/>
              <a:rect l="l" t="t" r="r" b="b"/>
              <a:pathLst>
                <a:path w="714" h="1688" extrusionOk="0">
                  <a:moveTo>
                    <a:pt x="101" y="1663"/>
                  </a:moveTo>
                  <a:cubicBezTo>
                    <a:pt x="638" y="1463"/>
                    <a:pt x="713" y="513"/>
                    <a:pt x="576" y="51"/>
                  </a:cubicBezTo>
                  <a:cubicBezTo>
                    <a:pt x="551" y="1"/>
                    <a:pt x="463" y="13"/>
                    <a:pt x="476" y="63"/>
                  </a:cubicBezTo>
                  <a:cubicBezTo>
                    <a:pt x="513" y="313"/>
                    <a:pt x="526" y="563"/>
                    <a:pt x="488" y="800"/>
                  </a:cubicBezTo>
                  <a:cubicBezTo>
                    <a:pt x="438" y="1038"/>
                    <a:pt x="326" y="1463"/>
                    <a:pt x="76" y="1550"/>
                  </a:cubicBezTo>
                  <a:cubicBezTo>
                    <a:pt x="1" y="1575"/>
                    <a:pt x="38" y="1688"/>
                    <a:pt x="101" y="1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29"/>
            <p:cNvSpPr/>
            <p:nvPr/>
          </p:nvSpPr>
          <p:spPr>
            <a:xfrm>
              <a:off x="6865425" y="2346525"/>
              <a:ext cx="19725" cy="42200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676" y="50"/>
                  </a:moveTo>
                  <a:cubicBezTo>
                    <a:pt x="313" y="400"/>
                    <a:pt x="1" y="1125"/>
                    <a:pt x="151" y="1625"/>
                  </a:cubicBezTo>
                  <a:cubicBezTo>
                    <a:pt x="163" y="1687"/>
                    <a:pt x="251" y="1662"/>
                    <a:pt x="238" y="1600"/>
                  </a:cubicBezTo>
                  <a:cubicBezTo>
                    <a:pt x="188" y="1062"/>
                    <a:pt x="376" y="513"/>
                    <a:pt x="751" y="113"/>
                  </a:cubicBezTo>
                  <a:cubicBezTo>
                    <a:pt x="788" y="63"/>
                    <a:pt x="726" y="0"/>
                    <a:pt x="676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29"/>
            <p:cNvSpPr/>
            <p:nvPr/>
          </p:nvSpPr>
          <p:spPr>
            <a:xfrm>
              <a:off x="6831375" y="2415875"/>
              <a:ext cx="30025" cy="33150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88" y="1275"/>
                  </a:moveTo>
                  <a:cubicBezTo>
                    <a:pt x="1200" y="938"/>
                    <a:pt x="1026" y="663"/>
                    <a:pt x="813" y="413"/>
                  </a:cubicBezTo>
                  <a:cubicBezTo>
                    <a:pt x="638" y="163"/>
                    <a:pt x="351" y="13"/>
                    <a:pt x="51" y="0"/>
                  </a:cubicBezTo>
                  <a:cubicBezTo>
                    <a:pt x="13" y="0"/>
                    <a:pt x="1" y="75"/>
                    <a:pt x="38" y="75"/>
                  </a:cubicBezTo>
                  <a:cubicBezTo>
                    <a:pt x="326" y="100"/>
                    <a:pt x="588" y="238"/>
                    <a:pt x="763" y="463"/>
                  </a:cubicBezTo>
                  <a:cubicBezTo>
                    <a:pt x="951" y="713"/>
                    <a:pt x="1125" y="950"/>
                    <a:pt x="1101" y="1275"/>
                  </a:cubicBezTo>
                  <a:cubicBezTo>
                    <a:pt x="1101" y="1325"/>
                    <a:pt x="1175" y="1325"/>
                    <a:pt x="1188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29"/>
            <p:cNvSpPr/>
            <p:nvPr/>
          </p:nvSpPr>
          <p:spPr>
            <a:xfrm>
              <a:off x="6831375" y="2415550"/>
              <a:ext cx="29400" cy="33475"/>
            </a:xfrm>
            <a:custGeom>
              <a:avLst/>
              <a:gdLst/>
              <a:ahLst/>
              <a:cxnLst/>
              <a:rect l="l" t="t" r="r" b="b"/>
              <a:pathLst>
                <a:path w="1176" h="1339" extrusionOk="0">
                  <a:moveTo>
                    <a:pt x="13" y="63"/>
                  </a:moveTo>
                  <a:cubicBezTo>
                    <a:pt x="101" y="626"/>
                    <a:pt x="501" y="1201"/>
                    <a:pt x="1076" y="1313"/>
                  </a:cubicBezTo>
                  <a:cubicBezTo>
                    <a:pt x="1138" y="1338"/>
                    <a:pt x="1175" y="1251"/>
                    <a:pt x="1125" y="1213"/>
                  </a:cubicBezTo>
                  <a:cubicBezTo>
                    <a:pt x="888" y="1076"/>
                    <a:pt x="651" y="1013"/>
                    <a:pt x="476" y="776"/>
                  </a:cubicBezTo>
                  <a:cubicBezTo>
                    <a:pt x="301" y="563"/>
                    <a:pt x="163" y="313"/>
                    <a:pt x="88" y="38"/>
                  </a:cubicBezTo>
                  <a:cubicBezTo>
                    <a:pt x="76" y="1"/>
                    <a:pt x="1" y="13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29"/>
            <p:cNvSpPr/>
            <p:nvPr/>
          </p:nvSpPr>
          <p:spPr>
            <a:xfrm>
              <a:off x="6767025" y="2718300"/>
              <a:ext cx="86575" cy="38750"/>
            </a:xfrm>
            <a:custGeom>
              <a:avLst/>
              <a:gdLst/>
              <a:ahLst/>
              <a:cxnLst/>
              <a:rect l="l" t="t" r="r" b="b"/>
              <a:pathLst>
                <a:path w="3463" h="1550" extrusionOk="0">
                  <a:moveTo>
                    <a:pt x="3387" y="38"/>
                  </a:moveTo>
                  <a:cubicBezTo>
                    <a:pt x="2387" y="738"/>
                    <a:pt x="1250" y="1225"/>
                    <a:pt x="50" y="1437"/>
                  </a:cubicBezTo>
                  <a:cubicBezTo>
                    <a:pt x="0" y="1450"/>
                    <a:pt x="25" y="1550"/>
                    <a:pt x="88" y="1537"/>
                  </a:cubicBezTo>
                  <a:cubicBezTo>
                    <a:pt x="1288" y="1312"/>
                    <a:pt x="2437" y="825"/>
                    <a:pt x="3425" y="100"/>
                  </a:cubicBezTo>
                  <a:cubicBezTo>
                    <a:pt x="3462" y="75"/>
                    <a:pt x="3425" y="0"/>
                    <a:pt x="338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29"/>
            <p:cNvSpPr/>
            <p:nvPr/>
          </p:nvSpPr>
          <p:spPr>
            <a:xfrm>
              <a:off x="6752975" y="2749525"/>
              <a:ext cx="16250" cy="17850"/>
            </a:xfrm>
            <a:custGeom>
              <a:avLst/>
              <a:gdLst/>
              <a:ahLst/>
              <a:cxnLst/>
              <a:rect l="l" t="t" r="r" b="b"/>
              <a:pathLst>
                <a:path w="650" h="714" extrusionOk="0">
                  <a:moveTo>
                    <a:pt x="575" y="188"/>
                  </a:moveTo>
                  <a:cubicBezTo>
                    <a:pt x="363" y="1"/>
                    <a:pt x="0" y="238"/>
                    <a:pt x="213" y="476"/>
                  </a:cubicBezTo>
                  <a:cubicBezTo>
                    <a:pt x="413" y="713"/>
                    <a:pt x="650" y="376"/>
                    <a:pt x="562" y="163"/>
                  </a:cubicBezTo>
                  <a:cubicBezTo>
                    <a:pt x="537" y="126"/>
                    <a:pt x="487" y="138"/>
                    <a:pt x="487" y="176"/>
                  </a:cubicBezTo>
                  <a:cubicBezTo>
                    <a:pt x="487" y="213"/>
                    <a:pt x="487" y="251"/>
                    <a:pt x="487" y="288"/>
                  </a:cubicBezTo>
                  <a:cubicBezTo>
                    <a:pt x="475" y="376"/>
                    <a:pt x="487" y="363"/>
                    <a:pt x="512" y="263"/>
                  </a:cubicBezTo>
                  <a:cubicBezTo>
                    <a:pt x="550" y="288"/>
                    <a:pt x="612" y="238"/>
                    <a:pt x="5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29"/>
            <p:cNvSpPr/>
            <p:nvPr/>
          </p:nvSpPr>
          <p:spPr>
            <a:xfrm>
              <a:off x="6783275" y="2681125"/>
              <a:ext cx="81875" cy="30625"/>
            </a:xfrm>
            <a:custGeom>
              <a:avLst/>
              <a:gdLst/>
              <a:ahLst/>
              <a:cxnLst/>
              <a:rect l="l" t="t" r="r" b="b"/>
              <a:pathLst>
                <a:path w="3275" h="1225" extrusionOk="0">
                  <a:moveTo>
                    <a:pt x="3212" y="1000"/>
                  </a:moveTo>
                  <a:cubicBezTo>
                    <a:pt x="2000" y="1137"/>
                    <a:pt x="988" y="800"/>
                    <a:pt x="63" y="25"/>
                  </a:cubicBezTo>
                  <a:cubicBezTo>
                    <a:pt x="25" y="0"/>
                    <a:pt x="0" y="38"/>
                    <a:pt x="13" y="75"/>
                  </a:cubicBezTo>
                  <a:cubicBezTo>
                    <a:pt x="738" y="1000"/>
                    <a:pt x="2112" y="1225"/>
                    <a:pt x="3212" y="1087"/>
                  </a:cubicBezTo>
                  <a:cubicBezTo>
                    <a:pt x="3274" y="1087"/>
                    <a:pt x="3274" y="987"/>
                    <a:pt x="3212" y="1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29"/>
            <p:cNvSpPr/>
            <p:nvPr/>
          </p:nvSpPr>
          <p:spPr>
            <a:xfrm>
              <a:off x="6773575" y="2671750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338" y="25"/>
                  </a:moveTo>
                  <a:cubicBezTo>
                    <a:pt x="38" y="0"/>
                    <a:pt x="1" y="450"/>
                    <a:pt x="301" y="488"/>
                  </a:cubicBezTo>
                  <a:cubicBezTo>
                    <a:pt x="601" y="513"/>
                    <a:pt x="563" y="75"/>
                    <a:pt x="276" y="88"/>
                  </a:cubicBezTo>
                  <a:cubicBezTo>
                    <a:pt x="238" y="88"/>
                    <a:pt x="226" y="138"/>
                    <a:pt x="263" y="150"/>
                  </a:cubicBezTo>
                  <a:cubicBezTo>
                    <a:pt x="313" y="213"/>
                    <a:pt x="338" y="188"/>
                    <a:pt x="338" y="100"/>
                  </a:cubicBezTo>
                  <a:cubicBezTo>
                    <a:pt x="388" y="100"/>
                    <a:pt x="388" y="25"/>
                    <a:pt x="338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29"/>
            <p:cNvSpPr/>
            <p:nvPr/>
          </p:nvSpPr>
          <p:spPr>
            <a:xfrm>
              <a:off x="6888250" y="2270600"/>
              <a:ext cx="60000" cy="237450"/>
            </a:xfrm>
            <a:custGeom>
              <a:avLst/>
              <a:gdLst/>
              <a:ahLst/>
              <a:cxnLst/>
              <a:rect l="l" t="t" r="r" b="b"/>
              <a:pathLst>
                <a:path w="2400" h="9498" extrusionOk="0">
                  <a:moveTo>
                    <a:pt x="2387" y="9448"/>
                  </a:moveTo>
                  <a:cubicBezTo>
                    <a:pt x="1137" y="6136"/>
                    <a:pt x="0" y="3450"/>
                    <a:pt x="2025" y="125"/>
                  </a:cubicBezTo>
                  <a:cubicBezTo>
                    <a:pt x="2062" y="50"/>
                    <a:pt x="1962" y="0"/>
                    <a:pt x="1925" y="63"/>
                  </a:cubicBezTo>
                  <a:cubicBezTo>
                    <a:pt x="975" y="1475"/>
                    <a:pt x="575" y="2750"/>
                    <a:pt x="738" y="4449"/>
                  </a:cubicBezTo>
                  <a:cubicBezTo>
                    <a:pt x="925" y="6386"/>
                    <a:pt x="1637" y="7686"/>
                    <a:pt x="2325" y="9460"/>
                  </a:cubicBezTo>
                  <a:cubicBezTo>
                    <a:pt x="2350" y="9498"/>
                    <a:pt x="2400" y="9485"/>
                    <a:pt x="2387" y="9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29"/>
            <p:cNvSpPr/>
            <p:nvPr/>
          </p:nvSpPr>
          <p:spPr>
            <a:xfrm>
              <a:off x="6844200" y="2755475"/>
              <a:ext cx="49375" cy="31875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1962" y="1213"/>
                  </a:moveTo>
                  <a:cubicBezTo>
                    <a:pt x="1875" y="663"/>
                    <a:pt x="1525" y="125"/>
                    <a:pt x="912" y="63"/>
                  </a:cubicBezTo>
                  <a:cubicBezTo>
                    <a:pt x="425" y="0"/>
                    <a:pt x="0" y="375"/>
                    <a:pt x="0" y="875"/>
                  </a:cubicBezTo>
                  <a:cubicBezTo>
                    <a:pt x="0" y="938"/>
                    <a:pt x="113" y="938"/>
                    <a:pt x="113" y="875"/>
                  </a:cubicBezTo>
                  <a:cubicBezTo>
                    <a:pt x="125" y="300"/>
                    <a:pt x="700" y="13"/>
                    <a:pt x="1200" y="250"/>
                  </a:cubicBezTo>
                  <a:cubicBezTo>
                    <a:pt x="1612" y="425"/>
                    <a:pt x="1812" y="813"/>
                    <a:pt x="1900" y="1238"/>
                  </a:cubicBezTo>
                  <a:cubicBezTo>
                    <a:pt x="1912" y="1275"/>
                    <a:pt x="1975" y="1262"/>
                    <a:pt x="1962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29"/>
            <p:cNvSpPr/>
            <p:nvPr/>
          </p:nvSpPr>
          <p:spPr>
            <a:xfrm>
              <a:off x="6887300" y="2510225"/>
              <a:ext cx="31575" cy="62500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538" y="50"/>
                  </a:moveTo>
                  <a:cubicBezTo>
                    <a:pt x="563" y="675"/>
                    <a:pt x="1" y="1175"/>
                    <a:pt x="226" y="1812"/>
                  </a:cubicBezTo>
                  <a:cubicBezTo>
                    <a:pt x="376" y="2225"/>
                    <a:pt x="776" y="2500"/>
                    <a:pt x="1213" y="2487"/>
                  </a:cubicBezTo>
                  <a:cubicBezTo>
                    <a:pt x="1250" y="2487"/>
                    <a:pt x="1263" y="2425"/>
                    <a:pt x="1225" y="2412"/>
                  </a:cubicBezTo>
                  <a:cubicBezTo>
                    <a:pt x="438" y="2312"/>
                    <a:pt x="126" y="1625"/>
                    <a:pt x="426" y="925"/>
                  </a:cubicBezTo>
                  <a:cubicBezTo>
                    <a:pt x="563" y="650"/>
                    <a:pt x="626" y="350"/>
                    <a:pt x="626" y="50"/>
                  </a:cubicBezTo>
                  <a:cubicBezTo>
                    <a:pt x="626" y="0"/>
                    <a:pt x="538" y="0"/>
                    <a:pt x="538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29"/>
            <p:cNvSpPr/>
            <p:nvPr/>
          </p:nvSpPr>
          <p:spPr>
            <a:xfrm>
              <a:off x="6912925" y="2543350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38" y="1112"/>
                  </a:moveTo>
                  <a:cubicBezTo>
                    <a:pt x="338" y="1225"/>
                    <a:pt x="588" y="1062"/>
                    <a:pt x="700" y="775"/>
                  </a:cubicBezTo>
                  <a:cubicBezTo>
                    <a:pt x="788" y="550"/>
                    <a:pt x="863" y="163"/>
                    <a:pt x="613" y="13"/>
                  </a:cubicBezTo>
                  <a:cubicBezTo>
                    <a:pt x="588" y="0"/>
                    <a:pt x="550" y="25"/>
                    <a:pt x="575" y="63"/>
                  </a:cubicBezTo>
                  <a:cubicBezTo>
                    <a:pt x="825" y="387"/>
                    <a:pt x="588" y="1225"/>
                    <a:pt x="63" y="1050"/>
                  </a:cubicBezTo>
                  <a:cubicBezTo>
                    <a:pt x="13" y="1025"/>
                    <a:pt x="0" y="1100"/>
                    <a:pt x="38" y="11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29"/>
            <p:cNvSpPr/>
            <p:nvPr/>
          </p:nvSpPr>
          <p:spPr>
            <a:xfrm>
              <a:off x="6775150" y="273267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162" y="38"/>
                  </a:moveTo>
                  <a:cubicBezTo>
                    <a:pt x="1213" y="825"/>
                    <a:pt x="0" y="1800"/>
                    <a:pt x="300" y="3199"/>
                  </a:cubicBezTo>
                  <a:cubicBezTo>
                    <a:pt x="313" y="3249"/>
                    <a:pt x="400" y="3224"/>
                    <a:pt x="388" y="3174"/>
                  </a:cubicBezTo>
                  <a:cubicBezTo>
                    <a:pt x="200" y="1787"/>
                    <a:pt x="1275" y="900"/>
                    <a:pt x="2225" y="88"/>
                  </a:cubicBezTo>
                  <a:cubicBezTo>
                    <a:pt x="2262" y="63"/>
                    <a:pt x="2200" y="0"/>
                    <a:pt x="2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29"/>
            <p:cNvSpPr/>
            <p:nvPr/>
          </p:nvSpPr>
          <p:spPr>
            <a:xfrm>
              <a:off x="6867625" y="2553650"/>
              <a:ext cx="15025" cy="30950"/>
            </a:xfrm>
            <a:custGeom>
              <a:avLst/>
              <a:gdLst/>
              <a:ahLst/>
              <a:cxnLst/>
              <a:rect l="l" t="t" r="r" b="b"/>
              <a:pathLst>
                <a:path w="601" h="1238" extrusionOk="0">
                  <a:moveTo>
                    <a:pt x="500" y="63"/>
                  </a:moveTo>
                  <a:cubicBezTo>
                    <a:pt x="475" y="463"/>
                    <a:pt x="313" y="850"/>
                    <a:pt x="25" y="1138"/>
                  </a:cubicBezTo>
                  <a:cubicBezTo>
                    <a:pt x="0" y="1175"/>
                    <a:pt x="38" y="1238"/>
                    <a:pt x="88" y="1213"/>
                  </a:cubicBezTo>
                  <a:cubicBezTo>
                    <a:pt x="250" y="1075"/>
                    <a:pt x="375" y="900"/>
                    <a:pt x="438" y="713"/>
                  </a:cubicBezTo>
                  <a:cubicBezTo>
                    <a:pt x="550" y="513"/>
                    <a:pt x="600" y="288"/>
                    <a:pt x="588" y="63"/>
                  </a:cubicBezTo>
                  <a:cubicBezTo>
                    <a:pt x="588" y="0"/>
                    <a:pt x="488" y="0"/>
                    <a:pt x="4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29"/>
            <p:cNvSpPr/>
            <p:nvPr/>
          </p:nvSpPr>
          <p:spPr>
            <a:xfrm>
              <a:off x="6861375" y="25505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325" y="1275"/>
                  </a:moveTo>
                  <a:cubicBezTo>
                    <a:pt x="113" y="825"/>
                    <a:pt x="413" y="313"/>
                    <a:pt x="825" y="125"/>
                  </a:cubicBezTo>
                  <a:cubicBezTo>
                    <a:pt x="875" y="100"/>
                    <a:pt x="838" y="0"/>
                    <a:pt x="775" y="25"/>
                  </a:cubicBezTo>
                  <a:cubicBezTo>
                    <a:pt x="300" y="238"/>
                    <a:pt x="0" y="838"/>
                    <a:pt x="238" y="1325"/>
                  </a:cubicBezTo>
                  <a:cubicBezTo>
                    <a:pt x="275" y="1375"/>
                    <a:pt x="350" y="1325"/>
                    <a:pt x="32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29"/>
            <p:cNvSpPr/>
            <p:nvPr/>
          </p:nvSpPr>
          <p:spPr>
            <a:xfrm>
              <a:off x="6864175" y="2216250"/>
              <a:ext cx="60025" cy="13217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1813" y="5236"/>
                  </a:moveTo>
                  <a:cubicBezTo>
                    <a:pt x="2125" y="3649"/>
                    <a:pt x="2400" y="212"/>
                    <a:pt x="51" y="0"/>
                  </a:cubicBezTo>
                  <a:cubicBezTo>
                    <a:pt x="1" y="0"/>
                    <a:pt x="1" y="62"/>
                    <a:pt x="51" y="75"/>
                  </a:cubicBezTo>
                  <a:cubicBezTo>
                    <a:pt x="2338" y="375"/>
                    <a:pt x="2038" y="3687"/>
                    <a:pt x="1738" y="5211"/>
                  </a:cubicBezTo>
                  <a:cubicBezTo>
                    <a:pt x="1738" y="5261"/>
                    <a:pt x="1813" y="5286"/>
                    <a:pt x="1813" y="5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29"/>
            <p:cNvSpPr/>
            <p:nvPr/>
          </p:nvSpPr>
          <p:spPr>
            <a:xfrm>
              <a:off x="6826700" y="2222800"/>
              <a:ext cx="65000" cy="6157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2587" y="963"/>
                  </a:moveTo>
                  <a:cubicBezTo>
                    <a:pt x="2250" y="288"/>
                    <a:pt x="1425" y="0"/>
                    <a:pt x="788" y="450"/>
                  </a:cubicBezTo>
                  <a:cubicBezTo>
                    <a:pt x="200" y="863"/>
                    <a:pt x="0" y="1925"/>
                    <a:pt x="575" y="2425"/>
                  </a:cubicBezTo>
                  <a:cubicBezTo>
                    <a:pt x="638" y="2462"/>
                    <a:pt x="700" y="2387"/>
                    <a:pt x="650" y="2350"/>
                  </a:cubicBezTo>
                  <a:cubicBezTo>
                    <a:pt x="138" y="1875"/>
                    <a:pt x="300" y="900"/>
                    <a:pt x="838" y="525"/>
                  </a:cubicBezTo>
                  <a:cubicBezTo>
                    <a:pt x="1425" y="125"/>
                    <a:pt x="2237" y="350"/>
                    <a:pt x="2537" y="1000"/>
                  </a:cubicBezTo>
                  <a:cubicBezTo>
                    <a:pt x="2550" y="1038"/>
                    <a:pt x="2600" y="1000"/>
                    <a:pt x="2587" y="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29"/>
            <p:cNvSpPr/>
            <p:nvPr/>
          </p:nvSpPr>
          <p:spPr>
            <a:xfrm>
              <a:off x="6837325" y="2258100"/>
              <a:ext cx="46875" cy="35950"/>
            </a:xfrm>
            <a:custGeom>
              <a:avLst/>
              <a:gdLst/>
              <a:ahLst/>
              <a:cxnLst/>
              <a:rect l="l" t="t" r="r" b="b"/>
              <a:pathLst>
                <a:path w="1875" h="1438" extrusionOk="0">
                  <a:moveTo>
                    <a:pt x="25" y="750"/>
                  </a:moveTo>
                  <a:cubicBezTo>
                    <a:pt x="200" y="1213"/>
                    <a:pt x="738" y="1438"/>
                    <a:pt x="1200" y="1250"/>
                  </a:cubicBezTo>
                  <a:cubicBezTo>
                    <a:pt x="1662" y="1050"/>
                    <a:pt x="1875" y="513"/>
                    <a:pt x="1662" y="51"/>
                  </a:cubicBezTo>
                  <a:cubicBezTo>
                    <a:pt x="1650" y="1"/>
                    <a:pt x="1575" y="38"/>
                    <a:pt x="1587" y="88"/>
                  </a:cubicBezTo>
                  <a:cubicBezTo>
                    <a:pt x="1712" y="513"/>
                    <a:pt x="1587" y="963"/>
                    <a:pt x="1150" y="1150"/>
                  </a:cubicBezTo>
                  <a:cubicBezTo>
                    <a:pt x="738" y="1313"/>
                    <a:pt x="263" y="1125"/>
                    <a:pt x="88" y="713"/>
                  </a:cubicBezTo>
                  <a:cubicBezTo>
                    <a:pt x="63" y="675"/>
                    <a:pt x="0" y="713"/>
                    <a:pt x="25" y="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29"/>
            <p:cNvSpPr/>
            <p:nvPr/>
          </p:nvSpPr>
          <p:spPr>
            <a:xfrm>
              <a:off x="6849500" y="2246850"/>
              <a:ext cx="30650" cy="17200"/>
            </a:xfrm>
            <a:custGeom>
              <a:avLst/>
              <a:gdLst/>
              <a:ahLst/>
              <a:cxnLst/>
              <a:rect l="l" t="t" r="r" b="b"/>
              <a:pathLst>
                <a:path w="1226" h="688" extrusionOk="0">
                  <a:moveTo>
                    <a:pt x="1200" y="638"/>
                  </a:moveTo>
                  <a:cubicBezTo>
                    <a:pt x="1225" y="301"/>
                    <a:pt x="863" y="51"/>
                    <a:pt x="550" y="63"/>
                  </a:cubicBezTo>
                  <a:cubicBezTo>
                    <a:pt x="238" y="63"/>
                    <a:pt x="1" y="338"/>
                    <a:pt x="113" y="626"/>
                  </a:cubicBezTo>
                  <a:cubicBezTo>
                    <a:pt x="138" y="676"/>
                    <a:pt x="213" y="663"/>
                    <a:pt x="201" y="601"/>
                  </a:cubicBezTo>
                  <a:cubicBezTo>
                    <a:pt x="13" y="1"/>
                    <a:pt x="1163" y="51"/>
                    <a:pt x="1125" y="638"/>
                  </a:cubicBezTo>
                  <a:cubicBezTo>
                    <a:pt x="1125" y="688"/>
                    <a:pt x="1200" y="688"/>
                    <a:pt x="1200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29"/>
            <p:cNvSpPr/>
            <p:nvPr/>
          </p:nvSpPr>
          <p:spPr>
            <a:xfrm>
              <a:off x="6819200" y="2492725"/>
              <a:ext cx="71575" cy="55025"/>
            </a:xfrm>
            <a:custGeom>
              <a:avLst/>
              <a:gdLst/>
              <a:ahLst/>
              <a:cxnLst/>
              <a:rect l="l" t="t" r="r" b="b"/>
              <a:pathLst>
                <a:path w="2863" h="2201" extrusionOk="0">
                  <a:moveTo>
                    <a:pt x="2787" y="1750"/>
                  </a:moveTo>
                  <a:cubicBezTo>
                    <a:pt x="1463" y="2100"/>
                    <a:pt x="375" y="1288"/>
                    <a:pt x="50" y="26"/>
                  </a:cubicBezTo>
                  <a:cubicBezTo>
                    <a:pt x="50" y="1"/>
                    <a:pt x="0" y="1"/>
                    <a:pt x="0" y="26"/>
                  </a:cubicBezTo>
                  <a:cubicBezTo>
                    <a:pt x="100" y="1425"/>
                    <a:pt x="1538" y="2200"/>
                    <a:pt x="2812" y="1813"/>
                  </a:cubicBezTo>
                  <a:cubicBezTo>
                    <a:pt x="2862" y="1800"/>
                    <a:pt x="2837" y="1725"/>
                    <a:pt x="2787" y="1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29"/>
            <p:cNvSpPr/>
            <p:nvPr/>
          </p:nvSpPr>
          <p:spPr>
            <a:xfrm>
              <a:off x="6793275" y="2835125"/>
              <a:ext cx="104675" cy="111575"/>
            </a:xfrm>
            <a:custGeom>
              <a:avLst/>
              <a:gdLst/>
              <a:ahLst/>
              <a:cxnLst/>
              <a:rect l="l" t="t" r="r" b="b"/>
              <a:pathLst>
                <a:path w="4187" h="4463" extrusionOk="0">
                  <a:moveTo>
                    <a:pt x="3999" y="2663"/>
                  </a:moveTo>
                  <a:cubicBezTo>
                    <a:pt x="4187" y="1213"/>
                    <a:pt x="2737" y="38"/>
                    <a:pt x="1387" y="751"/>
                  </a:cubicBezTo>
                  <a:cubicBezTo>
                    <a:pt x="0" y="1488"/>
                    <a:pt x="225" y="3425"/>
                    <a:pt x="1162" y="4437"/>
                  </a:cubicBezTo>
                  <a:cubicBezTo>
                    <a:pt x="1187" y="4462"/>
                    <a:pt x="1237" y="4425"/>
                    <a:pt x="1212" y="4387"/>
                  </a:cubicBezTo>
                  <a:cubicBezTo>
                    <a:pt x="563" y="3488"/>
                    <a:pt x="125" y="2013"/>
                    <a:pt x="1062" y="1138"/>
                  </a:cubicBezTo>
                  <a:cubicBezTo>
                    <a:pt x="2275" y="1"/>
                    <a:pt x="4087" y="1088"/>
                    <a:pt x="3899" y="2663"/>
                  </a:cubicBezTo>
                  <a:cubicBezTo>
                    <a:pt x="3887" y="2738"/>
                    <a:pt x="3999" y="2725"/>
                    <a:pt x="4012" y="2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29"/>
            <p:cNvSpPr/>
            <p:nvPr/>
          </p:nvSpPr>
          <p:spPr>
            <a:xfrm>
              <a:off x="6818575" y="2941350"/>
              <a:ext cx="146550" cy="263725"/>
            </a:xfrm>
            <a:custGeom>
              <a:avLst/>
              <a:gdLst/>
              <a:ahLst/>
              <a:cxnLst/>
              <a:rect l="l" t="t" r="r" b="b"/>
              <a:pathLst>
                <a:path w="5862" h="10549" extrusionOk="0">
                  <a:moveTo>
                    <a:pt x="38" y="101"/>
                  </a:moveTo>
                  <a:cubicBezTo>
                    <a:pt x="1700" y="1313"/>
                    <a:pt x="3812" y="2425"/>
                    <a:pt x="4737" y="4325"/>
                  </a:cubicBezTo>
                  <a:cubicBezTo>
                    <a:pt x="5586" y="6087"/>
                    <a:pt x="5761" y="8849"/>
                    <a:pt x="4562" y="10486"/>
                  </a:cubicBezTo>
                  <a:cubicBezTo>
                    <a:pt x="4537" y="10511"/>
                    <a:pt x="4587" y="10548"/>
                    <a:pt x="4612" y="10523"/>
                  </a:cubicBezTo>
                  <a:cubicBezTo>
                    <a:pt x="5861" y="9086"/>
                    <a:pt x="5724" y="6587"/>
                    <a:pt x="5137" y="4875"/>
                  </a:cubicBezTo>
                  <a:cubicBezTo>
                    <a:pt x="4349" y="2550"/>
                    <a:pt x="1950" y="1363"/>
                    <a:pt x="75" y="26"/>
                  </a:cubicBezTo>
                  <a:cubicBezTo>
                    <a:pt x="38" y="1"/>
                    <a:pt x="0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29"/>
            <p:cNvSpPr/>
            <p:nvPr/>
          </p:nvSpPr>
          <p:spPr>
            <a:xfrm>
              <a:off x="6841075" y="3137250"/>
              <a:ext cx="84375" cy="100925"/>
            </a:xfrm>
            <a:custGeom>
              <a:avLst/>
              <a:gdLst/>
              <a:ahLst/>
              <a:cxnLst/>
              <a:rect l="l" t="t" r="r" b="b"/>
              <a:pathLst>
                <a:path w="3375" h="4037" extrusionOk="0">
                  <a:moveTo>
                    <a:pt x="3299" y="2875"/>
                  </a:moveTo>
                  <a:cubicBezTo>
                    <a:pt x="2362" y="3412"/>
                    <a:pt x="987" y="3537"/>
                    <a:pt x="438" y="2375"/>
                  </a:cubicBezTo>
                  <a:cubicBezTo>
                    <a:pt x="313" y="2100"/>
                    <a:pt x="275" y="1787"/>
                    <a:pt x="325" y="1487"/>
                  </a:cubicBezTo>
                  <a:cubicBezTo>
                    <a:pt x="325" y="1412"/>
                    <a:pt x="313" y="1325"/>
                    <a:pt x="325" y="1250"/>
                  </a:cubicBezTo>
                  <a:cubicBezTo>
                    <a:pt x="450" y="488"/>
                    <a:pt x="650" y="513"/>
                    <a:pt x="1175" y="450"/>
                  </a:cubicBezTo>
                  <a:cubicBezTo>
                    <a:pt x="2075" y="338"/>
                    <a:pt x="2425" y="938"/>
                    <a:pt x="2275" y="1725"/>
                  </a:cubicBezTo>
                  <a:cubicBezTo>
                    <a:pt x="2162" y="2300"/>
                    <a:pt x="1875" y="2600"/>
                    <a:pt x="1462" y="3000"/>
                  </a:cubicBezTo>
                  <a:cubicBezTo>
                    <a:pt x="1150" y="3299"/>
                    <a:pt x="825" y="3549"/>
                    <a:pt x="800" y="3999"/>
                  </a:cubicBezTo>
                  <a:cubicBezTo>
                    <a:pt x="800" y="4024"/>
                    <a:pt x="850" y="4037"/>
                    <a:pt x="850" y="3999"/>
                  </a:cubicBezTo>
                  <a:cubicBezTo>
                    <a:pt x="950" y="3287"/>
                    <a:pt x="1862" y="2900"/>
                    <a:pt x="2225" y="2312"/>
                  </a:cubicBezTo>
                  <a:cubicBezTo>
                    <a:pt x="2525" y="1875"/>
                    <a:pt x="2575" y="1325"/>
                    <a:pt x="2362" y="850"/>
                  </a:cubicBezTo>
                  <a:cubicBezTo>
                    <a:pt x="2025" y="113"/>
                    <a:pt x="887" y="0"/>
                    <a:pt x="400" y="650"/>
                  </a:cubicBezTo>
                  <a:cubicBezTo>
                    <a:pt x="0" y="1163"/>
                    <a:pt x="138" y="2237"/>
                    <a:pt x="500" y="2725"/>
                  </a:cubicBezTo>
                  <a:cubicBezTo>
                    <a:pt x="1200" y="3662"/>
                    <a:pt x="2450" y="3462"/>
                    <a:pt x="3337" y="2950"/>
                  </a:cubicBezTo>
                  <a:cubicBezTo>
                    <a:pt x="3374" y="2912"/>
                    <a:pt x="3337" y="2850"/>
                    <a:pt x="3299" y="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29"/>
            <p:cNvSpPr/>
            <p:nvPr/>
          </p:nvSpPr>
          <p:spPr>
            <a:xfrm>
              <a:off x="6857325" y="3245025"/>
              <a:ext cx="13750" cy="55325"/>
            </a:xfrm>
            <a:custGeom>
              <a:avLst/>
              <a:gdLst/>
              <a:ahLst/>
              <a:cxnLst/>
              <a:rect l="l" t="t" r="r" b="b"/>
              <a:pathLst>
                <a:path w="550" h="2213" extrusionOk="0">
                  <a:moveTo>
                    <a:pt x="75" y="51"/>
                  </a:moveTo>
                  <a:cubicBezTo>
                    <a:pt x="0" y="738"/>
                    <a:pt x="63" y="1588"/>
                    <a:pt x="475" y="2188"/>
                  </a:cubicBezTo>
                  <a:cubicBezTo>
                    <a:pt x="500" y="2213"/>
                    <a:pt x="550" y="2200"/>
                    <a:pt x="537" y="2163"/>
                  </a:cubicBezTo>
                  <a:cubicBezTo>
                    <a:pt x="300" y="1438"/>
                    <a:pt x="75" y="825"/>
                    <a:pt x="150" y="51"/>
                  </a:cubicBezTo>
                  <a:cubicBezTo>
                    <a:pt x="150" y="1"/>
                    <a:pt x="87" y="1"/>
                    <a:pt x="7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29"/>
            <p:cNvSpPr/>
            <p:nvPr/>
          </p:nvSpPr>
          <p:spPr>
            <a:xfrm>
              <a:off x="6805150" y="2972925"/>
              <a:ext cx="96550" cy="81550"/>
            </a:xfrm>
            <a:custGeom>
              <a:avLst/>
              <a:gdLst/>
              <a:ahLst/>
              <a:cxnLst/>
              <a:rect l="l" t="t" r="r" b="b"/>
              <a:pathLst>
                <a:path w="3862" h="3262" extrusionOk="0">
                  <a:moveTo>
                    <a:pt x="3824" y="1025"/>
                  </a:moveTo>
                  <a:cubicBezTo>
                    <a:pt x="3187" y="475"/>
                    <a:pt x="2362" y="0"/>
                    <a:pt x="1487" y="187"/>
                  </a:cubicBezTo>
                  <a:cubicBezTo>
                    <a:pt x="662" y="375"/>
                    <a:pt x="50" y="1175"/>
                    <a:pt x="25" y="2012"/>
                  </a:cubicBezTo>
                  <a:cubicBezTo>
                    <a:pt x="0" y="2587"/>
                    <a:pt x="375" y="3262"/>
                    <a:pt x="1037" y="3187"/>
                  </a:cubicBezTo>
                  <a:cubicBezTo>
                    <a:pt x="1387" y="3149"/>
                    <a:pt x="1812" y="2799"/>
                    <a:pt x="1437" y="2512"/>
                  </a:cubicBezTo>
                  <a:cubicBezTo>
                    <a:pt x="1387" y="2487"/>
                    <a:pt x="1350" y="2549"/>
                    <a:pt x="1387" y="2587"/>
                  </a:cubicBezTo>
                  <a:cubicBezTo>
                    <a:pt x="562" y="3012"/>
                    <a:pt x="138" y="2862"/>
                    <a:pt x="125" y="2124"/>
                  </a:cubicBezTo>
                  <a:cubicBezTo>
                    <a:pt x="125" y="1812"/>
                    <a:pt x="200" y="1500"/>
                    <a:pt x="362" y="1225"/>
                  </a:cubicBezTo>
                  <a:cubicBezTo>
                    <a:pt x="562" y="787"/>
                    <a:pt x="950" y="462"/>
                    <a:pt x="1412" y="325"/>
                  </a:cubicBezTo>
                  <a:cubicBezTo>
                    <a:pt x="2299" y="88"/>
                    <a:pt x="3124" y="550"/>
                    <a:pt x="3787" y="1075"/>
                  </a:cubicBezTo>
                  <a:cubicBezTo>
                    <a:pt x="3824" y="1087"/>
                    <a:pt x="3862" y="1050"/>
                    <a:pt x="3837" y="10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29"/>
            <p:cNvSpPr/>
            <p:nvPr/>
          </p:nvSpPr>
          <p:spPr>
            <a:xfrm>
              <a:off x="6762350" y="2958850"/>
              <a:ext cx="110600" cy="22825"/>
            </a:xfrm>
            <a:custGeom>
              <a:avLst/>
              <a:gdLst/>
              <a:ahLst/>
              <a:cxnLst/>
              <a:rect l="l" t="t" r="r" b="b"/>
              <a:pathLst>
                <a:path w="4424" h="913" extrusionOk="0">
                  <a:moveTo>
                    <a:pt x="4399" y="825"/>
                  </a:moveTo>
                  <a:cubicBezTo>
                    <a:pt x="3874" y="376"/>
                    <a:pt x="3187" y="251"/>
                    <a:pt x="2524" y="176"/>
                  </a:cubicBezTo>
                  <a:cubicBezTo>
                    <a:pt x="1700" y="88"/>
                    <a:pt x="725" y="1"/>
                    <a:pt x="38" y="526"/>
                  </a:cubicBezTo>
                  <a:cubicBezTo>
                    <a:pt x="0" y="551"/>
                    <a:pt x="25" y="601"/>
                    <a:pt x="63" y="588"/>
                  </a:cubicBezTo>
                  <a:cubicBezTo>
                    <a:pt x="1187" y="1"/>
                    <a:pt x="3324" y="38"/>
                    <a:pt x="4324" y="875"/>
                  </a:cubicBezTo>
                  <a:cubicBezTo>
                    <a:pt x="4374" y="913"/>
                    <a:pt x="4424" y="863"/>
                    <a:pt x="4386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29"/>
            <p:cNvSpPr/>
            <p:nvPr/>
          </p:nvSpPr>
          <p:spPr>
            <a:xfrm>
              <a:off x="6751100" y="29694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126"/>
                  </a:moveTo>
                  <a:cubicBezTo>
                    <a:pt x="488" y="213"/>
                    <a:pt x="463" y="313"/>
                    <a:pt x="400" y="388"/>
                  </a:cubicBezTo>
                  <a:cubicBezTo>
                    <a:pt x="338" y="450"/>
                    <a:pt x="238" y="475"/>
                    <a:pt x="150" y="463"/>
                  </a:cubicBezTo>
                  <a:cubicBezTo>
                    <a:pt x="125" y="450"/>
                    <a:pt x="88" y="438"/>
                    <a:pt x="63" y="425"/>
                  </a:cubicBezTo>
                  <a:cubicBezTo>
                    <a:pt x="38" y="388"/>
                    <a:pt x="25" y="350"/>
                    <a:pt x="25" y="313"/>
                  </a:cubicBezTo>
                  <a:cubicBezTo>
                    <a:pt x="0" y="188"/>
                    <a:pt x="63" y="63"/>
                    <a:pt x="175" y="13"/>
                  </a:cubicBezTo>
                  <a:cubicBezTo>
                    <a:pt x="313" y="1"/>
                    <a:pt x="425" y="101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29"/>
            <p:cNvSpPr/>
            <p:nvPr/>
          </p:nvSpPr>
          <p:spPr>
            <a:xfrm>
              <a:off x="6748600" y="2965425"/>
              <a:ext cx="17200" cy="22200"/>
            </a:xfrm>
            <a:custGeom>
              <a:avLst/>
              <a:gdLst/>
              <a:ahLst/>
              <a:cxnLst/>
              <a:rect l="l" t="t" r="r" b="b"/>
              <a:pathLst>
                <a:path w="688" h="888" extrusionOk="0">
                  <a:moveTo>
                    <a:pt x="475" y="300"/>
                  </a:moveTo>
                  <a:cubicBezTo>
                    <a:pt x="450" y="587"/>
                    <a:pt x="375" y="637"/>
                    <a:pt x="275" y="462"/>
                  </a:cubicBezTo>
                  <a:cubicBezTo>
                    <a:pt x="100" y="300"/>
                    <a:pt x="163" y="288"/>
                    <a:pt x="488" y="413"/>
                  </a:cubicBezTo>
                  <a:cubicBezTo>
                    <a:pt x="488" y="450"/>
                    <a:pt x="575" y="438"/>
                    <a:pt x="575" y="400"/>
                  </a:cubicBezTo>
                  <a:cubicBezTo>
                    <a:pt x="575" y="0"/>
                    <a:pt x="0" y="88"/>
                    <a:pt x="63" y="487"/>
                  </a:cubicBezTo>
                  <a:cubicBezTo>
                    <a:pt x="125" y="887"/>
                    <a:pt x="687" y="650"/>
                    <a:pt x="600" y="275"/>
                  </a:cubicBezTo>
                  <a:cubicBezTo>
                    <a:pt x="575" y="200"/>
                    <a:pt x="475" y="2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29"/>
            <p:cNvSpPr/>
            <p:nvPr/>
          </p:nvSpPr>
          <p:spPr>
            <a:xfrm>
              <a:off x="6927925" y="3207225"/>
              <a:ext cx="3450" cy="2850"/>
            </a:xfrm>
            <a:custGeom>
              <a:avLst/>
              <a:gdLst/>
              <a:ahLst/>
              <a:cxnLst/>
              <a:rect l="l" t="t" r="r" b="b"/>
              <a:pathLst>
                <a:path w="138" h="114" extrusionOk="0">
                  <a:moveTo>
                    <a:pt x="63" y="13"/>
                  </a:moveTo>
                  <a:lnTo>
                    <a:pt x="38" y="26"/>
                  </a:lnTo>
                  <a:cubicBezTo>
                    <a:pt x="0" y="38"/>
                    <a:pt x="0" y="76"/>
                    <a:pt x="38" y="88"/>
                  </a:cubicBezTo>
                  <a:lnTo>
                    <a:pt x="63" y="101"/>
                  </a:lnTo>
                  <a:cubicBezTo>
                    <a:pt x="125" y="113"/>
                    <a:pt x="138" y="1"/>
                    <a:pt x="6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29"/>
            <p:cNvSpPr/>
            <p:nvPr/>
          </p:nvSpPr>
          <p:spPr>
            <a:xfrm>
              <a:off x="6870125" y="32975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" y="138"/>
                  </a:moveTo>
                  <a:cubicBezTo>
                    <a:pt x="313" y="225"/>
                    <a:pt x="425" y="662"/>
                    <a:pt x="475" y="887"/>
                  </a:cubicBezTo>
                  <a:cubicBezTo>
                    <a:pt x="513" y="1125"/>
                    <a:pt x="500" y="1375"/>
                    <a:pt x="463" y="1625"/>
                  </a:cubicBezTo>
                  <a:cubicBezTo>
                    <a:pt x="463" y="1675"/>
                    <a:pt x="550" y="1687"/>
                    <a:pt x="563" y="1637"/>
                  </a:cubicBezTo>
                  <a:cubicBezTo>
                    <a:pt x="700" y="1175"/>
                    <a:pt x="625" y="225"/>
                    <a:pt x="100" y="25"/>
                  </a:cubicBezTo>
                  <a:cubicBezTo>
                    <a:pt x="25" y="0"/>
                    <a:pt x="0" y="113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29"/>
            <p:cNvSpPr/>
            <p:nvPr/>
          </p:nvSpPr>
          <p:spPr>
            <a:xfrm>
              <a:off x="6865425" y="3297825"/>
              <a:ext cx="19725" cy="42200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751" y="1575"/>
                  </a:moveTo>
                  <a:cubicBezTo>
                    <a:pt x="376" y="1175"/>
                    <a:pt x="188" y="625"/>
                    <a:pt x="238" y="88"/>
                  </a:cubicBezTo>
                  <a:cubicBezTo>
                    <a:pt x="238" y="26"/>
                    <a:pt x="163" y="1"/>
                    <a:pt x="151" y="63"/>
                  </a:cubicBezTo>
                  <a:cubicBezTo>
                    <a:pt x="1" y="563"/>
                    <a:pt x="313" y="1288"/>
                    <a:pt x="676" y="1638"/>
                  </a:cubicBezTo>
                  <a:cubicBezTo>
                    <a:pt x="726" y="1688"/>
                    <a:pt x="788" y="1613"/>
                    <a:pt x="751" y="1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29"/>
            <p:cNvSpPr/>
            <p:nvPr/>
          </p:nvSpPr>
          <p:spPr>
            <a:xfrm>
              <a:off x="6831375" y="3237525"/>
              <a:ext cx="30025" cy="33150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01" y="51"/>
                  </a:moveTo>
                  <a:cubicBezTo>
                    <a:pt x="1125" y="363"/>
                    <a:pt x="951" y="613"/>
                    <a:pt x="763" y="863"/>
                  </a:cubicBezTo>
                  <a:cubicBezTo>
                    <a:pt x="588" y="1088"/>
                    <a:pt x="326" y="1225"/>
                    <a:pt x="38" y="1250"/>
                  </a:cubicBezTo>
                  <a:cubicBezTo>
                    <a:pt x="1" y="1250"/>
                    <a:pt x="13" y="1325"/>
                    <a:pt x="51" y="1325"/>
                  </a:cubicBezTo>
                  <a:cubicBezTo>
                    <a:pt x="351" y="1313"/>
                    <a:pt x="638" y="1163"/>
                    <a:pt x="813" y="913"/>
                  </a:cubicBezTo>
                  <a:cubicBezTo>
                    <a:pt x="1013" y="663"/>
                    <a:pt x="1200" y="388"/>
                    <a:pt x="1188" y="51"/>
                  </a:cubicBezTo>
                  <a:cubicBezTo>
                    <a:pt x="1188" y="1"/>
                    <a:pt x="1101" y="1"/>
                    <a:pt x="11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29"/>
            <p:cNvSpPr/>
            <p:nvPr/>
          </p:nvSpPr>
          <p:spPr>
            <a:xfrm>
              <a:off x="6831700" y="3237850"/>
              <a:ext cx="29075" cy="33125"/>
            </a:xfrm>
            <a:custGeom>
              <a:avLst/>
              <a:gdLst/>
              <a:ahLst/>
              <a:cxnLst/>
              <a:rect l="l" t="t" r="r" b="b"/>
              <a:pathLst>
                <a:path w="1163" h="1325" extrusionOk="0">
                  <a:moveTo>
                    <a:pt x="75" y="1275"/>
                  </a:moveTo>
                  <a:cubicBezTo>
                    <a:pt x="150" y="1012"/>
                    <a:pt x="288" y="763"/>
                    <a:pt x="463" y="538"/>
                  </a:cubicBezTo>
                  <a:cubicBezTo>
                    <a:pt x="638" y="313"/>
                    <a:pt x="875" y="250"/>
                    <a:pt x="1112" y="113"/>
                  </a:cubicBezTo>
                  <a:cubicBezTo>
                    <a:pt x="1162" y="75"/>
                    <a:pt x="1125" y="0"/>
                    <a:pt x="1063" y="13"/>
                  </a:cubicBezTo>
                  <a:cubicBezTo>
                    <a:pt x="488" y="125"/>
                    <a:pt x="88" y="700"/>
                    <a:pt x="0" y="1262"/>
                  </a:cubicBezTo>
                  <a:cubicBezTo>
                    <a:pt x="0" y="1300"/>
                    <a:pt x="63" y="1325"/>
                    <a:pt x="7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29"/>
            <p:cNvSpPr/>
            <p:nvPr/>
          </p:nvSpPr>
          <p:spPr>
            <a:xfrm>
              <a:off x="6767025" y="2929475"/>
              <a:ext cx="86575" cy="38475"/>
            </a:xfrm>
            <a:custGeom>
              <a:avLst/>
              <a:gdLst/>
              <a:ahLst/>
              <a:cxnLst/>
              <a:rect l="l" t="t" r="r" b="b"/>
              <a:pathLst>
                <a:path w="3463" h="1539" extrusionOk="0">
                  <a:moveTo>
                    <a:pt x="3425" y="1451"/>
                  </a:moveTo>
                  <a:cubicBezTo>
                    <a:pt x="2437" y="713"/>
                    <a:pt x="1288" y="226"/>
                    <a:pt x="88" y="13"/>
                  </a:cubicBezTo>
                  <a:cubicBezTo>
                    <a:pt x="25" y="1"/>
                    <a:pt x="0" y="88"/>
                    <a:pt x="50" y="101"/>
                  </a:cubicBezTo>
                  <a:cubicBezTo>
                    <a:pt x="1250" y="326"/>
                    <a:pt x="2387" y="801"/>
                    <a:pt x="3387" y="1513"/>
                  </a:cubicBezTo>
                  <a:cubicBezTo>
                    <a:pt x="3425" y="1538"/>
                    <a:pt x="3462" y="1476"/>
                    <a:pt x="3425" y="1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29"/>
            <p:cNvSpPr/>
            <p:nvPr/>
          </p:nvSpPr>
          <p:spPr>
            <a:xfrm>
              <a:off x="6752650" y="2919175"/>
              <a:ext cx="16575" cy="17825"/>
            </a:xfrm>
            <a:custGeom>
              <a:avLst/>
              <a:gdLst/>
              <a:ahLst/>
              <a:cxnLst/>
              <a:rect l="l" t="t" r="r" b="b"/>
              <a:pathLst>
                <a:path w="663" h="713" extrusionOk="0">
                  <a:moveTo>
                    <a:pt x="525" y="463"/>
                  </a:moveTo>
                  <a:cubicBezTo>
                    <a:pt x="488" y="363"/>
                    <a:pt x="488" y="351"/>
                    <a:pt x="500" y="425"/>
                  </a:cubicBezTo>
                  <a:cubicBezTo>
                    <a:pt x="500" y="463"/>
                    <a:pt x="500" y="500"/>
                    <a:pt x="500" y="538"/>
                  </a:cubicBezTo>
                  <a:cubicBezTo>
                    <a:pt x="500" y="575"/>
                    <a:pt x="550" y="600"/>
                    <a:pt x="563" y="563"/>
                  </a:cubicBezTo>
                  <a:cubicBezTo>
                    <a:pt x="663" y="338"/>
                    <a:pt x="438" y="1"/>
                    <a:pt x="213" y="238"/>
                  </a:cubicBezTo>
                  <a:cubicBezTo>
                    <a:pt x="1" y="488"/>
                    <a:pt x="376" y="713"/>
                    <a:pt x="575" y="525"/>
                  </a:cubicBezTo>
                  <a:cubicBezTo>
                    <a:pt x="625" y="488"/>
                    <a:pt x="563" y="425"/>
                    <a:pt x="513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29"/>
            <p:cNvSpPr/>
            <p:nvPr/>
          </p:nvSpPr>
          <p:spPr>
            <a:xfrm>
              <a:off x="6783275" y="2974800"/>
              <a:ext cx="81875" cy="30325"/>
            </a:xfrm>
            <a:custGeom>
              <a:avLst/>
              <a:gdLst/>
              <a:ahLst/>
              <a:cxnLst/>
              <a:rect l="l" t="t" r="r" b="b"/>
              <a:pathLst>
                <a:path w="3275" h="1213" extrusionOk="0">
                  <a:moveTo>
                    <a:pt x="3212" y="137"/>
                  </a:moveTo>
                  <a:cubicBezTo>
                    <a:pt x="2112" y="0"/>
                    <a:pt x="738" y="225"/>
                    <a:pt x="13" y="1150"/>
                  </a:cubicBezTo>
                  <a:cubicBezTo>
                    <a:pt x="0" y="1187"/>
                    <a:pt x="25" y="1212"/>
                    <a:pt x="63" y="1200"/>
                  </a:cubicBezTo>
                  <a:cubicBezTo>
                    <a:pt x="1000" y="412"/>
                    <a:pt x="2000" y="87"/>
                    <a:pt x="3212" y="225"/>
                  </a:cubicBezTo>
                  <a:cubicBezTo>
                    <a:pt x="3274" y="225"/>
                    <a:pt x="3274" y="137"/>
                    <a:pt x="3212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29"/>
            <p:cNvSpPr/>
            <p:nvPr/>
          </p:nvSpPr>
          <p:spPr>
            <a:xfrm>
              <a:off x="6773575" y="3001650"/>
              <a:ext cx="14725" cy="13150"/>
            </a:xfrm>
            <a:custGeom>
              <a:avLst/>
              <a:gdLst/>
              <a:ahLst/>
              <a:cxnLst/>
              <a:rect l="l" t="t" r="r" b="b"/>
              <a:pathLst>
                <a:path w="589" h="526" extrusionOk="0">
                  <a:moveTo>
                    <a:pt x="338" y="426"/>
                  </a:moveTo>
                  <a:cubicBezTo>
                    <a:pt x="338" y="326"/>
                    <a:pt x="313" y="313"/>
                    <a:pt x="263" y="376"/>
                  </a:cubicBezTo>
                  <a:cubicBezTo>
                    <a:pt x="226" y="388"/>
                    <a:pt x="238" y="438"/>
                    <a:pt x="276" y="438"/>
                  </a:cubicBezTo>
                  <a:cubicBezTo>
                    <a:pt x="563" y="438"/>
                    <a:pt x="588" y="1"/>
                    <a:pt x="301" y="38"/>
                  </a:cubicBezTo>
                  <a:cubicBezTo>
                    <a:pt x="1" y="63"/>
                    <a:pt x="38" y="526"/>
                    <a:pt x="338" y="488"/>
                  </a:cubicBezTo>
                  <a:cubicBezTo>
                    <a:pt x="376" y="488"/>
                    <a:pt x="376" y="426"/>
                    <a:pt x="338" y="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29"/>
            <p:cNvSpPr/>
            <p:nvPr/>
          </p:nvSpPr>
          <p:spPr>
            <a:xfrm>
              <a:off x="6888250" y="3178475"/>
              <a:ext cx="60325" cy="237475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337" y="38"/>
                  </a:moveTo>
                  <a:cubicBezTo>
                    <a:pt x="1650" y="1800"/>
                    <a:pt x="925" y="3125"/>
                    <a:pt x="738" y="5050"/>
                  </a:cubicBezTo>
                  <a:cubicBezTo>
                    <a:pt x="575" y="6762"/>
                    <a:pt x="975" y="8011"/>
                    <a:pt x="1925" y="9436"/>
                  </a:cubicBezTo>
                  <a:cubicBezTo>
                    <a:pt x="1975" y="9498"/>
                    <a:pt x="2075" y="9436"/>
                    <a:pt x="2037" y="9373"/>
                  </a:cubicBezTo>
                  <a:cubicBezTo>
                    <a:pt x="0" y="6049"/>
                    <a:pt x="1137" y="3375"/>
                    <a:pt x="2400" y="51"/>
                  </a:cubicBezTo>
                  <a:cubicBezTo>
                    <a:pt x="2412" y="13"/>
                    <a:pt x="2350" y="1"/>
                    <a:pt x="233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29"/>
            <p:cNvSpPr/>
            <p:nvPr/>
          </p:nvSpPr>
          <p:spPr>
            <a:xfrm>
              <a:off x="6844200" y="2899500"/>
              <a:ext cx="49375" cy="31575"/>
            </a:xfrm>
            <a:custGeom>
              <a:avLst/>
              <a:gdLst/>
              <a:ahLst/>
              <a:cxnLst/>
              <a:rect l="l" t="t" r="r" b="b"/>
              <a:pathLst>
                <a:path w="1975" h="1263" extrusionOk="0">
                  <a:moveTo>
                    <a:pt x="1912" y="25"/>
                  </a:moveTo>
                  <a:cubicBezTo>
                    <a:pt x="1825" y="450"/>
                    <a:pt x="1612" y="838"/>
                    <a:pt x="1212" y="1025"/>
                  </a:cubicBezTo>
                  <a:cubicBezTo>
                    <a:pt x="712" y="1237"/>
                    <a:pt x="125" y="975"/>
                    <a:pt x="113" y="400"/>
                  </a:cubicBezTo>
                  <a:cubicBezTo>
                    <a:pt x="113" y="325"/>
                    <a:pt x="0" y="325"/>
                    <a:pt x="0" y="400"/>
                  </a:cubicBezTo>
                  <a:cubicBezTo>
                    <a:pt x="0" y="888"/>
                    <a:pt x="438" y="1262"/>
                    <a:pt x="925" y="1212"/>
                  </a:cubicBezTo>
                  <a:cubicBezTo>
                    <a:pt x="1525" y="1150"/>
                    <a:pt x="1875" y="613"/>
                    <a:pt x="1975" y="50"/>
                  </a:cubicBezTo>
                  <a:cubicBezTo>
                    <a:pt x="1975" y="13"/>
                    <a:pt x="1912" y="0"/>
                    <a:pt x="191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29"/>
            <p:cNvSpPr/>
            <p:nvPr/>
          </p:nvSpPr>
          <p:spPr>
            <a:xfrm>
              <a:off x="6887300" y="3113825"/>
              <a:ext cx="31575" cy="62500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626" y="2449"/>
                  </a:moveTo>
                  <a:cubicBezTo>
                    <a:pt x="626" y="2149"/>
                    <a:pt x="563" y="1850"/>
                    <a:pt x="426" y="1575"/>
                  </a:cubicBezTo>
                  <a:cubicBezTo>
                    <a:pt x="126" y="875"/>
                    <a:pt x="426" y="200"/>
                    <a:pt x="1225" y="88"/>
                  </a:cubicBezTo>
                  <a:cubicBezTo>
                    <a:pt x="1263" y="88"/>
                    <a:pt x="1250" y="13"/>
                    <a:pt x="1213" y="13"/>
                  </a:cubicBezTo>
                  <a:cubicBezTo>
                    <a:pt x="776" y="0"/>
                    <a:pt x="376" y="275"/>
                    <a:pt x="226" y="687"/>
                  </a:cubicBezTo>
                  <a:cubicBezTo>
                    <a:pt x="1" y="1325"/>
                    <a:pt x="563" y="1825"/>
                    <a:pt x="538" y="2449"/>
                  </a:cubicBezTo>
                  <a:cubicBezTo>
                    <a:pt x="538" y="2499"/>
                    <a:pt x="613" y="2499"/>
                    <a:pt x="6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29"/>
            <p:cNvSpPr/>
            <p:nvPr/>
          </p:nvSpPr>
          <p:spPr>
            <a:xfrm>
              <a:off x="6912925" y="3112575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63" y="175"/>
                  </a:moveTo>
                  <a:cubicBezTo>
                    <a:pt x="588" y="0"/>
                    <a:pt x="825" y="837"/>
                    <a:pt x="575" y="1162"/>
                  </a:cubicBezTo>
                  <a:cubicBezTo>
                    <a:pt x="550" y="1200"/>
                    <a:pt x="588" y="1225"/>
                    <a:pt x="613" y="1212"/>
                  </a:cubicBezTo>
                  <a:cubicBezTo>
                    <a:pt x="863" y="1062"/>
                    <a:pt x="788" y="675"/>
                    <a:pt x="700" y="437"/>
                  </a:cubicBezTo>
                  <a:cubicBezTo>
                    <a:pt x="588" y="163"/>
                    <a:pt x="338" y="0"/>
                    <a:pt x="38" y="113"/>
                  </a:cubicBezTo>
                  <a:cubicBezTo>
                    <a:pt x="0" y="125"/>
                    <a:pt x="13" y="200"/>
                    <a:pt x="63" y="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29"/>
            <p:cNvSpPr/>
            <p:nvPr/>
          </p:nvSpPr>
          <p:spPr>
            <a:xfrm>
              <a:off x="6775450" y="287262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213" y="3162"/>
                  </a:moveTo>
                  <a:cubicBezTo>
                    <a:pt x="1263" y="2350"/>
                    <a:pt x="201" y="1463"/>
                    <a:pt x="388" y="76"/>
                  </a:cubicBezTo>
                  <a:cubicBezTo>
                    <a:pt x="388" y="26"/>
                    <a:pt x="301" y="1"/>
                    <a:pt x="288" y="51"/>
                  </a:cubicBezTo>
                  <a:cubicBezTo>
                    <a:pt x="1" y="1450"/>
                    <a:pt x="1213" y="2425"/>
                    <a:pt x="2163" y="3212"/>
                  </a:cubicBezTo>
                  <a:cubicBezTo>
                    <a:pt x="2200" y="3250"/>
                    <a:pt x="2263" y="3187"/>
                    <a:pt x="2213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29"/>
            <p:cNvSpPr/>
            <p:nvPr/>
          </p:nvSpPr>
          <p:spPr>
            <a:xfrm>
              <a:off x="6867625" y="31019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588" y="1175"/>
                  </a:moveTo>
                  <a:cubicBezTo>
                    <a:pt x="613" y="950"/>
                    <a:pt x="563" y="725"/>
                    <a:pt x="450" y="525"/>
                  </a:cubicBezTo>
                  <a:cubicBezTo>
                    <a:pt x="375" y="325"/>
                    <a:pt x="250" y="150"/>
                    <a:pt x="88" y="25"/>
                  </a:cubicBezTo>
                  <a:cubicBezTo>
                    <a:pt x="50" y="0"/>
                    <a:pt x="0" y="63"/>
                    <a:pt x="38" y="100"/>
                  </a:cubicBezTo>
                  <a:cubicBezTo>
                    <a:pt x="313" y="388"/>
                    <a:pt x="488" y="775"/>
                    <a:pt x="500" y="1175"/>
                  </a:cubicBezTo>
                  <a:cubicBezTo>
                    <a:pt x="500" y="1237"/>
                    <a:pt x="588" y="1237"/>
                    <a:pt x="600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29"/>
            <p:cNvSpPr/>
            <p:nvPr/>
          </p:nvSpPr>
          <p:spPr>
            <a:xfrm>
              <a:off x="6861375" y="3101625"/>
              <a:ext cx="21900" cy="34075"/>
            </a:xfrm>
            <a:custGeom>
              <a:avLst/>
              <a:gdLst/>
              <a:ahLst/>
              <a:cxnLst/>
              <a:rect l="l" t="t" r="r" b="b"/>
              <a:pathLst>
                <a:path w="876" h="1363" extrusionOk="0">
                  <a:moveTo>
                    <a:pt x="238" y="51"/>
                  </a:moveTo>
                  <a:cubicBezTo>
                    <a:pt x="0" y="538"/>
                    <a:pt x="300" y="1150"/>
                    <a:pt x="775" y="1350"/>
                  </a:cubicBezTo>
                  <a:cubicBezTo>
                    <a:pt x="838" y="1363"/>
                    <a:pt x="875" y="1275"/>
                    <a:pt x="825" y="1250"/>
                  </a:cubicBezTo>
                  <a:cubicBezTo>
                    <a:pt x="413" y="1050"/>
                    <a:pt x="113" y="551"/>
                    <a:pt x="325" y="101"/>
                  </a:cubicBezTo>
                  <a:cubicBezTo>
                    <a:pt x="350" y="51"/>
                    <a:pt x="275" y="1"/>
                    <a:pt x="238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29"/>
            <p:cNvSpPr/>
            <p:nvPr/>
          </p:nvSpPr>
          <p:spPr>
            <a:xfrm>
              <a:off x="6864175" y="3338125"/>
              <a:ext cx="59700" cy="13217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1738" y="63"/>
                  </a:moveTo>
                  <a:cubicBezTo>
                    <a:pt x="2038" y="1600"/>
                    <a:pt x="2350" y="4912"/>
                    <a:pt x="51" y="5212"/>
                  </a:cubicBezTo>
                  <a:cubicBezTo>
                    <a:pt x="1" y="5212"/>
                    <a:pt x="1" y="5287"/>
                    <a:pt x="51" y="5287"/>
                  </a:cubicBezTo>
                  <a:cubicBezTo>
                    <a:pt x="2388" y="5074"/>
                    <a:pt x="2125" y="1638"/>
                    <a:pt x="1813" y="51"/>
                  </a:cubicBezTo>
                  <a:cubicBezTo>
                    <a:pt x="1813" y="1"/>
                    <a:pt x="1738" y="26"/>
                    <a:pt x="17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29"/>
            <p:cNvSpPr/>
            <p:nvPr/>
          </p:nvSpPr>
          <p:spPr>
            <a:xfrm>
              <a:off x="6826700" y="3402175"/>
              <a:ext cx="65000" cy="61250"/>
            </a:xfrm>
            <a:custGeom>
              <a:avLst/>
              <a:gdLst/>
              <a:ahLst/>
              <a:cxnLst/>
              <a:rect l="l" t="t" r="r" b="b"/>
              <a:pathLst>
                <a:path w="2600" h="2450" extrusionOk="0">
                  <a:moveTo>
                    <a:pt x="2537" y="1475"/>
                  </a:moveTo>
                  <a:cubicBezTo>
                    <a:pt x="2212" y="2100"/>
                    <a:pt x="1437" y="2362"/>
                    <a:pt x="838" y="1938"/>
                  </a:cubicBezTo>
                  <a:cubicBezTo>
                    <a:pt x="300" y="1563"/>
                    <a:pt x="138" y="588"/>
                    <a:pt x="650" y="125"/>
                  </a:cubicBezTo>
                  <a:cubicBezTo>
                    <a:pt x="700" y="76"/>
                    <a:pt x="638" y="1"/>
                    <a:pt x="575" y="51"/>
                  </a:cubicBezTo>
                  <a:cubicBezTo>
                    <a:pt x="0" y="538"/>
                    <a:pt x="200" y="1613"/>
                    <a:pt x="788" y="2012"/>
                  </a:cubicBezTo>
                  <a:cubicBezTo>
                    <a:pt x="1412" y="2450"/>
                    <a:pt x="2275" y="2200"/>
                    <a:pt x="2587" y="1500"/>
                  </a:cubicBezTo>
                  <a:cubicBezTo>
                    <a:pt x="2600" y="1475"/>
                    <a:pt x="2550" y="1438"/>
                    <a:pt x="2537" y="1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29"/>
            <p:cNvSpPr/>
            <p:nvPr/>
          </p:nvSpPr>
          <p:spPr>
            <a:xfrm>
              <a:off x="6837325" y="3392175"/>
              <a:ext cx="46575" cy="35950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75" y="738"/>
                  </a:moveTo>
                  <a:cubicBezTo>
                    <a:pt x="263" y="326"/>
                    <a:pt x="738" y="138"/>
                    <a:pt x="1150" y="301"/>
                  </a:cubicBezTo>
                  <a:cubicBezTo>
                    <a:pt x="1587" y="488"/>
                    <a:pt x="1712" y="938"/>
                    <a:pt x="1575" y="1363"/>
                  </a:cubicBezTo>
                  <a:cubicBezTo>
                    <a:pt x="1562" y="1413"/>
                    <a:pt x="1637" y="1438"/>
                    <a:pt x="1662" y="1400"/>
                  </a:cubicBezTo>
                  <a:cubicBezTo>
                    <a:pt x="1862" y="938"/>
                    <a:pt x="1650" y="401"/>
                    <a:pt x="1200" y="201"/>
                  </a:cubicBezTo>
                  <a:cubicBezTo>
                    <a:pt x="738" y="1"/>
                    <a:pt x="200" y="226"/>
                    <a:pt x="13" y="700"/>
                  </a:cubicBezTo>
                  <a:cubicBezTo>
                    <a:pt x="0" y="738"/>
                    <a:pt x="50" y="775"/>
                    <a:pt x="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29"/>
            <p:cNvSpPr/>
            <p:nvPr/>
          </p:nvSpPr>
          <p:spPr>
            <a:xfrm>
              <a:off x="6849500" y="3422475"/>
              <a:ext cx="30950" cy="17525"/>
            </a:xfrm>
            <a:custGeom>
              <a:avLst/>
              <a:gdLst/>
              <a:ahLst/>
              <a:cxnLst/>
              <a:rect l="l" t="t" r="r" b="b"/>
              <a:pathLst>
                <a:path w="1238" h="701" extrusionOk="0">
                  <a:moveTo>
                    <a:pt x="1125" y="51"/>
                  </a:moveTo>
                  <a:cubicBezTo>
                    <a:pt x="1163" y="638"/>
                    <a:pt x="13" y="701"/>
                    <a:pt x="201" y="88"/>
                  </a:cubicBezTo>
                  <a:cubicBezTo>
                    <a:pt x="226" y="26"/>
                    <a:pt x="138" y="13"/>
                    <a:pt x="113" y="63"/>
                  </a:cubicBezTo>
                  <a:cubicBezTo>
                    <a:pt x="1" y="351"/>
                    <a:pt x="263" y="626"/>
                    <a:pt x="550" y="626"/>
                  </a:cubicBezTo>
                  <a:cubicBezTo>
                    <a:pt x="838" y="626"/>
                    <a:pt x="1238" y="388"/>
                    <a:pt x="1200" y="51"/>
                  </a:cubicBezTo>
                  <a:cubicBezTo>
                    <a:pt x="1200" y="1"/>
                    <a:pt x="1125" y="1"/>
                    <a:pt x="1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29"/>
            <p:cNvSpPr/>
            <p:nvPr/>
          </p:nvSpPr>
          <p:spPr>
            <a:xfrm>
              <a:off x="6819200" y="3138500"/>
              <a:ext cx="71575" cy="55325"/>
            </a:xfrm>
            <a:custGeom>
              <a:avLst/>
              <a:gdLst/>
              <a:ahLst/>
              <a:cxnLst/>
              <a:rect l="l" t="t" r="r" b="b"/>
              <a:pathLst>
                <a:path w="2863" h="2213" extrusionOk="0">
                  <a:moveTo>
                    <a:pt x="2812" y="388"/>
                  </a:moveTo>
                  <a:cubicBezTo>
                    <a:pt x="1538" y="0"/>
                    <a:pt x="100" y="788"/>
                    <a:pt x="0" y="2175"/>
                  </a:cubicBezTo>
                  <a:cubicBezTo>
                    <a:pt x="0" y="2212"/>
                    <a:pt x="50" y="2212"/>
                    <a:pt x="50" y="2187"/>
                  </a:cubicBezTo>
                  <a:cubicBezTo>
                    <a:pt x="375" y="925"/>
                    <a:pt x="1463" y="113"/>
                    <a:pt x="2787" y="463"/>
                  </a:cubicBezTo>
                  <a:cubicBezTo>
                    <a:pt x="2837" y="475"/>
                    <a:pt x="2862" y="400"/>
                    <a:pt x="2800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29"/>
            <p:cNvSpPr/>
            <p:nvPr/>
          </p:nvSpPr>
          <p:spPr>
            <a:xfrm>
              <a:off x="6798275" y="2819200"/>
              <a:ext cx="15325" cy="20025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550" y="688"/>
                  </a:moveTo>
                  <a:cubicBezTo>
                    <a:pt x="325" y="538"/>
                    <a:pt x="163" y="313"/>
                    <a:pt x="100" y="51"/>
                  </a:cubicBezTo>
                  <a:cubicBezTo>
                    <a:pt x="88" y="1"/>
                    <a:pt x="0" y="1"/>
                    <a:pt x="0" y="63"/>
                  </a:cubicBezTo>
                  <a:cubicBezTo>
                    <a:pt x="50" y="363"/>
                    <a:pt x="238" y="625"/>
                    <a:pt x="513" y="775"/>
                  </a:cubicBezTo>
                  <a:cubicBezTo>
                    <a:pt x="562" y="800"/>
                    <a:pt x="612" y="713"/>
                    <a:pt x="550" y="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29"/>
            <p:cNvSpPr/>
            <p:nvPr/>
          </p:nvSpPr>
          <p:spPr>
            <a:xfrm>
              <a:off x="6794825" y="2818575"/>
              <a:ext cx="5975" cy="16900"/>
            </a:xfrm>
            <a:custGeom>
              <a:avLst/>
              <a:gdLst/>
              <a:ahLst/>
              <a:cxnLst/>
              <a:rect l="l" t="t" r="r" b="b"/>
              <a:pathLst>
                <a:path w="239" h="676" extrusionOk="0">
                  <a:moveTo>
                    <a:pt x="101" y="76"/>
                  </a:moveTo>
                  <a:cubicBezTo>
                    <a:pt x="26" y="238"/>
                    <a:pt x="1" y="426"/>
                    <a:pt x="26" y="613"/>
                  </a:cubicBezTo>
                  <a:cubicBezTo>
                    <a:pt x="38" y="675"/>
                    <a:pt x="138" y="663"/>
                    <a:pt x="138" y="601"/>
                  </a:cubicBezTo>
                  <a:cubicBezTo>
                    <a:pt x="138" y="426"/>
                    <a:pt x="163" y="263"/>
                    <a:pt x="213" y="101"/>
                  </a:cubicBezTo>
                  <a:cubicBezTo>
                    <a:pt x="238" y="26"/>
                    <a:pt x="126" y="1"/>
                    <a:pt x="10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29"/>
            <p:cNvSpPr/>
            <p:nvPr/>
          </p:nvSpPr>
          <p:spPr>
            <a:xfrm>
              <a:off x="6810775" y="2837625"/>
              <a:ext cx="7500" cy="9400"/>
            </a:xfrm>
            <a:custGeom>
              <a:avLst/>
              <a:gdLst/>
              <a:ahLst/>
              <a:cxnLst/>
              <a:rect l="l" t="t" r="r" b="b"/>
              <a:pathLst>
                <a:path w="300" h="376" extrusionOk="0">
                  <a:moveTo>
                    <a:pt x="75" y="101"/>
                  </a:moveTo>
                  <a:cubicBezTo>
                    <a:pt x="112" y="163"/>
                    <a:pt x="87" y="226"/>
                    <a:pt x="38" y="263"/>
                  </a:cubicBezTo>
                  <a:cubicBezTo>
                    <a:pt x="0" y="301"/>
                    <a:pt x="38" y="376"/>
                    <a:pt x="87" y="351"/>
                  </a:cubicBezTo>
                  <a:cubicBezTo>
                    <a:pt x="237" y="288"/>
                    <a:pt x="300" y="113"/>
                    <a:pt x="137" y="26"/>
                  </a:cubicBezTo>
                  <a:cubicBezTo>
                    <a:pt x="87" y="1"/>
                    <a:pt x="38" y="63"/>
                    <a:pt x="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29"/>
            <p:cNvSpPr/>
            <p:nvPr/>
          </p:nvSpPr>
          <p:spPr>
            <a:xfrm>
              <a:off x="6797325" y="2844825"/>
              <a:ext cx="15650" cy="20325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526" y="25"/>
                  </a:moveTo>
                  <a:cubicBezTo>
                    <a:pt x="288" y="188"/>
                    <a:pt x="1" y="450"/>
                    <a:pt x="63" y="763"/>
                  </a:cubicBezTo>
                  <a:cubicBezTo>
                    <a:pt x="76" y="813"/>
                    <a:pt x="138" y="813"/>
                    <a:pt x="151" y="763"/>
                  </a:cubicBezTo>
                  <a:cubicBezTo>
                    <a:pt x="201" y="500"/>
                    <a:pt x="363" y="263"/>
                    <a:pt x="588" y="100"/>
                  </a:cubicBezTo>
                  <a:cubicBezTo>
                    <a:pt x="625" y="63"/>
                    <a:pt x="576" y="0"/>
                    <a:pt x="526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29"/>
            <p:cNvSpPr/>
            <p:nvPr/>
          </p:nvSpPr>
          <p:spPr>
            <a:xfrm>
              <a:off x="6792950" y="2840450"/>
              <a:ext cx="10025" cy="24075"/>
            </a:xfrm>
            <a:custGeom>
              <a:avLst/>
              <a:gdLst/>
              <a:ahLst/>
              <a:cxnLst/>
              <a:rect l="l" t="t" r="r" b="b"/>
              <a:pathLst>
                <a:path w="401" h="963" extrusionOk="0">
                  <a:moveTo>
                    <a:pt x="288" y="850"/>
                  </a:moveTo>
                  <a:cubicBezTo>
                    <a:pt x="113" y="613"/>
                    <a:pt x="188" y="350"/>
                    <a:pt x="351" y="138"/>
                  </a:cubicBezTo>
                  <a:cubicBezTo>
                    <a:pt x="401" y="75"/>
                    <a:pt x="326" y="0"/>
                    <a:pt x="276" y="50"/>
                  </a:cubicBezTo>
                  <a:cubicBezTo>
                    <a:pt x="26" y="275"/>
                    <a:pt x="1" y="663"/>
                    <a:pt x="201" y="925"/>
                  </a:cubicBezTo>
                  <a:cubicBezTo>
                    <a:pt x="238" y="963"/>
                    <a:pt x="326" y="900"/>
                    <a:pt x="2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29"/>
            <p:cNvSpPr/>
            <p:nvPr/>
          </p:nvSpPr>
          <p:spPr>
            <a:xfrm>
              <a:off x="6795150" y="2829825"/>
              <a:ext cx="8150" cy="14075"/>
            </a:xfrm>
            <a:custGeom>
              <a:avLst/>
              <a:gdLst/>
              <a:ahLst/>
              <a:cxnLst/>
              <a:rect l="l" t="t" r="r" b="b"/>
              <a:pathLst>
                <a:path w="326" h="563" extrusionOk="0">
                  <a:moveTo>
                    <a:pt x="263" y="425"/>
                  </a:moveTo>
                  <a:cubicBezTo>
                    <a:pt x="175" y="325"/>
                    <a:pt x="125" y="200"/>
                    <a:pt x="113" y="63"/>
                  </a:cubicBezTo>
                  <a:cubicBezTo>
                    <a:pt x="100" y="1"/>
                    <a:pt x="13" y="26"/>
                    <a:pt x="13" y="76"/>
                  </a:cubicBezTo>
                  <a:cubicBezTo>
                    <a:pt x="0" y="238"/>
                    <a:pt x="63" y="400"/>
                    <a:pt x="188" y="500"/>
                  </a:cubicBezTo>
                  <a:cubicBezTo>
                    <a:pt x="238" y="563"/>
                    <a:pt x="325" y="475"/>
                    <a:pt x="263" y="4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29"/>
            <p:cNvSpPr/>
            <p:nvPr/>
          </p:nvSpPr>
          <p:spPr>
            <a:xfrm>
              <a:off x="6781075" y="2835125"/>
              <a:ext cx="12525" cy="14400"/>
            </a:xfrm>
            <a:custGeom>
              <a:avLst/>
              <a:gdLst/>
              <a:ahLst/>
              <a:cxnLst/>
              <a:rect l="l" t="t" r="r" b="b"/>
              <a:pathLst>
                <a:path w="501" h="576" extrusionOk="0">
                  <a:moveTo>
                    <a:pt x="476" y="288"/>
                  </a:moveTo>
                  <a:cubicBezTo>
                    <a:pt x="463" y="163"/>
                    <a:pt x="426" y="38"/>
                    <a:pt x="288" y="13"/>
                  </a:cubicBezTo>
                  <a:cubicBezTo>
                    <a:pt x="163" y="1"/>
                    <a:pt x="63" y="88"/>
                    <a:pt x="63" y="213"/>
                  </a:cubicBezTo>
                  <a:cubicBezTo>
                    <a:pt x="1" y="501"/>
                    <a:pt x="463" y="576"/>
                    <a:pt x="488" y="263"/>
                  </a:cubicBezTo>
                  <a:cubicBezTo>
                    <a:pt x="501" y="188"/>
                    <a:pt x="376" y="176"/>
                    <a:pt x="363" y="251"/>
                  </a:cubicBezTo>
                  <a:cubicBezTo>
                    <a:pt x="363" y="263"/>
                    <a:pt x="363" y="276"/>
                    <a:pt x="351" y="288"/>
                  </a:cubicBezTo>
                  <a:cubicBezTo>
                    <a:pt x="351" y="376"/>
                    <a:pt x="488" y="376"/>
                    <a:pt x="476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29"/>
            <p:cNvSpPr/>
            <p:nvPr/>
          </p:nvSpPr>
          <p:spPr>
            <a:xfrm>
              <a:off x="695500" y="2835450"/>
              <a:ext cx="104675" cy="111250"/>
            </a:xfrm>
            <a:custGeom>
              <a:avLst/>
              <a:gdLst/>
              <a:ahLst/>
              <a:cxnLst/>
              <a:rect l="l" t="t" r="r" b="b"/>
              <a:pathLst>
                <a:path w="4187" h="4450" extrusionOk="0">
                  <a:moveTo>
                    <a:pt x="288" y="2650"/>
                  </a:moveTo>
                  <a:cubicBezTo>
                    <a:pt x="100" y="1075"/>
                    <a:pt x="1912" y="0"/>
                    <a:pt x="3124" y="1125"/>
                  </a:cubicBezTo>
                  <a:cubicBezTo>
                    <a:pt x="4062" y="2000"/>
                    <a:pt x="3624" y="3475"/>
                    <a:pt x="2974" y="4374"/>
                  </a:cubicBezTo>
                  <a:cubicBezTo>
                    <a:pt x="2949" y="4412"/>
                    <a:pt x="2999" y="4449"/>
                    <a:pt x="3037" y="4424"/>
                  </a:cubicBezTo>
                  <a:cubicBezTo>
                    <a:pt x="3974" y="3412"/>
                    <a:pt x="4187" y="1475"/>
                    <a:pt x="2799" y="738"/>
                  </a:cubicBezTo>
                  <a:cubicBezTo>
                    <a:pt x="1450" y="25"/>
                    <a:pt x="0" y="1213"/>
                    <a:pt x="188" y="2650"/>
                  </a:cubicBezTo>
                  <a:cubicBezTo>
                    <a:pt x="188" y="2712"/>
                    <a:pt x="300" y="2725"/>
                    <a:pt x="2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29"/>
            <p:cNvSpPr/>
            <p:nvPr/>
          </p:nvSpPr>
          <p:spPr>
            <a:xfrm>
              <a:off x="628000" y="2941675"/>
              <a:ext cx="146875" cy="263700"/>
            </a:xfrm>
            <a:custGeom>
              <a:avLst/>
              <a:gdLst/>
              <a:ahLst/>
              <a:cxnLst/>
              <a:rect l="l" t="t" r="r" b="b"/>
              <a:pathLst>
                <a:path w="5875" h="10548" extrusionOk="0">
                  <a:moveTo>
                    <a:pt x="5812" y="25"/>
                  </a:moveTo>
                  <a:cubicBezTo>
                    <a:pt x="3937" y="1350"/>
                    <a:pt x="1513" y="2550"/>
                    <a:pt x="738" y="4862"/>
                  </a:cubicBezTo>
                  <a:cubicBezTo>
                    <a:pt x="151" y="6599"/>
                    <a:pt x="1" y="9073"/>
                    <a:pt x="1263" y="10523"/>
                  </a:cubicBezTo>
                  <a:cubicBezTo>
                    <a:pt x="1288" y="10548"/>
                    <a:pt x="1338" y="10510"/>
                    <a:pt x="1313" y="10485"/>
                  </a:cubicBezTo>
                  <a:cubicBezTo>
                    <a:pt x="113" y="8848"/>
                    <a:pt x="288" y="6086"/>
                    <a:pt x="1138" y="4324"/>
                  </a:cubicBezTo>
                  <a:cubicBezTo>
                    <a:pt x="2063" y="2412"/>
                    <a:pt x="4175" y="1300"/>
                    <a:pt x="5837" y="100"/>
                  </a:cubicBezTo>
                  <a:cubicBezTo>
                    <a:pt x="5874" y="63"/>
                    <a:pt x="5837" y="0"/>
                    <a:pt x="5799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29"/>
            <p:cNvSpPr/>
            <p:nvPr/>
          </p:nvSpPr>
          <p:spPr>
            <a:xfrm>
              <a:off x="668000" y="3137875"/>
              <a:ext cx="85000" cy="100300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8" y="2925"/>
                  </a:moveTo>
                  <a:cubicBezTo>
                    <a:pt x="900" y="3424"/>
                    <a:pt x="2075" y="3624"/>
                    <a:pt x="2812" y="2787"/>
                  </a:cubicBezTo>
                  <a:cubicBezTo>
                    <a:pt x="3237" y="2312"/>
                    <a:pt x="3400" y="1175"/>
                    <a:pt x="2975" y="625"/>
                  </a:cubicBezTo>
                  <a:cubicBezTo>
                    <a:pt x="2500" y="0"/>
                    <a:pt x="1350" y="88"/>
                    <a:pt x="1025" y="825"/>
                  </a:cubicBezTo>
                  <a:cubicBezTo>
                    <a:pt x="813" y="1262"/>
                    <a:pt x="838" y="1775"/>
                    <a:pt x="1088" y="2200"/>
                  </a:cubicBezTo>
                  <a:cubicBezTo>
                    <a:pt x="1450" y="2837"/>
                    <a:pt x="2425" y="3237"/>
                    <a:pt x="2537" y="3987"/>
                  </a:cubicBezTo>
                  <a:cubicBezTo>
                    <a:pt x="2537" y="4012"/>
                    <a:pt x="2575" y="4012"/>
                    <a:pt x="2575" y="3987"/>
                  </a:cubicBezTo>
                  <a:cubicBezTo>
                    <a:pt x="2562" y="3574"/>
                    <a:pt x="2287" y="3337"/>
                    <a:pt x="2000" y="3062"/>
                  </a:cubicBezTo>
                  <a:cubicBezTo>
                    <a:pt x="1713" y="2787"/>
                    <a:pt x="1350" y="2500"/>
                    <a:pt x="1188" y="2150"/>
                  </a:cubicBezTo>
                  <a:cubicBezTo>
                    <a:pt x="825" y="1287"/>
                    <a:pt x="1075" y="288"/>
                    <a:pt x="2200" y="425"/>
                  </a:cubicBezTo>
                  <a:cubicBezTo>
                    <a:pt x="2550" y="350"/>
                    <a:pt x="2762" y="488"/>
                    <a:pt x="2837" y="838"/>
                  </a:cubicBezTo>
                  <a:cubicBezTo>
                    <a:pt x="2975" y="913"/>
                    <a:pt x="3050" y="1063"/>
                    <a:pt x="3050" y="1212"/>
                  </a:cubicBezTo>
                  <a:cubicBezTo>
                    <a:pt x="3062" y="1275"/>
                    <a:pt x="3062" y="1337"/>
                    <a:pt x="3050" y="1400"/>
                  </a:cubicBezTo>
                  <a:cubicBezTo>
                    <a:pt x="3087" y="1650"/>
                    <a:pt x="3075" y="1912"/>
                    <a:pt x="3025" y="2162"/>
                  </a:cubicBezTo>
                  <a:cubicBezTo>
                    <a:pt x="2687" y="3524"/>
                    <a:pt x="1025" y="3399"/>
                    <a:pt x="75" y="2862"/>
                  </a:cubicBezTo>
                  <a:cubicBezTo>
                    <a:pt x="38" y="2837"/>
                    <a:pt x="0" y="2900"/>
                    <a:pt x="38" y="2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29"/>
            <p:cNvSpPr/>
            <p:nvPr/>
          </p:nvSpPr>
          <p:spPr>
            <a:xfrm>
              <a:off x="722350" y="3245025"/>
              <a:ext cx="13775" cy="55325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01" y="51"/>
                  </a:moveTo>
                  <a:cubicBezTo>
                    <a:pt x="476" y="825"/>
                    <a:pt x="238" y="1438"/>
                    <a:pt x="13" y="2163"/>
                  </a:cubicBezTo>
                  <a:cubicBezTo>
                    <a:pt x="1" y="2200"/>
                    <a:pt x="51" y="2213"/>
                    <a:pt x="76" y="2188"/>
                  </a:cubicBezTo>
                  <a:cubicBezTo>
                    <a:pt x="488" y="1588"/>
                    <a:pt x="551" y="738"/>
                    <a:pt x="476" y="51"/>
                  </a:cubicBezTo>
                  <a:cubicBezTo>
                    <a:pt x="476" y="1"/>
                    <a:pt x="388" y="1"/>
                    <a:pt x="4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29"/>
            <p:cNvSpPr/>
            <p:nvPr/>
          </p:nvSpPr>
          <p:spPr>
            <a:xfrm>
              <a:off x="692050" y="2972300"/>
              <a:ext cx="96575" cy="82175"/>
            </a:xfrm>
            <a:custGeom>
              <a:avLst/>
              <a:gdLst/>
              <a:ahLst/>
              <a:cxnLst/>
              <a:rect l="l" t="t" r="r" b="b"/>
              <a:pathLst>
                <a:path w="3863" h="3287" extrusionOk="0">
                  <a:moveTo>
                    <a:pt x="63" y="1100"/>
                  </a:moveTo>
                  <a:cubicBezTo>
                    <a:pt x="738" y="575"/>
                    <a:pt x="1563" y="113"/>
                    <a:pt x="2450" y="350"/>
                  </a:cubicBezTo>
                  <a:cubicBezTo>
                    <a:pt x="2900" y="487"/>
                    <a:pt x="3287" y="812"/>
                    <a:pt x="3500" y="1250"/>
                  </a:cubicBezTo>
                  <a:cubicBezTo>
                    <a:pt x="3650" y="1525"/>
                    <a:pt x="3737" y="1837"/>
                    <a:pt x="3737" y="2149"/>
                  </a:cubicBezTo>
                  <a:cubicBezTo>
                    <a:pt x="3725" y="2887"/>
                    <a:pt x="3300" y="3037"/>
                    <a:pt x="2463" y="2612"/>
                  </a:cubicBezTo>
                  <a:cubicBezTo>
                    <a:pt x="2500" y="2574"/>
                    <a:pt x="2463" y="2512"/>
                    <a:pt x="2425" y="2537"/>
                  </a:cubicBezTo>
                  <a:cubicBezTo>
                    <a:pt x="2050" y="2824"/>
                    <a:pt x="2463" y="3162"/>
                    <a:pt x="2812" y="3212"/>
                  </a:cubicBezTo>
                  <a:cubicBezTo>
                    <a:pt x="3475" y="3287"/>
                    <a:pt x="3862" y="2612"/>
                    <a:pt x="3837" y="2037"/>
                  </a:cubicBezTo>
                  <a:cubicBezTo>
                    <a:pt x="3812" y="1237"/>
                    <a:pt x="3250" y="450"/>
                    <a:pt x="2475" y="250"/>
                  </a:cubicBezTo>
                  <a:cubicBezTo>
                    <a:pt x="1550" y="0"/>
                    <a:pt x="701" y="475"/>
                    <a:pt x="26" y="1050"/>
                  </a:cubicBezTo>
                  <a:cubicBezTo>
                    <a:pt x="1" y="1075"/>
                    <a:pt x="38" y="1112"/>
                    <a:pt x="63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29"/>
            <p:cNvSpPr/>
            <p:nvPr/>
          </p:nvSpPr>
          <p:spPr>
            <a:xfrm>
              <a:off x="720175" y="2958850"/>
              <a:ext cx="110625" cy="22825"/>
            </a:xfrm>
            <a:custGeom>
              <a:avLst/>
              <a:gdLst/>
              <a:ahLst/>
              <a:cxnLst/>
              <a:rect l="l" t="t" r="r" b="b"/>
              <a:pathLst>
                <a:path w="4425" h="913" extrusionOk="0">
                  <a:moveTo>
                    <a:pt x="100" y="875"/>
                  </a:moveTo>
                  <a:cubicBezTo>
                    <a:pt x="1100" y="38"/>
                    <a:pt x="3250" y="1"/>
                    <a:pt x="4362" y="588"/>
                  </a:cubicBezTo>
                  <a:cubicBezTo>
                    <a:pt x="4399" y="601"/>
                    <a:pt x="4424" y="551"/>
                    <a:pt x="4399" y="526"/>
                  </a:cubicBezTo>
                  <a:cubicBezTo>
                    <a:pt x="3712" y="1"/>
                    <a:pt x="2725" y="88"/>
                    <a:pt x="1912" y="176"/>
                  </a:cubicBezTo>
                  <a:cubicBezTo>
                    <a:pt x="1250" y="251"/>
                    <a:pt x="563" y="376"/>
                    <a:pt x="38" y="825"/>
                  </a:cubicBezTo>
                  <a:cubicBezTo>
                    <a:pt x="0" y="863"/>
                    <a:pt x="63" y="913"/>
                    <a:pt x="100" y="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29"/>
            <p:cNvSpPr/>
            <p:nvPr/>
          </p:nvSpPr>
          <p:spPr>
            <a:xfrm>
              <a:off x="830150" y="29694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126"/>
                  </a:moveTo>
                  <a:cubicBezTo>
                    <a:pt x="0" y="213"/>
                    <a:pt x="25" y="325"/>
                    <a:pt x="88" y="388"/>
                  </a:cubicBezTo>
                  <a:cubicBezTo>
                    <a:pt x="163" y="450"/>
                    <a:pt x="250" y="475"/>
                    <a:pt x="338" y="463"/>
                  </a:cubicBezTo>
                  <a:cubicBezTo>
                    <a:pt x="375" y="450"/>
                    <a:pt x="400" y="438"/>
                    <a:pt x="425" y="425"/>
                  </a:cubicBezTo>
                  <a:cubicBezTo>
                    <a:pt x="450" y="388"/>
                    <a:pt x="463" y="350"/>
                    <a:pt x="463" y="313"/>
                  </a:cubicBezTo>
                  <a:cubicBezTo>
                    <a:pt x="488" y="188"/>
                    <a:pt x="425" y="63"/>
                    <a:pt x="300" y="13"/>
                  </a:cubicBezTo>
                  <a:cubicBezTo>
                    <a:pt x="175" y="1"/>
                    <a:pt x="50" y="101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29"/>
            <p:cNvSpPr/>
            <p:nvPr/>
          </p:nvSpPr>
          <p:spPr>
            <a:xfrm>
              <a:off x="828275" y="2965425"/>
              <a:ext cx="16275" cy="17825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63" y="275"/>
                  </a:moveTo>
                  <a:cubicBezTo>
                    <a:pt x="0" y="438"/>
                    <a:pt x="88" y="625"/>
                    <a:pt x="263" y="675"/>
                  </a:cubicBezTo>
                  <a:cubicBezTo>
                    <a:pt x="425" y="712"/>
                    <a:pt x="575" y="650"/>
                    <a:pt x="588" y="487"/>
                  </a:cubicBezTo>
                  <a:cubicBezTo>
                    <a:pt x="650" y="88"/>
                    <a:pt x="88" y="0"/>
                    <a:pt x="88" y="400"/>
                  </a:cubicBezTo>
                  <a:cubicBezTo>
                    <a:pt x="88" y="438"/>
                    <a:pt x="163" y="450"/>
                    <a:pt x="163" y="413"/>
                  </a:cubicBezTo>
                  <a:cubicBezTo>
                    <a:pt x="488" y="288"/>
                    <a:pt x="563" y="313"/>
                    <a:pt x="388" y="462"/>
                  </a:cubicBezTo>
                  <a:cubicBezTo>
                    <a:pt x="275" y="637"/>
                    <a:pt x="213" y="587"/>
                    <a:pt x="175" y="300"/>
                  </a:cubicBezTo>
                  <a:cubicBezTo>
                    <a:pt x="188" y="238"/>
                    <a:pt x="88" y="200"/>
                    <a:pt x="63" y="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29"/>
            <p:cNvSpPr/>
            <p:nvPr/>
          </p:nvSpPr>
          <p:spPr>
            <a:xfrm>
              <a:off x="662375" y="3207225"/>
              <a:ext cx="3150" cy="2850"/>
            </a:xfrm>
            <a:custGeom>
              <a:avLst/>
              <a:gdLst/>
              <a:ahLst/>
              <a:cxnLst/>
              <a:rect l="l" t="t" r="r" b="b"/>
              <a:pathLst>
                <a:path w="126" h="114" extrusionOk="0">
                  <a:moveTo>
                    <a:pt x="63" y="101"/>
                  </a:moveTo>
                  <a:lnTo>
                    <a:pt x="88" y="88"/>
                  </a:lnTo>
                  <a:cubicBezTo>
                    <a:pt x="126" y="76"/>
                    <a:pt x="126" y="38"/>
                    <a:pt x="88" y="26"/>
                  </a:cubicBezTo>
                  <a:lnTo>
                    <a:pt x="63" y="13"/>
                  </a:lnTo>
                  <a:cubicBezTo>
                    <a:pt x="1" y="1"/>
                    <a:pt x="1" y="113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29"/>
            <p:cNvSpPr/>
            <p:nvPr/>
          </p:nvSpPr>
          <p:spPr>
            <a:xfrm>
              <a:off x="705800" y="32975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13" y="25"/>
                  </a:moveTo>
                  <a:cubicBezTo>
                    <a:pt x="76" y="225"/>
                    <a:pt x="1" y="1175"/>
                    <a:pt x="138" y="1637"/>
                  </a:cubicBezTo>
                  <a:cubicBezTo>
                    <a:pt x="163" y="1687"/>
                    <a:pt x="251" y="1675"/>
                    <a:pt x="238" y="1612"/>
                  </a:cubicBezTo>
                  <a:cubicBezTo>
                    <a:pt x="201" y="1375"/>
                    <a:pt x="188" y="1125"/>
                    <a:pt x="226" y="887"/>
                  </a:cubicBezTo>
                  <a:cubicBezTo>
                    <a:pt x="263" y="650"/>
                    <a:pt x="375" y="225"/>
                    <a:pt x="638" y="125"/>
                  </a:cubicBezTo>
                  <a:cubicBezTo>
                    <a:pt x="700" y="100"/>
                    <a:pt x="675" y="0"/>
                    <a:pt x="600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29"/>
            <p:cNvSpPr/>
            <p:nvPr/>
          </p:nvSpPr>
          <p:spPr>
            <a:xfrm>
              <a:off x="708300" y="3297825"/>
              <a:ext cx="19700" cy="42200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113" y="1638"/>
                  </a:moveTo>
                  <a:cubicBezTo>
                    <a:pt x="475" y="1288"/>
                    <a:pt x="788" y="563"/>
                    <a:pt x="638" y="63"/>
                  </a:cubicBezTo>
                  <a:cubicBezTo>
                    <a:pt x="625" y="1"/>
                    <a:pt x="538" y="26"/>
                    <a:pt x="550" y="88"/>
                  </a:cubicBezTo>
                  <a:cubicBezTo>
                    <a:pt x="600" y="625"/>
                    <a:pt x="413" y="1175"/>
                    <a:pt x="38" y="1575"/>
                  </a:cubicBezTo>
                  <a:cubicBezTo>
                    <a:pt x="1" y="1613"/>
                    <a:pt x="63" y="1688"/>
                    <a:pt x="113" y="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29"/>
            <p:cNvSpPr/>
            <p:nvPr/>
          </p:nvSpPr>
          <p:spPr>
            <a:xfrm>
              <a:off x="732050" y="3237525"/>
              <a:ext cx="30000" cy="33150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25" y="51"/>
                  </a:moveTo>
                  <a:cubicBezTo>
                    <a:pt x="0" y="388"/>
                    <a:pt x="175" y="663"/>
                    <a:pt x="388" y="913"/>
                  </a:cubicBezTo>
                  <a:cubicBezTo>
                    <a:pt x="563" y="1163"/>
                    <a:pt x="850" y="1313"/>
                    <a:pt x="1150" y="1325"/>
                  </a:cubicBezTo>
                  <a:cubicBezTo>
                    <a:pt x="1200" y="1325"/>
                    <a:pt x="1200" y="1250"/>
                    <a:pt x="1163" y="1250"/>
                  </a:cubicBezTo>
                  <a:cubicBezTo>
                    <a:pt x="875" y="1225"/>
                    <a:pt x="613" y="1088"/>
                    <a:pt x="450" y="863"/>
                  </a:cubicBezTo>
                  <a:cubicBezTo>
                    <a:pt x="263" y="613"/>
                    <a:pt x="88" y="363"/>
                    <a:pt x="100" y="51"/>
                  </a:cubicBezTo>
                  <a:cubicBezTo>
                    <a:pt x="100" y="1"/>
                    <a:pt x="25" y="1"/>
                    <a:pt x="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29"/>
            <p:cNvSpPr/>
            <p:nvPr/>
          </p:nvSpPr>
          <p:spPr>
            <a:xfrm>
              <a:off x="732675" y="3237850"/>
              <a:ext cx="29375" cy="33125"/>
            </a:xfrm>
            <a:custGeom>
              <a:avLst/>
              <a:gdLst/>
              <a:ahLst/>
              <a:cxnLst/>
              <a:rect l="l" t="t" r="r" b="b"/>
              <a:pathLst>
                <a:path w="1175" h="1325" extrusionOk="0">
                  <a:moveTo>
                    <a:pt x="1163" y="1262"/>
                  </a:moveTo>
                  <a:cubicBezTo>
                    <a:pt x="1088" y="700"/>
                    <a:pt x="675" y="125"/>
                    <a:pt x="100" y="13"/>
                  </a:cubicBezTo>
                  <a:cubicBezTo>
                    <a:pt x="38" y="0"/>
                    <a:pt x="0" y="75"/>
                    <a:pt x="50" y="113"/>
                  </a:cubicBezTo>
                  <a:cubicBezTo>
                    <a:pt x="288" y="250"/>
                    <a:pt x="525" y="313"/>
                    <a:pt x="700" y="550"/>
                  </a:cubicBezTo>
                  <a:cubicBezTo>
                    <a:pt x="875" y="763"/>
                    <a:pt x="1013" y="1012"/>
                    <a:pt x="1100" y="1287"/>
                  </a:cubicBezTo>
                  <a:cubicBezTo>
                    <a:pt x="1113" y="1325"/>
                    <a:pt x="1175" y="1312"/>
                    <a:pt x="1163" y="12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29"/>
            <p:cNvSpPr/>
            <p:nvPr/>
          </p:nvSpPr>
          <p:spPr>
            <a:xfrm>
              <a:off x="739850" y="2929475"/>
              <a:ext cx="86875" cy="38475"/>
            </a:xfrm>
            <a:custGeom>
              <a:avLst/>
              <a:gdLst/>
              <a:ahLst/>
              <a:cxnLst/>
              <a:rect l="l" t="t" r="r" b="b"/>
              <a:pathLst>
                <a:path w="3475" h="1539" extrusionOk="0">
                  <a:moveTo>
                    <a:pt x="76" y="1513"/>
                  </a:moveTo>
                  <a:cubicBezTo>
                    <a:pt x="1075" y="801"/>
                    <a:pt x="2213" y="326"/>
                    <a:pt x="3412" y="101"/>
                  </a:cubicBezTo>
                  <a:cubicBezTo>
                    <a:pt x="3475" y="88"/>
                    <a:pt x="3450" y="1"/>
                    <a:pt x="3387" y="13"/>
                  </a:cubicBezTo>
                  <a:cubicBezTo>
                    <a:pt x="2175" y="226"/>
                    <a:pt x="1025" y="726"/>
                    <a:pt x="38" y="1451"/>
                  </a:cubicBezTo>
                  <a:cubicBezTo>
                    <a:pt x="1" y="1476"/>
                    <a:pt x="38" y="1538"/>
                    <a:pt x="76" y="1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29"/>
            <p:cNvSpPr/>
            <p:nvPr/>
          </p:nvSpPr>
          <p:spPr>
            <a:xfrm>
              <a:off x="824200" y="2919175"/>
              <a:ext cx="16275" cy="17825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88" y="525"/>
                  </a:moveTo>
                  <a:cubicBezTo>
                    <a:pt x="288" y="713"/>
                    <a:pt x="651" y="475"/>
                    <a:pt x="451" y="238"/>
                  </a:cubicBezTo>
                  <a:cubicBezTo>
                    <a:pt x="238" y="1"/>
                    <a:pt x="1" y="338"/>
                    <a:pt x="101" y="563"/>
                  </a:cubicBezTo>
                  <a:cubicBezTo>
                    <a:pt x="113" y="600"/>
                    <a:pt x="176" y="575"/>
                    <a:pt x="176" y="538"/>
                  </a:cubicBezTo>
                  <a:cubicBezTo>
                    <a:pt x="163" y="500"/>
                    <a:pt x="163" y="463"/>
                    <a:pt x="176" y="425"/>
                  </a:cubicBezTo>
                  <a:cubicBezTo>
                    <a:pt x="176" y="351"/>
                    <a:pt x="176" y="351"/>
                    <a:pt x="151" y="463"/>
                  </a:cubicBezTo>
                  <a:cubicBezTo>
                    <a:pt x="101" y="425"/>
                    <a:pt x="38" y="488"/>
                    <a:pt x="88" y="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29"/>
            <p:cNvSpPr/>
            <p:nvPr/>
          </p:nvSpPr>
          <p:spPr>
            <a:xfrm>
              <a:off x="728300" y="2974800"/>
              <a:ext cx="82175" cy="306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225"/>
                  </a:moveTo>
                  <a:cubicBezTo>
                    <a:pt x="1288" y="87"/>
                    <a:pt x="2287" y="425"/>
                    <a:pt x="3225" y="1200"/>
                  </a:cubicBezTo>
                  <a:cubicBezTo>
                    <a:pt x="3250" y="1225"/>
                    <a:pt x="3287" y="1187"/>
                    <a:pt x="3262" y="1150"/>
                  </a:cubicBezTo>
                  <a:cubicBezTo>
                    <a:pt x="2537" y="212"/>
                    <a:pt x="1163" y="0"/>
                    <a:pt x="63" y="137"/>
                  </a:cubicBezTo>
                  <a:cubicBezTo>
                    <a:pt x="0" y="137"/>
                    <a:pt x="0" y="237"/>
                    <a:pt x="6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29"/>
            <p:cNvSpPr/>
            <p:nvPr/>
          </p:nvSpPr>
          <p:spPr>
            <a:xfrm>
              <a:off x="805150" y="3001975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475"/>
                  </a:moveTo>
                  <a:cubicBezTo>
                    <a:pt x="550" y="513"/>
                    <a:pt x="600" y="50"/>
                    <a:pt x="288" y="25"/>
                  </a:cubicBezTo>
                  <a:cubicBezTo>
                    <a:pt x="1" y="0"/>
                    <a:pt x="26" y="425"/>
                    <a:pt x="313" y="425"/>
                  </a:cubicBezTo>
                  <a:cubicBezTo>
                    <a:pt x="350" y="425"/>
                    <a:pt x="363" y="375"/>
                    <a:pt x="325" y="363"/>
                  </a:cubicBezTo>
                  <a:cubicBezTo>
                    <a:pt x="275" y="300"/>
                    <a:pt x="250" y="325"/>
                    <a:pt x="250" y="413"/>
                  </a:cubicBezTo>
                  <a:cubicBezTo>
                    <a:pt x="213" y="413"/>
                    <a:pt x="213" y="475"/>
                    <a:pt x="25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29"/>
            <p:cNvSpPr/>
            <p:nvPr/>
          </p:nvSpPr>
          <p:spPr>
            <a:xfrm>
              <a:off x="644875" y="3178475"/>
              <a:ext cx="60325" cy="237475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6" y="51"/>
                  </a:moveTo>
                  <a:cubicBezTo>
                    <a:pt x="1275" y="3362"/>
                    <a:pt x="2413" y="6049"/>
                    <a:pt x="388" y="9373"/>
                  </a:cubicBezTo>
                  <a:cubicBezTo>
                    <a:pt x="338" y="9448"/>
                    <a:pt x="451" y="9498"/>
                    <a:pt x="488" y="9436"/>
                  </a:cubicBezTo>
                  <a:cubicBezTo>
                    <a:pt x="1438" y="8024"/>
                    <a:pt x="1838" y="6749"/>
                    <a:pt x="1675" y="5050"/>
                  </a:cubicBezTo>
                  <a:cubicBezTo>
                    <a:pt x="1488" y="3113"/>
                    <a:pt x="776" y="1813"/>
                    <a:pt x="76" y="38"/>
                  </a:cubicBezTo>
                  <a:cubicBezTo>
                    <a:pt x="63" y="1"/>
                    <a:pt x="1" y="13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29"/>
            <p:cNvSpPr/>
            <p:nvPr/>
          </p:nvSpPr>
          <p:spPr>
            <a:xfrm>
              <a:off x="699875" y="2899175"/>
              <a:ext cx="49375" cy="31900"/>
            </a:xfrm>
            <a:custGeom>
              <a:avLst/>
              <a:gdLst/>
              <a:ahLst/>
              <a:cxnLst/>
              <a:rect l="l" t="t" r="r" b="b"/>
              <a:pathLst>
                <a:path w="1975" h="1276" extrusionOk="0">
                  <a:moveTo>
                    <a:pt x="13" y="63"/>
                  </a:moveTo>
                  <a:cubicBezTo>
                    <a:pt x="100" y="613"/>
                    <a:pt x="450" y="1151"/>
                    <a:pt x="1062" y="1213"/>
                  </a:cubicBezTo>
                  <a:cubicBezTo>
                    <a:pt x="1550" y="1275"/>
                    <a:pt x="1975" y="888"/>
                    <a:pt x="1975" y="401"/>
                  </a:cubicBezTo>
                  <a:cubicBezTo>
                    <a:pt x="1975" y="326"/>
                    <a:pt x="1862" y="326"/>
                    <a:pt x="1862" y="401"/>
                  </a:cubicBezTo>
                  <a:cubicBezTo>
                    <a:pt x="1850" y="976"/>
                    <a:pt x="1275" y="1263"/>
                    <a:pt x="775" y="1026"/>
                  </a:cubicBezTo>
                  <a:cubicBezTo>
                    <a:pt x="363" y="838"/>
                    <a:pt x="163" y="463"/>
                    <a:pt x="75" y="38"/>
                  </a:cubicBezTo>
                  <a:cubicBezTo>
                    <a:pt x="63" y="1"/>
                    <a:pt x="0" y="13"/>
                    <a:pt x="13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29"/>
            <p:cNvSpPr/>
            <p:nvPr/>
          </p:nvSpPr>
          <p:spPr>
            <a:xfrm>
              <a:off x="674550" y="3113825"/>
              <a:ext cx="31600" cy="62800"/>
            </a:xfrm>
            <a:custGeom>
              <a:avLst/>
              <a:gdLst/>
              <a:ahLst/>
              <a:cxnLst/>
              <a:rect l="l" t="t" r="r" b="b"/>
              <a:pathLst>
                <a:path w="1264" h="2512" extrusionOk="0">
                  <a:moveTo>
                    <a:pt x="726" y="2449"/>
                  </a:moveTo>
                  <a:cubicBezTo>
                    <a:pt x="713" y="1825"/>
                    <a:pt x="1263" y="1325"/>
                    <a:pt x="1038" y="687"/>
                  </a:cubicBezTo>
                  <a:cubicBezTo>
                    <a:pt x="888" y="275"/>
                    <a:pt x="488" y="0"/>
                    <a:pt x="51" y="13"/>
                  </a:cubicBezTo>
                  <a:cubicBezTo>
                    <a:pt x="13" y="13"/>
                    <a:pt x="1" y="75"/>
                    <a:pt x="38" y="88"/>
                  </a:cubicBezTo>
                  <a:cubicBezTo>
                    <a:pt x="838" y="200"/>
                    <a:pt x="1138" y="875"/>
                    <a:pt x="838" y="1575"/>
                  </a:cubicBezTo>
                  <a:cubicBezTo>
                    <a:pt x="701" y="1850"/>
                    <a:pt x="638" y="2149"/>
                    <a:pt x="651" y="2449"/>
                  </a:cubicBezTo>
                  <a:cubicBezTo>
                    <a:pt x="651" y="2499"/>
                    <a:pt x="726" y="2512"/>
                    <a:pt x="7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29"/>
            <p:cNvSpPr/>
            <p:nvPr/>
          </p:nvSpPr>
          <p:spPr>
            <a:xfrm>
              <a:off x="658950" y="3112575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25" y="113"/>
                  </a:moveTo>
                  <a:cubicBezTo>
                    <a:pt x="525" y="0"/>
                    <a:pt x="275" y="163"/>
                    <a:pt x="163" y="437"/>
                  </a:cubicBezTo>
                  <a:cubicBezTo>
                    <a:pt x="75" y="675"/>
                    <a:pt x="0" y="1062"/>
                    <a:pt x="250" y="1212"/>
                  </a:cubicBezTo>
                  <a:cubicBezTo>
                    <a:pt x="275" y="1225"/>
                    <a:pt x="313" y="1200"/>
                    <a:pt x="300" y="1162"/>
                  </a:cubicBezTo>
                  <a:cubicBezTo>
                    <a:pt x="50" y="837"/>
                    <a:pt x="275" y="0"/>
                    <a:pt x="800" y="175"/>
                  </a:cubicBezTo>
                  <a:cubicBezTo>
                    <a:pt x="850" y="200"/>
                    <a:pt x="862" y="125"/>
                    <a:pt x="825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29"/>
            <p:cNvSpPr/>
            <p:nvPr/>
          </p:nvSpPr>
          <p:spPr>
            <a:xfrm>
              <a:off x="762050" y="2872625"/>
              <a:ext cx="56250" cy="81250"/>
            </a:xfrm>
            <a:custGeom>
              <a:avLst/>
              <a:gdLst/>
              <a:ahLst/>
              <a:cxnLst/>
              <a:rect l="l" t="t" r="r" b="b"/>
              <a:pathLst>
                <a:path w="2250" h="3250" extrusionOk="0">
                  <a:moveTo>
                    <a:pt x="87" y="3212"/>
                  </a:moveTo>
                  <a:cubicBezTo>
                    <a:pt x="1037" y="2425"/>
                    <a:pt x="2249" y="1450"/>
                    <a:pt x="1962" y="51"/>
                  </a:cubicBezTo>
                  <a:cubicBezTo>
                    <a:pt x="1949" y="1"/>
                    <a:pt x="1862" y="26"/>
                    <a:pt x="1875" y="76"/>
                  </a:cubicBezTo>
                  <a:cubicBezTo>
                    <a:pt x="2062" y="1463"/>
                    <a:pt x="987" y="2350"/>
                    <a:pt x="37" y="3162"/>
                  </a:cubicBezTo>
                  <a:cubicBezTo>
                    <a:pt x="0" y="3187"/>
                    <a:pt x="62" y="3250"/>
                    <a:pt x="100" y="32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29"/>
            <p:cNvSpPr/>
            <p:nvPr/>
          </p:nvSpPr>
          <p:spPr>
            <a:xfrm>
              <a:off x="710800" y="31019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101" y="1175"/>
                  </a:moveTo>
                  <a:cubicBezTo>
                    <a:pt x="126" y="775"/>
                    <a:pt x="288" y="388"/>
                    <a:pt x="575" y="100"/>
                  </a:cubicBezTo>
                  <a:cubicBezTo>
                    <a:pt x="613" y="63"/>
                    <a:pt x="563" y="0"/>
                    <a:pt x="525" y="25"/>
                  </a:cubicBezTo>
                  <a:cubicBezTo>
                    <a:pt x="350" y="150"/>
                    <a:pt x="225" y="325"/>
                    <a:pt x="163" y="525"/>
                  </a:cubicBezTo>
                  <a:cubicBezTo>
                    <a:pt x="51" y="725"/>
                    <a:pt x="1" y="950"/>
                    <a:pt x="13" y="1175"/>
                  </a:cubicBezTo>
                  <a:cubicBezTo>
                    <a:pt x="13" y="1237"/>
                    <a:pt x="113" y="1237"/>
                    <a:pt x="11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29"/>
            <p:cNvSpPr/>
            <p:nvPr/>
          </p:nvSpPr>
          <p:spPr>
            <a:xfrm>
              <a:off x="710175" y="31016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550" y="101"/>
                  </a:moveTo>
                  <a:cubicBezTo>
                    <a:pt x="763" y="538"/>
                    <a:pt x="475" y="1050"/>
                    <a:pt x="51" y="1250"/>
                  </a:cubicBezTo>
                  <a:cubicBezTo>
                    <a:pt x="1" y="1275"/>
                    <a:pt x="38" y="1375"/>
                    <a:pt x="101" y="1350"/>
                  </a:cubicBezTo>
                  <a:cubicBezTo>
                    <a:pt x="575" y="1138"/>
                    <a:pt x="875" y="538"/>
                    <a:pt x="638" y="51"/>
                  </a:cubicBezTo>
                  <a:cubicBezTo>
                    <a:pt x="613" y="1"/>
                    <a:pt x="525" y="51"/>
                    <a:pt x="550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29"/>
            <p:cNvSpPr/>
            <p:nvPr/>
          </p:nvSpPr>
          <p:spPr>
            <a:xfrm>
              <a:off x="669550" y="3338125"/>
              <a:ext cx="60025" cy="13217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576" y="51"/>
                  </a:moveTo>
                  <a:cubicBezTo>
                    <a:pt x="263" y="1638"/>
                    <a:pt x="1" y="5074"/>
                    <a:pt x="2350" y="5287"/>
                  </a:cubicBezTo>
                  <a:cubicBezTo>
                    <a:pt x="2400" y="5287"/>
                    <a:pt x="2388" y="5224"/>
                    <a:pt x="2350" y="5212"/>
                  </a:cubicBezTo>
                  <a:cubicBezTo>
                    <a:pt x="63" y="4912"/>
                    <a:pt x="363" y="1600"/>
                    <a:pt x="651" y="63"/>
                  </a:cubicBezTo>
                  <a:cubicBezTo>
                    <a:pt x="663" y="13"/>
                    <a:pt x="588" y="1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29"/>
            <p:cNvSpPr/>
            <p:nvPr/>
          </p:nvSpPr>
          <p:spPr>
            <a:xfrm>
              <a:off x="701750" y="3402175"/>
              <a:ext cx="65000" cy="6157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13" y="1500"/>
                  </a:moveTo>
                  <a:cubicBezTo>
                    <a:pt x="350" y="2175"/>
                    <a:pt x="1175" y="2462"/>
                    <a:pt x="1825" y="2012"/>
                  </a:cubicBezTo>
                  <a:cubicBezTo>
                    <a:pt x="2400" y="1600"/>
                    <a:pt x="2599" y="538"/>
                    <a:pt x="2025" y="38"/>
                  </a:cubicBezTo>
                  <a:cubicBezTo>
                    <a:pt x="1975" y="1"/>
                    <a:pt x="1900" y="76"/>
                    <a:pt x="1950" y="113"/>
                  </a:cubicBezTo>
                  <a:cubicBezTo>
                    <a:pt x="2462" y="588"/>
                    <a:pt x="2300" y="1563"/>
                    <a:pt x="1762" y="1938"/>
                  </a:cubicBezTo>
                  <a:cubicBezTo>
                    <a:pt x="1150" y="2350"/>
                    <a:pt x="400" y="2112"/>
                    <a:pt x="75" y="1463"/>
                  </a:cubicBezTo>
                  <a:cubicBezTo>
                    <a:pt x="50" y="1425"/>
                    <a:pt x="0" y="1463"/>
                    <a:pt x="13" y="1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29"/>
            <p:cNvSpPr/>
            <p:nvPr/>
          </p:nvSpPr>
          <p:spPr>
            <a:xfrm>
              <a:off x="709550" y="3392175"/>
              <a:ext cx="46575" cy="35950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1850" y="700"/>
                  </a:moveTo>
                  <a:cubicBezTo>
                    <a:pt x="1663" y="226"/>
                    <a:pt x="1125" y="1"/>
                    <a:pt x="663" y="201"/>
                  </a:cubicBezTo>
                  <a:cubicBezTo>
                    <a:pt x="200" y="401"/>
                    <a:pt x="1" y="938"/>
                    <a:pt x="200" y="1400"/>
                  </a:cubicBezTo>
                  <a:cubicBezTo>
                    <a:pt x="225" y="1438"/>
                    <a:pt x="300" y="1413"/>
                    <a:pt x="288" y="1363"/>
                  </a:cubicBezTo>
                  <a:cubicBezTo>
                    <a:pt x="163" y="938"/>
                    <a:pt x="275" y="488"/>
                    <a:pt x="713" y="301"/>
                  </a:cubicBezTo>
                  <a:cubicBezTo>
                    <a:pt x="1125" y="138"/>
                    <a:pt x="1600" y="326"/>
                    <a:pt x="1788" y="738"/>
                  </a:cubicBezTo>
                  <a:cubicBezTo>
                    <a:pt x="1800" y="775"/>
                    <a:pt x="1863" y="738"/>
                    <a:pt x="1838" y="7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29"/>
            <p:cNvSpPr/>
            <p:nvPr/>
          </p:nvSpPr>
          <p:spPr>
            <a:xfrm>
              <a:off x="713300" y="3422475"/>
              <a:ext cx="30950" cy="17225"/>
            </a:xfrm>
            <a:custGeom>
              <a:avLst/>
              <a:gdLst/>
              <a:ahLst/>
              <a:cxnLst/>
              <a:rect l="l" t="t" r="r" b="b"/>
              <a:pathLst>
                <a:path w="1238" h="689" extrusionOk="0">
                  <a:moveTo>
                    <a:pt x="26" y="51"/>
                  </a:moveTo>
                  <a:cubicBezTo>
                    <a:pt x="1" y="388"/>
                    <a:pt x="375" y="638"/>
                    <a:pt x="688" y="626"/>
                  </a:cubicBezTo>
                  <a:cubicBezTo>
                    <a:pt x="1000" y="626"/>
                    <a:pt x="1238" y="351"/>
                    <a:pt x="1113" y="63"/>
                  </a:cubicBezTo>
                  <a:cubicBezTo>
                    <a:pt x="1100" y="13"/>
                    <a:pt x="1013" y="26"/>
                    <a:pt x="1025" y="88"/>
                  </a:cubicBezTo>
                  <a:cubicBezTo>
                    <a:pt x="1213" y="688"/>
                    <a:pt x="75" y="638"/>
                    <a:pt x="100" y="51"/>
                  </a:cubicBezTo>
                  <a:cubicBezTo>
                    <a:pt x="100" y="1"/>
                    <a:pt x="38" y="1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29"/>
            <p:cNvSpPr/>
            <p:nvPr/>
          </p:nvSpPr>
          <p:spPr>
            <a:xfrm>
              <a:off x="702675" y="3138500"/>
              <a:ext cx="71875" cy="55325"/>
            </a:xfrm>
            <a:custGeom>
              <a:avLst/>
              <a:gdLst/>
              <a:ahLst/>
              <a:cxnLst/>
              <a:rect l="l" t="t" r="r" b="b"/>
              <a:pathLst>
                <a:path w="2875" h="2213" extrusionOk="0">
                  <a:moveTo>
                    <a:pt x="88" y="463"/>
                  </a:moveTo>
                  <a:cubicBezTo>
                    <a:pt x="1400" y="113"/>
                    <a:pt x="2487" y="925"/>
                    <a:pt x="2812" y="2187"/>
                  </a:cubicBezTo>
                  <a:cubicBezTo>
                    <a:pt x="2812" y="2212"/>
                    <a:pt x="2875" y="2212"/>
                    <a:pt x="2862" y="2175"/>
                  </a:cubicBezTo>
                  <a:cubicBezTo>
                    <a:pt x="2762" y="788"/>
                    <a:pt x="1325" y="0"/>
                    <a:pt x="51" y="388"/>
                  </a:cubicBezTo>
                  <a:cubicBezTo>
                    <a:pt x="1" y="400"/>
                    <a:pt x="26" y="475"/>
                    <a:pt x="76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29"/>
            <p:cNvSpPr/>
            <p:nvPr/>
          </p:nvSpPr>
          <p:spPr>
            <a:xfrm>
              <a:off x="695500" y="2739850"/>
              <a:ext cx="104675" cy="111550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188" y="1800"/>
                  </a:moveTo>
                  <a:cubicBezTo>
                    <a:pt x="0" y="3250"/>
                    <a:pt x="1450" y="4424"/>
                    <a:pt x="2799" y="3712"/>
                  </a:cubicBezTo>
                  <a:cubicBezTo>
                    <a:pt x="4187" y="2975"/>
                    <a:pt x="3962" y="1038"/>
                    <a:pt x="3024" y="25"/>
                  </a:cubicBezTo>
                  <a:cubicBezTo>
                    <a:pt x="2999" y="0"/>
                    <a:pt x="2949" y="38"/>
                    <a:pt x="2974" y="75"/>
                  </a:cubicBezTo>
                  <a:cubicBezTo>
                    <a:pt x="3624" y="975"/>
                    <a:pt x="4074" y="2450"/>
                    <a:pt x="3124" y="3325"/>
                  </a:cubicBezTo>
                  <a:cubicBezTo>
                    <a:pt x="1912" y="4462"/>
                    <a:pt x="100" y="3375"/>
                    <a:pt x="288" y="1800"/>
                  </a:cubicBezTo>
                  <a:cubicBezTo>
                    <a:pt x="300" y="1738"/>
                    <a:pt x="188" y="1738"/>
                    <a:pt x="175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29"/>
            <p:cNvSpPr/>
            <p:nvPr/>
          </p:nvSpPr>
          <p:spPr>
            <a:xfrm>
              <a:off x="628325" y="2481475"/>
              <a:ext cx="146850" cy="263400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5836" y="10448"/>
                  </a:moveTo>
                  <a:cubicBezTo>
                    <a:pt x="4162" y="9236"/>
                    <a:pt x="2050" y="8124"/>
                    <a:pt x="1125" y="6224"/>
                  </a:cubicBezTo>
                  <a:cubicBezTo>
                    <a:pt x="275" y="4462"/>
                    <a:pt x="100" y="1688"/>
                    <a:pt x="1300" y="63"/>
                  </a:cubicBezTo>
                  <a:cubicBezTo>
                    <a:pt x="1325" y="38"/>
                    <a:pt x="1275" y="1"/>
                    <a:pt x="1250" y="26"/>
                  </a:cubicBezTo>
                  <a:cubicBezTo>
                    <a:pt x="0" y="1463"/>
                    <a:pt x="138" y="3950"/>
                    <a:pt x="725" y="5674"/>
                  </a:cubicBezTo>
                  <a:cubicBezTo>
                    <a:pt x="1513" y="7986"/>
                    <a:pt x="3912" y="9186"/>
                    <a:pt x="5799" y="10510"/>
                  </a:cubicBezTo>
                  <a:cubicBezTo>
                    <a:pt x="5836" y="10535"/>
                    <a:pt x="5874" y="10473"/>
                    <a:pt x="5836" y="10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29"/>
            <p:cNvSpPr/>
            <p:nvPr/>
          </p:nvSpPr>
          <p:spPr>
            <a:xfrm>
              <a:off x="667675" y="2448375"/>
              <a:ext cx="84700" cy="100925"/>
            </a:xfrm>
            <a:custGeom>
              <a:avLst/>
              <a:gdLst/>
              <a:ahLst/>
              <a:cxnLst/>
              <a:rect l="l" t="t" r="r" b="b"/>
              <a:pathLst>
                <a:path w="3388" h="4037" extrusionOk="0">
                  <a:moveTo>
                    <a:pt x="88" y="1150"/>
                  </a:moveTo>
                  <a:cubicBezTo>
                    <a:pt x="1026" y="625"/>
                    <a:pt x="2413" y="500"/>
                    <a:pt x="2950" y="1662"/>
                  </a:cubicBezTo>
                  <a:cubicBezTo>
                    <a:pt x="3075" y="1937"/>
                    <a:pt x="3113" y="2249"/>
                    <a:pt x="3075" y="2549"/>
                  </a:cubicBezTo>
                  <a:cubicBezTo>
                    <a:pt x="3063" y="2624"/>
                    <a:pt x="3075" y="2712"/>
                    <a:pt x="3075" y="2774"/>
                  </a:cubicBezTo>
                  <a:cubicBezTo>
                    <a:pt x="2938" y="3549"/>
                    <a:pt x="2738" y="3524"/>
                    <a:pt x="2213" y="3587"/>
                  </a:cubicBezTo>
                  <a:cubicBezTo>
                    <a:pt x="1313" y="3699"/>
                    <a:pt x="976" y="3087"/>
                    <a:pt x="1113" y="2312"/>
                  </a:cubicBezTo>
                  <a:cubicBezTo>
                    <a:pt x="1226" y="1737"/>
                    <a:pt x="1526" y="1425"/>
                    <a:pt x="1938" y="1037"/>
                  </a:cubicBezTo>
                  <a:cubicBezTo>
                    <a:pt x="2250" y="737"/>
                    <a:pt x="2575" y="487"/>
                    <a:pt x="2588" y="25"/>
                  </a:cubicBezTo>
                  <a:cubicBezTo>
                    <a:pt x="2588" y="0"/>
                    <a:pt x="2550" y="0"/>
                    <a:pt x="2538" y="25"/>
                  </a:cubicBezTo>
                  <a:cubicBezTo>
                    <a:pt x="2438" y="750"/>
                    <a:pt x="1538" y="1137"/>
                    <a:pt x="1163" y="1725"/>
                  </a:cubicBezTo>
                  <a:cubicBezTo>
                    <a:pt x="863" y="2149"/>
                    <a:pt x="813" y="2712"/>
                    <a:pt x="1026" y="3187"/>
                  </a:cubicBezTo>
                  <a:cubicBezTo>
                    <a:pt x="1363" y="3912"/>
                    <a:pt x="2500" y="4036"/>
                    <a:pt x="2988" y="3387"/>
                  </a:cubicBezTo>
                  <a:cubicBezTo>
                    <a:pt x="3388" y="2874"/>
                    <a:pt x="3263" y="1800"/>
                    <a:pt x="2900" y="1312"/>
                  </a:cubicBezTo>
                  <a:cubicBezTo>
                    <a:pt x="2200" y="387"/>
                    <a:pt x="938" y="575"/>
                    <a:pt x="51" y="1087"/>
                  </a:cubicBezTo>
                  <a:cubicBezTo>
                    <a:pt x="1" y="1112"/>
                    <a:pt x="51" y="1187"/>
                    <a:pt x="88" y="1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29"/>
            <p:cNvSpPr/>
            <p:nvPr/>
          </p:nvSpPr>
          <p:spPr>
            <a:xfrm>
              <a:off x="722350" y="2386200"/>
              <a:ext cx="13775" cy="55325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76" y="2162"/>
                  </a:moveTo>
                  <a:cubicBezTo>
                    <a:pt x="551" y="1475"/>
                    <a:pt x="488" y="625"/>
                    <a:pt x="76" y="25"/>
                  </a:cubicBezTo>
                  <a:cubicBezTo>
                    <a:pt x="51" y="0"/>
                    <a:pt x="1" y="13"/>
                    <a:pt x="13" y="50"/>
                  </a:cubicBezTo>
                  <a:cubicBezTo>
                    <a:pt x="251" y="775"/>
                    <a:pt x="476" y="1387"/>
                    <a:pt x="401" y="2162"/>
                  </a:cubicBezTo>
                  <a:cubicBezTo>
                    <a:pt x="401" y="2212"/>
                    <a:pt x="476" y="2212"/>
                    <a:pt x="476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29"/>
            <p:cNvSpPr/>
            <p:nvPr/>
          </p:nvSpPr>
          <p:spPr>
            <a:xfrm>
              <a:off x="691750" y="2632075"/>
              <a:ext cx="96875" cy="81550"/>
            </a:xfrm>
            <a:custGeom>
              <a:avLst/>
              <a:gdLst/>
              <a:ahLst/>
              <a:cxnLst/>
              <a:rect l="l" t="t" r="r" b="b"/>
              <a:pathLst>
                <a:path w="3875" h="3262" extrusionOk="0">
                  <a:moveTo>
                    <a:pt x="38" y="2237"/>
                  </a:moveTo>
                  <a:cubicBezTo>
                    <a:pt x="688" y="2787"/>
                    <a:pt x="1500" y="3262"/>
                    <a:pt x="2375" y="3074"/>
                  </a:cubicBezTo>
                  <a:cubicBezTo>
                    <a:pt x="3212" y="2887"/>
                    <a:pt x="3812" y="2087"/>
                    <a:pt x="3849" y="1250"/>
                  </a:cubicBezTo>
                  <a:cubicBezTo>
                    <a:pt x="3874" y="675"/>
                    <a:pt x="3487" y="0"/>
                    <a:pt x="2824" y="75"/>
                  </a:cubicBezTo>
                  <a:cubicBezTo>
                    <a:pt x="2475" y="113"/>
                    <a:pt x="2062" y="463"/>
                    <a:pt x="2437" y="750"/>
                  </a:cubicBezTo>
                  <a:cubicBezTo>
                    <a:pt x="2475" y="775"/>
                    <a:pt x="2512" y="712"/>
                    <a:pt x="2475" y="675"/>
                  </a:cubicBezTo>
                  <a:cubicBezTo>
                    <a:pt x="3299" y="250"/>
                    <a:pt x="3724" y="400"/>
                    <a:pt x="3749" y="1137"/>
                  </a:cubicBezTo>
                  <a:cubicBezTo>
                    <a:pt x="3737" y="1450"/>
                    <a:pt x="3662" y="1762"/>
                    <a:pt x="3499" y="2037"/>
                  </a:cubicBezTo>
                  <a:cubicBezTo>
                    <a:pt x="3299" y="2474"/>
                    <a:pt x="2912" y="2799"/>
                    <a:pt x="2450" y="2937"/>
                  </a:cubicBezTo>
                  <a:cubicBezTo>
                    <a:pt x="1562" y="3174"/>
                    <a:pt x="750" y="2712"/>
                    <a:pt x="75" y="2187"/>
                  </a:cubicBezTo>
                  <a:cubicBezTo>
                    <a:pt x="50" y="2162"/>
                    <a:pt x="0" y="2212"/>
                    <a:pt x="38" y="22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29"/>
            <p:cNvSpPr/>
            <p:nvPr/>
          </p:nvSpPr>
          <p:spPr>
            <a:xfrm>
              <a:off x="720475" y="2704850"/>
              <a:ext cx="110625" cy="22850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38" y="88"/>
                  </a:moveTo>
                  <a:cubicBezTo>
                    <a:pt x="551" y="538"/>
                    <a:pt x="1238" y="663"/>
                    <a:pt x="1913" y="738"/>
                  </a:cubicBezTo>
                  <a:cubicBezTo>
                    <a:pt x="2725" y="826"/>
                    <a:pt x="3712" y="913"/>
                    <a:pt x="4400" y="388"/>
                  </a:cubicBezTo>
                  <a:cubicBezTo>
                    <a:pt x="4425" y="363"/>
                    <a:pt x="4400" y="313"/>
                    <a:pt x="4362" y="326"/>
                  </a:cubicBezTo>
                  <a:cubicBezTo>
                    <a:pt x="3238" y="913"/>
                    <a:pt x="1101" y="876"/>
                    <a:pt x="101" y="26"/>
                  </a:cubicBezTo>
                  <a:cubicBezTo>
                    <a:pt x="63" y="1"/>
                    <a:pt x="1" y="51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29"/>
            <p:cNvSpPr/>
            <p:nvPr/>
          </p:nvSpPr>
          <p:spPr>
            <a:xfrm>
              <a:off x="830150" y="27051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350"/>
                  </a:moveTo>
                  <a:cubicBezTo>
                    <a:pt x="0" y="263"/>
                    <a:pt x="25" y="150"/>
                    <a:pt x="88" y="88"/>
                  </a:cubicBezTo>
                  <a:cubicBezTo>
                    <a:pt x="163" y="25"/>
                    <a:pt x="250" y="0"/>
                    <a:pt x="338" y="13"/>
                  </a:cubicBezTo>
                  <a:cubicBezTo>
                    <a:pt x="375" y="13"/>
                    <a:pt x="400" y="25"/>
                    <a:pt x="425" y="50"/>
                  </a:cubicBezTo>
                  <a:cubicBezTo>
                    <a:pt x="450" y="88"/>
                    <a:pt x="463" y="125"/>
                    <a:pt x="463" y="163"/>
                  </a:cubicBezTo>
                  <a:cubicBezTo>
                    <a:pt x="488" y="288"/>
                    <a:pt x="425" y="413"/>
                    <a:pt x="300" y="463"/>
                  </a:cubicBezTo>
                  <a:cubicBezTo>
                    <a:pt x="175" y="475"/>
                    <a:pt x="50" y="375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29"/>
            <p:cNvSpPr/>
            <p:nvPr/>
          </p:nvSpPr>
          <p:spPr>
            <a:xfrm>
              <a:off x="827325" y="2698925"/>
              <a:ext cx="17225" cy="22200"/>
            </a:xfrm>
            <a:custGeom>
              <a:avLst/>
              <a:gdLst/>
              <a:ahLst/>
              <a:cxnLst/>
              <a:rect l="l" t="t" r="r" b="b"/>
              <a:pathLst>
                <a:path w="689" h="888" extrusionOk="0">
                  <a:moveTo>
                    <a:pt x="213" y="588"/>
                  </a:moveTo>
                  <a:cubicBezTo>
                    <a:pt x="251" y="300"/>
                    <a:pt x="313" y="250"/>
                    <a:pt x="426" y="425"/>
                  </a:cubicBezTo>
                  <a:cubicBezTo>
                    <a:pt x="601" y="575"/>
                    <a:pt x="526" y="588"/>
                    <a:pt x="201" y="475"/>
                  </a:cubicBezTo>
                  <a:cubicBezTo>
                    <a:pt x="201" y="438"/>
                    <a:pt x="126" y="450"/>
                    <a:pt x="126" y="488"/>
                  </a:cubicBezTo>
                  <a:cubicBezTo>
                    <a:pt x="126" y="888"/>
                    <a:pt x="688" y="800"/>
                    <a:pt x="626" y="400"/>
                  </a:cubicBezTo>
                  <a:cubicBezTo>
                    <a:pt x="576" y="0"/>
                    <a:pt x="1" y="238"/>
                    <a:pt x="101" y="613"/>
                  </a:cubicBezTo>
                  <a:cubicBezTo>
                    <a:pt x="113" y="700"/>
                    <a:pt x="238" y="663"/>
                    <a:pt x="213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29"/>
            <p:cNvSpPr/>
            <p:nvPr/>
          </p:nvSpPr>
          <p:spPr>
            <a:xfrm>
              <a:off x="662375" y="2476475"/>
              <a:ext cx="3150" cy="3150"/>
            </a:xfrm>
            <a:custGeom>
              <a:avLst/>
              <a:gdLst/>
              <a:ahLst/>
              <a:cxnLst/>
              <a:rect l="l" t="t" r="r" b="b"/>
              <a:pathLst>
                <a:path w="126" h="126" extrusionOk="0">
                  <a:moveTo>
                    <a:pt x="63" y="88"/>
                  </a:moveTo>
                  <a:lnTo>
                    <a:pt x="88" y="88"/>
                  </a:lnTo>
                  <a:cubicBezTo>
                    <a:pt x="126" y="88"/>
                    <a:pt x="126" y="38"/>
                    <a:pt x="88" y="26"/>
                  </a:cubicBezTo>
                  <a:lnTo>
                    <a:pt x="63" y="26"/>
                  </a:lnTo>
                  <a:cubicBezTo>
                    <a:pt x="1" y="1"/>
                    <a:pt x="1" y="126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29"/>
            <p:cNvSpPr/>
            <p:nvPr/>
          </p:nvSpPr>
          <p:spPr>
            <a:xfrm>
              <a:off x="705800" y="23468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8" y="1550"/>
                  </a:moveTo>
                  <a:cubicBezTo>
                    <a:pt x="388" y="1463"/>
                    <a:pt x="276" y="1025"/>
                    <a:pt x="226" y="800"/>
                  </a:cubicBezTo>
                  <a:cubicBezTo>
                    <a:pt x="188" y="563"/>
                    <a:pt x="201" y="313"/>
                    <a:pt x="238" y="63"/>
                  </a:cubicBezTo>
                  <a:cubicBezTo>
                    <a:pt x="238" y="13"/>
                    <a:pt x="163" y="1"/>
                    <a:pt x="138" y="51"/>
                  </a:cubicBezTo>
                  <a:cubicBezTo>
                    <a:pt x="1" y="513"/>
                    <a:pt x="76" y="1463"/>
                    <a:pt x="613" y="1663"/>
                  </a:cubicBezTo>
                  <a:cubicBezTo>
                    <a:pt x="675" y="1688"/>
                    <a:pt x="700" y="1575"/>
                    <a:pt x="638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29"/>
            <p:cNvSpPr/>
            <p:nvPr/>
          </p:nvSpPr>
          <p:spPr>
            <a:xfrm>
              <a:off x="708300" y="2346525"/>
              <a:ext cx="19700" cy="42200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38" y="113"/>
                  </a:moveTo>
                  <a:cubicBezTo>
                    <a:pt x="413" y="513"/>
                    <a:pt x="600" y="1062"/>
                    <a:pt x="550" y="1600"/>
                  </a:cubicBezTo>
                  <a:cubicBezTo>
                    <a:pt x="550" y="1662"/>
                    <a:pt x="625" y="1687"/>
                    <a:pt x="638" y="1625"/>
                  </a:cubicBezTo>
                  <a:cubicBezTo>
                    <a:pt x="788" y="1125"/>
                    <a:pt x="475" y="400"/>
                    <a:pt x="113" y="50"/>
                  </a:cubicBezTo>
                  <a:cubicBezTo>
                    <a:pt x="63" y="0"/>
                    <a:pt x="1" y="63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29"/>
            <p:cNvSpPr/>
            <p:nvPr/>
          </p:nvSpPr>
          <p:spPr>
            <a:xfrm>
              <a:off x="732050" y="2415875"/>
              <a:ext cx="30000" cy="33150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100" y="1275"/>
                  </a:moveTo>
                  <a:cubicBezTo>
                    <a:pt x="88" y="963"/>
                    <a:pt x="250" y="713"/>
                    <a:pt x="450" y="463"/>
                  </a:cubicBezTo>
                  <a:cubicBezTo>
                    <a:pt x="613" y="238"/>
                    <a:pt x="875" y="100"/>
                    <a:pt x="1163" y="75"/>
                  </a:cubicBezTo>
                  <a:cubicBezTo>
                    <a:pt x="1200" y="75"/>
                    <a:pt x="1200" y="0"/>
                    <a:pt x="1150" y="0"/>
                  </a:cubicBezTo>
                  <a:cubicBezTo>
                    <a:pt x="850" y="13"/>
                    <a:pt x="563" y="163"/>
                    <a:pt x="388" y="413"/>
                  </a:cubicBezTo>
                  <a:cubicBezTo>
                    <a:pt x="188" y="663"/>
                    <a:pt x="0" y="938"/>
                    <a:pt x="25" y="1275"/>
                  </a:cubicBezTo>
                  <a:cubicBezTo>
                    <a:pt x="25" y="1325"/>
                    <a:pt x="100" y="1325"/>
                    <a:pt x="100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29"/>
            <p:cNvSpPr/>
            <p:nvPr/>
          </p:nvSpPr>
          <p:spPr>
            <a:xfrm>
              <a:off x="732675" y="2415550"/>
              <a:ext cx="29075" cy="33475"/>
            </a:xfrm>
            <a:custGeom>
              <a:avLst/>
              <a:gdLst/>
              <a:ahLst/>
              <a:cxnLst/>
              <a:rect l="l" t="t" r="r" b="b"/>
              <a:pathLst>
                <a:path w="1163" h="1339" extrusionOk="0">
                  <a:moveTo>
                    <a:pt x="1100" y="51"/>
                  </a:moveTo>
                  <a:cubicBezTo>
                    <a:pt x="1013" y="313"/>
                    <a:pt x="875" y="563"/>
                    <a:pt x="700" y="788"/>
                  </a:cubicBezTo>
                  <a:cubicBezTo>
                    <a:pt x="525" y="1013"/>
                    <a:pt x="288" y="1076"/>
                    <a:pt x="50" y="1213"/>
                  </a:cubicBezTo>
                  <a:cubicBezTo>
                    <a:pt x="0" y="1251"/>
                    <a:pt x="38" y="1338"/>
                    <a:pt x="100" y="1313"/>
                  </a:cubicBezTo>
                  <a:cubicBezTo>
                    <a:pt x="675" y="1201"/>
                    <a:pt x="1088" y="626"/>
                    <a:pt x="1163" y="63"/>
                  </a:cubicBezTo>
                  <a:cubicBezTo>
                    <a:pt x="1163" y="26"/>
                    <a:pt x="1113" y="1"/>
                    <a:pt x="110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29"/>
            <p:cNvSpPr/>
            <p:nvPr/>
          </p:nvSpPr>
          <p:spPr>
            <a:xfrm>
              <a:off x="739850" y="2718600"/>
              <a:ext cx="86875" cy="38450"/>
            </a:xfrm>
            <a:custGeom>
              <a:avLst/>
              <a:gdLst/>
              <a:ahLst/>
              <a:cxnLst/>
              <a:rect l="l" t="t" r="r" b="b"/>
              <a:pathLst>
                <a:path w="3475" h="1538" extrusionOk="0">
                  <a:moveTo>
                    <a:pt x="38" y="88"/>
                  </a:moveTo>
                  <a:cubicBezTo>
                    <a:pt x="1025" y="813"/>
                    <a:pt x="2175" y="1313"/>
                    <a:pt x="3387" y="1525"/>
                  </a:cubicBezTo>
                  <a:cubicBezTo>
                    <a:pt x="3450" y="1538"/>
                    <a:pt x="3475" y="1450"/>
                    <a:pt x="3412" y="1438"/>
                  </a:cubicBezTo>
                  <a:cubicBezTo>
                    <a:pt x="2213" y="1213"/>
                    <a:pt x="1075" y="738"/>
                    <a:pt x="76" y="26"/>
                  </a:cubicBezTo>
                  <a:cubicBezTo>
                    <a:pt x="38" y="1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29"/>
            <p:cNvSpPr/>
            <p:nvPr/>
          </p:nvSpPr>
          <p:spPr>
            <a:xfrm>
              <a:off x="824200" y="2749525"/>
              <a:ext cx="16600" cy="17850"/>
            </a:xfrm>
            <a:custGeom>
              <a:avLst/>
              <a:gdLst/>
              <a:ahLst/>
              <a:cxnLst/>
              <a:rect l="l" t="t" r="r" b="b"/>
              <a:pathLst>
                <a:path w="664" h="714" extrusionOk="0">
                  <a:moveTo>
                    <a:pt x="151" y="251"/>
                  </a:moveTo>
                  <a:cubicBezTo>
                    <a:pt x="176" y="351"/>
                    <a:pt x="188" y="363"/>
                    <a:pt x="176" y="288"/>
                  </a:cubicBezTo>
                  <a:cubicBezTo>
                    <a:pt x="163" y="251"/>
                    <a:pt x="163" y="213"/>
                    <a:pt x="176" y="176"/>
                  </a:cubicBezTo>
                  <a:cubicBezTo>
                    <a:pt x="176" y="138"/>
                    <a:pt x="113" y="113"/>
                    <a:pt x="101" y="151"/>
                  </a:cubicBezTo>
                  <a:cubicBezTo>
                    <a:pt x="1" y="376"/>
                    <a:pt x="238" y="713"/>
                    <a:pt x="451" y="463"/>
                  </a:cubicBezTo>
                  <a:cubicBezTo>
                    <a:pt x="663" y="213"/>
                    <a:pt x="288" y="1"/>
                    <a:pt x="88" y="176"/>
                  </a:cubicBezTo>
                  <a:cubicBezTo>
                    <a:pt x="38" y="213"/>
                    <a:pt x="101" y="276"/>
                    <a:pt x="151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29"/>
            <p:cNvSpPr/>
            <p:nvPr/>
          </p:nvSpPr>
          <p:spPr>
            <a:xfrm>
              <a:off x="728300" y="2681125"/>
              <a:ext cx="82175" cy="306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1087"/>
                  </a:moveTo>
                  <a:cubicBezTo>
                    <a:pt x="1163" y="1225"/>
                    <a:pt x="2537" y="1000"/>
                    <a:pt x="3262" y="75"/>
                  </a:cubicBezTo>
                  <a:cubicBezTo>
                    <a:pt x="3287" y="38"/>
                    <a:pt x="3250" y="0"/>
                    <a:pt x="3225" y="25"/>
                  </a:cubicBezTo>
                  <a:cubicBezTo>
                    <a:pt x="2287" y="812"/>
                    <a:pt x="1288" y="1137"/>
                    <a:pt x="63" y="1000"/>
                  </a:cubicBezTo>
                  <a:cubicBezTo>
                    <a:pt x="0" y="987"/>
                    <a:pt x="0" y="1087"/>
                    <a:pt x="63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29"/>
            <p:cNvSpPr/>
            <p:nvPr/>
          </p:nvSpPr>
          <p:spPr>
            <a:xfrm>
              <a:off x="805150" y="2671750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100"/>
                  </a:moveTo>
                  <a:cubicBezTo>
                    <a:pt x="250" y="188"/>
                    <a:pt x="275" y="213"/>
                    <a:pt x="325" y="150"/>
                  </a:cubicBezTo>
                  <a:cubicBezTo>
                    <a:pt x="363" y="138"/>
                    <a:pt x="350" y="88"/>
                    <a:pt x="313" y="88"/>
                  </a:cubicBezTo>
                  <a:cubicBezTo>
                    <a:pt x="26" y="88"/>
                    <a:pt x="1" y="513"/>
                    <a:pt x="288" y="488"/>
                  </a:cubicBezTo>
                  <a:cubicBezTo>
                    <a:pt x="600" y="450"/>
                    <a:pt x="550" y="0"/>
                    <a:pt x="250" y="25"/>
                  </a:cubicBezTo>
                  <a:cubicBezTo>
                    <a:pt x="213" y="25"/>
                    <a:pt x="213" y="100"/>
                    <a:pt x="2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29"/>
            <p:cNvSpPr/>
            <p:nvPr/>
          </p:nvSpPr>
          <p:spPr>
            <a:xfrm>
              <a:off x="644875" y="2270600"/>
              <a:ext cx="60325" cy="237450"/>
            </a:xfrm>
            <a:custGeom>
              <a:avLst/>
              <a:gdLst/>
              <a:ahLst/>
              <a:cxnLst/>
              <a:rect l="l" t="t" r="r" b="b"/>
              <a:pathLst>
                <a:path w="2413" h="9498" extrusionOk="0">
                  <a:moveTo>
                    <a:pt x="76" y="9473"/>
                  </a:moveTo>
                  <a:cubicBezTo>
                    <a:pt x="776" y="7698"/>
                    <a:pt x="1488" y="6374"/>
                    <a:pt x="1675" y="4462"/>
                  </a:cubicBezTo>
                  <a:cubicBezTo>
                    <a:pt x="1838" y="2737"/>
                    <a:pt x="1438" y="1488"/>
                    <a:pt x="488" y="63"/>
                  </a:cubicBezTo>
                  <a:cubicBezTo>
                    <a:pt x="451" y="0"/>
                    <a:pt x="338" y="63"/>
                    <a:pt x="388" y="125"/>
                  </a:cubicBezTo>
                  <a:cubicBezTo>
                    <a:pt x="2413" y="3450"/>
                    <a:pt x="1275" y="6124"/>
                    <a:pt x="26" y="9448"/>
                  </a:cubicBezTo>
                  <a:cubicBezTo>
                    <a:pt x="1" y="9485"/>
                    <a:pt x="63" y="9498"/>
                    <a:pt x="76" y="9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29"/>
            <p:cNvSpPr/>
            <p:nvPr/>
          </p:nvSpPr>
          <p:spPr>
            <a:xfrm>
              <a:off x="699875" y="2755475"/>
              <a:ext cx="49375" cy="31875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75" y="1238"/>
                  </a:moveTo>
                  <a:cubicBezTo>
                    <a:pt x="163" y="813"/>
                    <a:pt x="363" y="425"/>
                    <a:pt x="775" y="238"/>
                  </a:cubicBezTo>
                  <a:cubicBezTo>
                    <a:pt x="1262" y="25"/>
                    <a:pt x="1850" y="288"/>
                    <a:pt x="1862" y="863"/>
                  </a:cubicBezTo>
                  <a:cubicBezTo>
                    <a:pt x="1862" y="938"/>
                    <a:pt x="1975" y="938"/>
                    <a:pt x="1975" y="863"/>
                  </a:cubicBezTo>
                  <a:cubicBezTo>
                    <a:pt x="1975" y="375"/>
                    <a:pt x="1550" y="0"/>
                    <a:pt x="1062" y="50"/>
                  </a:cubicBezTo>
                  <a:cubicBezTo>
                    <a:pt x="450" y="113"/>
                    <a:pt x="100" y="663"/>
                    <a:pt x="13" y="1213"/>
                  </a:cubicBezTo>
                  <a:cubicBezTo>
                    <a:pt x="0" y="1250"/>
                    <a:pt x="63" y="1275"/>
                    <a:pt x="75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29"/>
            <p:cNvSpPr/>
            <p:nvPr/>
          </p:nvSpPr>
          <p:spPr>
            <a:xfrm>
              <a:off x="674550" y="2510225"/>
              <a:ext cx="31600" cy="62500"/>
            </a:xfrm>
            <a:custGeom>
              <a:avLst/>
              <a:gdLst/>
              <a:ahLst/>
              <a:cxnLst/>
              <a:rect l="l" t="t" r="r" b="b"/>
              <a:pathLst>
                <a:path w="1264" h="2500" extrusionOk="0">
                  <a:moveTo>
                    <a:pt x="651" y="50"/>
                  </a:moveTo>
                  <a:cubicBezTo>
                    <a:pt x="638" y="350"/>
                    <a:pt x="701" y="650"/>
                    <a:pt x="838" y="925"/>
                  </a:cubicBezTo>
                  <a:cubicBezTo>
                    <a:pt x="1138" y="1625"/>
                    <a:pt x="838" y="2312"/>
                    <a:pt x="38" y="2412"/>
                  </a:cubicBezTo>
                  <a:cubicBezTo>
                    <a:pt x="1" y="2412"/>
                    <a:pt x="13" y="2487"/>
                    <a:pt x="51" y="2487"/>
                  </a:cubicBezTo>
                  <a:cubicBezTo>
                    <a:pt x="488" y="2500"/>
                    <a:pt x="888" y="2225"/>
                    <a:pt x="1038" y="1812"/>
                  </a:cubicBezTo>
                  <a:cubicBezTo>
                    <a:pt x="1263" y="1175"/>
                    <a:pt x="713" y="675"/>
                    <a:pt x="726" y="50"/>
                  </a:cubicBezTo>
                  <a:cubicBezTo>
                    <a:pt x="726" y="0"/>
                    <a:pt x="651" y="0"/>
                    <a:pt x="651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29"/>
            <p:cNvSpPr/>
            <p:nvPr/>
          </p:nvSpPr>
          <p:spPr>
            <a:xfrm>
              <a:off x="658950" y="2543350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00" y="1050"/>
                  </a:moveTo>
                  <a:cubicBezTo>
                    <a:pt x="288" y="1225"/>
                    <a:pt x="38" y="387"/>
                    <a:pt x="300" y="63"/>
                  </a:cubicBezTo>
                  <a:cubicBezTo>
                    <a:pt x="313" y="25"/>
                    <a:pt x="275" y="0"/>
                    <a:pt x="250" y="13"/>
                  </a:cubicBezTo>
                  <a:cubicBezTo>
                    <a:pt x="0" y="163"/>
                    <a:pt x="75" y="550"/>
                    <a:pt x="163" y="775"/>
                  </a:cubicBezTo>
                  <a:cubicBezTo>
                    <a:pt x="275" y="1062"/>
                    <a:pt x="525" y="1225"/>
                    <a:pt x="825" y="1112"/>
                  </a:cubicBezTo>
                  <a:cubicBezTo>
                    <a:pt x="862" y="1100"/>
                    <a:pt x="850" y="1025"/>
                    <a:pt x="800" y="1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29"/>
            <p:cNvSpPr/>
            <p:nvPr/>
          </p:nvSpPr>
          <p:spPr>
            <a:xfrm>
              <a:off x="761725" y="273267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50" y="88"/>
                  </a:moveTo>
                  <a:cubicBezTo>
                    <a:pt x="988" y="900"/>
                    <a:pt x="2062" y="1787"/>
                    <a:pt x="1875" y="3174"/>
                  </a:cubicBezTo>
                  <a:cubicBezTo>
                    <a:pt x="1875" y="3224"/>
                    <a:pt x="1950" y="3249"/>
                    <a:pt x="1962" y="3199"/>
                  </a:cubicBezTo>
                  <a:cubicBezTo>
                    <a:pt x="2262" y="1800"/>
                    <a:pt x="1050" y="825"/>
                    <a:pt x="88" y="38"/>
                  </a:cubicBezTo>
                  <a:cubicBezTo>
                    <a:pt x="50" y="0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29"/>
            <p:cNvSpPr/>
            <p:nvPr/>
          </p:nvSpPr>
          <p:spPr>
            <a:xfrm>
              <a:off x="710500" y="25536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25" y="63"/>
                  </a:moveTo>
                  <a:cubicBezTo>
                    <a:pt x="0" y="288"/>
                    <a:pt x="50" y="513"/>
                    <a:pt x="162" y="713"/>
                  </a:cubicBezTo>
                  <a:cubicBezTo>
                    <a:pt x="237" y="900"/>
                    <a:pt x="362" y="1075"/>
                    <a:pt x="525" y="1213"/>
                  </a:cubicBezTo>
                  <a:cubicBezTo>
                    <a:pt x="575" y="1238"/>
                    <a:pt x="612" y="1175"/>
                    <a:pt x="587" y="1138"/>
                  </a:cubicBezTo>
                  <a:cubicBezTo>
                    <a:pt x="300" y="850"/>
                    <a:pt x="125" y="463"/>
                    <a:pt x="113" y="63"/>
                  </a:cubicBezTo>
                  <a:cubicBezTo>
                    <a:pt x="113" y="0"/>
                    <a:pt x="25" y="0"/>
                    <a:pt x="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29"/>
            <p:cNvSpPr/>
            <p:nvPr/>
          </p:nvSpPr>
          <p:spPr>
            <a:xfrm>
              <a:off x="710175" y="25505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638" y="1325"/>
                  </a:moveTo>
                  <a:cubicBezTo>
                    <a:pt x="875" y="838"/>
                    <a:pt x="575" y="225"/>
                    <a:pt x="101" y="25"/>
                  </a:cubicBezTo>
                  <a:cubicBezTo>
                    <a:pt x="38" y="0"/>
                    <a:pt x="1" y="100"/>
                    <a:pt x="51" y="125"/>
                  </a:cubicBezTo>
                  <a:cubicBezTo>
                    <a:pt x="475" y="313"/>
                    <a:pt x="763" y="825"/>
                    <a:pt x="550" y="1275"/>
                  </a:cubicBezTo>
                  <a:cubicBezTo>
                    <a:pt x="525" y="1325"/>
                    <a:pt x="613" y="1375"/>
                    <a:pt x="638" y="1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29"/>
            <p:cNvSpPr/>
            <p:nvPr/>
          </p:nvSpPr>
          <p:spPr>
            <a:xfrm>
              <a:off x="669550" y="2216250"/>
              <a:ext cx="59700" cy="13217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651" y="5211"/>
                  </a:moveTo>
                  <a:cubicBezTo>
                    <a:pt x="363" y="3674"/>
                    <a:pt x="51" y="375"/>
                    <a:pt x="2338" y="75"/>
                  </a:cubicBezTo>
                  <a:cubicBezTo>
                    <a:pt x="2388" y="75"/>
                    <a:pt x="2388" y="0"/>
                    <a:pt x="2338" y="0"/>
                  </a:cubicBezTo>
                  <a:cubicBezTo>
                    <a:pt x="1" y="212"/>
                    <a:pt x="263" y="3649"/>
                    <a:pt x="576" y="5236"/>
                  </a:cubicBezTo>
                  <a:cubicBezTo>
                    <a:pt x="588" y="5286"/>
                    <a:pt x="663" y="5261"/>
                    <a:pt x="651" y="5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29"/>
            <p:cNvSpPr/>
            <p:nvPr/>
          </p:nvSpPr>
          <p:spPr>
            <a:xfrm>
              <a:off x="701750" y="2223100"/>
              <a:ext cx="65000" cy="61275"/>
            </a:xfrm>
            <a:custGeom>
              <a:avLst/>
              <a:gdLst/>
              <a:ahLst/>
              <a:cxnLst/>
              <a:rect l="l" t="t" r="r" b="b"/>
              <a:pathLst>
                <a:path w="2600" h="2451" extrusionOk="0">
                  <a:moveTo>
                    <a:pt x="75" y="976"/>
                  </a:moveTo>
                  <a:cubicBezTo>
                    <a:pt x="400" y="351"/>
                    <a:pt x="1162" y="88"/>
                    <a:pt x="1762" y="513"/>
                  </a:cubicBezTo>
                  <a:cubicBezTo>
                    <a:pt x="2300" y="888"/>
                    <a:pt x="2474" y="1863"/>
                    <a:pt x="1950" y="2325"/>
                  </a:cubicBezTo>
                  <a:cubicBezTo>
                    <a:pt x="1900" y="2375"/>
                    <a:pt x="1975" y="2450"/>
                    <a:pt x="2025" y="2400"/>
                  </a:cubicBezTo>
                  <a:cubicBezTo>
                    <a:pt x="2599" y="1913"/>
                    <a:pt x="2412" y="838"/>
                    <a:pt x="1825" y="438"/>
                  </a:cubicBezTo>
                  <a:cubicBezTo>
                    <a:pt x="1187" y="1"/>
                    <a:pt x="325" y="251"/>
                    <a:pt x="13" y="938"/>
                  </a:cubicBezTo>
                  <a:cubicBezTo>
                    <a:pt x="0" y="976"/>
                    <a:pt x="50" y="1013"/>
                    <a:pt x="7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29"/>
            <p:cNvSpPr/>
            <p:nvPr/>
          </p:nvSpPr>
          <p:spPr>
            <a:xfrm>
              <a:off x="709550" y="2258100"/>
              <a:ext cx="46900" cy="35950"/>
            </a:xfrm>
            <a:custGeom>
              <a:avLst/>
              <a:gdLst/>
              <a:ahLst/>
              <a:cxnLst/>
              <a:rect l="l" t="t" r="r" b="b"/>
              <a:pathLst>
                <a:path w="1876" h="1438" extrusionOk="0">
                  <a:moveTo>
                    <a:pt x="1788" y="713"/>
                  </a:moveTo>
                  <a:cubicBezTo>
                    <a:pt x="1600" y="1125"/>
                    <a:pt x="1138" y="1313"/>
                    <a:pt x="725" y="1150"/>
                  </a:cubicBezTo>
                  <a:cubicBezTo>
                    <a:pt x="288" y="963"/>
                    <a:pt x="163" y="513"/>
                    <a:pt x="288" y="88"/>
                  </a:cubicBezTo>
                  <a:cubicBezTo>
                    <a:pt x="300" y="38"/>
                    <a:pt x="225" y="1"/>
                    <a:pt x="213" y="51"/>
                  </a:cubicBezTo>
                  <a:cubicBezTo>
                    <a:pt x="1" y="513"/>
                    <a:pt x="213" y="1050"/>
                    <a:pt x="675" y="1250"/>
                  </a:cubicBezTo>
                  <a:cubicBezTo>
                    <a:pt x="1138" y="1438"/>
                    <a:pt x="1675" y="1225"/>
                    <a:pt x="1850" y="750"/>
                  </a:cubicBezTo>
                  <a:cubicBezTo>
                    <a:pt x="1875" y="713"/>
                    <a:pt x="1813" y="675"/>
                    <a:pt x="1800" y="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29"/>
            <p:cNvSpPr/>
            <p:nvPr/>
          </p:nvSpPr>
          <p:spPr>
            <a:xfrm>
              <a:off x="713300" y="2246550"/>
              <a:ext cx="30950" cy="17500"/>
            </a:xfrm>
            <a:custGeom>
              <a:avLst/>
              <a:gdLst/>
              <a:ahLst/>
              <a:cxnLst/>
              <a:rect l="l" t="t" r="r" b="b"/>
              <a:pathLst>
                <a:path w="1238" h="700" extrusionOk="0">
                  <a:moveTo>
                    <a:pt x="100" y="650"/>
                  </a:moveTo>
                  <a:cubicBezTo>
                    <a:pt x="75" y="63"/>
                    <a:pt x="1213" y="0"/>
                    <a:pt x="1025" y="613"/>
                  </a:cubicBezTo>
                  <a:cubicBezTo>
                    <a:pt x="1013" y="675"/>
                    <a:pt x="1100" y="688"/>
                    <a:pt x="1113" y="638"/>
                  </a:cubicBezTo>
                  <a:cubicBezTo>
                    <a:pt x="1238" y="350"/>
                    <a:pt x="975" y="75"/>
                    <a:pt x="688" y="75"/>
                  </a:cubicBezTo>
                  <a:cubicBezTo>
                    <a:pt x="388" y="75"/>
                    <a:pt x="1" y="313"/>
                    <a:pt x="26" y="650"/>
                  </a:cubicBezTo>
                  <a:cubicBezTo>
                    <a:pt x="26" y="700"/>
                    <a:pt x="113" y="700"/>
                    <a:pt x="100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29"/>
            <p:cNvSpPr/>
            <p:nvPr/>
          </p:nvSpPr>
          <p:spPr>
            <a:xfrm>
              <a:off x="703000" y="2492725"/>
              <a:ext cx="71550" cy="55325"/>
            </a:xfrm>
            <a:custGeom>
              <a:avLst/>
              <a:gdLst/>
              <a:ahLst/>
              <a:cxnLst/>
              <a:rect l="l" t="t" r="r" b="b"/>
              <a:pathLst>
                <a:path w="2862" h="2213" extrusionOk="0">
                  <a:moveTo>
                    <a:pt x="50" y="1838"/>
                  </a:moveTo>
                  <a:cubicBezTo>
                    <a:pt x="1312" y="2213"/>
                    <a:pt x="2749" y="1438"/>
                    <a:pt x="2862" y="38"/>
                  </a:cubicBezTo>
                  <a:cubicBezTo>
                    <a:pt x="2862" y="13"/>
                    <a:pt x="2812" y="1"/>
                    <a:pt x="2799" y="38"/>
                  </a:cubicBezTo>
                  <a:cubicBezTo>
                    <a:pt x="2474" y="1300"/>
                    <a:pt x="1400" y="2113"/>
                    <a:pt x="75" y="1763"/>
                  </a:cubicBezTo>
                  <a:cubicBezTo>
                    <a:pt x="25" y="1750"/>
                    <a:pt x="0" y="1825"/>
                    <a:pt x="50" y="1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29"/>
            <p:cNvSpPr/>
            <p:nvPr/>
          </p:nvSpPr>
          <p:spPr>
            <a:xfrm>
              <a:off x="779850" y="2847325"/>
              <a:ext cx="15325" cy="20025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63" y="113"/>
                  </a:moveTo>
                  <a:cubicBezTo>
                    <a:pt x="288" y="263"/>
                    <a:pt x="450" y="488"/>
                    <a:pt x="513" y="750"/>
                  </a:cubicBezTo>
                  <a:cubicBezTo>
                    <a:pt x="525" y="800"/>
                    <a:pt x="613" y="800"/>
                    <a:pt x="613" y="738"/>
                  </a:cubicBezTo>
                  <a:cubicBezTo>
                    <a:pt x="575" y="438"/>
                    <a:pt x="388" y="163"/>
                    <a:pt x="113" y="25"/>
                  </a:cubicBezTo>
                  <a:cubicBezTo>
                    <a:pt x="50" y="0"/>
                    <a:pt x="0" y="88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29"/>
            <p:cNvSpPr/>
            <p:nvPr/>
          </p:nvSpPr>
          <p:spPr>
            <a:xfrm>
              <a:off x="792975" y="2850750"/>
              <a:ext cx="5950" cy="16900"/>
            </a:xfrm>
            <a:custGeom>
              <a:avLst/>
              <a:gdLst/>
              <a:ahLst/>
              <a:cxnLst/>
              <a:rect l="l" t="t" r="r" b="b"/>
              <a:pathLst>
                <a:path w="238" h="676" extrusionOk="0">
                  <a:moveTo>
                    <a:pt x="125" y="613"/>
                  </a:moveTo>
                  <a:cubicBezTo>
                    <a:pt x="200" y="451"/>
                    <a:pt x="238" y="251"/>
                    <a:pt x="200" y="76"/>
                  </a:cubicBezTo>
                  <a:cubicBezTo>
                    <a:pt x="188" y="1"/>
                    <a:pt x="100" y="26"/>
                    <a:pt x="88" y="88"/>
                  </a:cubicBezTo>
                  <a:cubicBezTo>
                    <a:pt x="100" y="251"/>
                    <a:pt x="63" y="426"/>
                    <a:pt x="13" y="588"/>
                  </a:cubicBezTo>
                  <a:cubicBezTo>
                    <a:pt x="0" y="651"/>
                    <a:pt x="100" y="676"/>
                    <a:pt x="125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29"/>
            <p:cNvSpPr/>
            <p:nvPr/>
          </p:nvSpPr>
          <p:spPr>
            <a:xfrm>
              <a:off x="775150" y="2839500"/>
              <a:ext cx="7525" cy="9400"/>
            </a:xfrm>
            <a:custGeom>
              <a:avLst/>
              <a:gdLst/>
              <a:ahLst/>
              <a:cxnLst/>
              <a:rect l="l" t="t" r="r" b="b"/>
              <a:pathLst>
                <a:path w="301" h="376" extrusionOk="0">
                  <a:moveTo>
                    <a:pt x="226" y="276"/>
                  </a:moveTo>
                  <a:cubicBezTo>
                    <a:pt x="201" y="213"/>
                    <a:pt x="213" y="151"/>
                    <a:pt x="263" y="113"/>
                  </a:cubicBezTo>
                  <a:cubicBezTo>
                    <a:pt x="301" y="76"/>
                    <a:pt x="263" y="1"/>
                    <a:pt x="213" y="26"/>
                  </a:cubicBezTo>
                  <a:cubicBezTo>
                    <a:pt x="76" y="76"/>
                    <a:pt x="1" y="263"/>
                    <a:pt x="163" y="351"/>
                  </a:cubicBezTo>
                  <a:cubicBezTo>
                    <a:pt x="213" y="376"/>
                    <a:pt x="276" y="313"/>
                    <a:pt x="226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29"/>
            <p:cNvSpPr/>
            <p:nvPr/>
          </p:nvSpPr>
          <p:spPr>
            <a:xfrm>
              <a:off x="780775" y="2821400"/>
              <a:ext cx="15650" cy="20325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88" y="787"/>
                  </a:moveTo>
                  <a:cubicBezTo>
                    <a:pt x="338" y="625"/>
                    <a:pt x="626" y="363"/>
                    <a:pt x="563" y="50"/>
                  </a:cubicBezTo>
                  <a:cubicBezTo>
                    <a:pt x="538" y="0"/>
                    <a:pt x="488" y="0"/>
                    <a:pt x="463" y="50"/>
                  </a:cubicBezTo>
                  <a:cubicBezTo>
                    <a:pt x="413" y="313"/>
                    <a:pt x="263" y="550"/>
                    <a:pt x="38" y="712"/>
                  </a:cubicBezTo>
                  <a:cubicBezTo>
                    <a:pt x="1" y="750"/>
                    <a:pt x="51" y="812"/>
                    <a:pt x="88" y="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29"/>
            <p:cNvSpPr/>
            <p:nvPr/>
          </p:nvSpPr>
          <p:spPr>
            <a:xfrm>
              <a:off x="790475" y="2821700"/>
              <a:ext cx="10325" cy="24400"/>
            </a:xfrm>
            <a:custGeom>
              <a:avLst/>
              <a:gdLst/>
              <a:ahLst/>
              <a:cxnLst/>
              <a:rect l="l" t="t" r="r" b="b"/>
              <a:pathLst>
                <a:path w="413" h="976" extrusionOk="0">
                  <a:moveTo>
                    <a:pt x="113" y="126"/>
                  </a:moveTo>
                  <a:cubicBezTo>
                    <a:pt x="288" y="363"/>
                    <a:pt x="225" y="625"/>
                    <a:pt x="50" y="838"/>
                  </a:cubicBezTo>
                  <a:cubicBezTo>
                    <a:pt x="0" y="900"/>
                    <a:pt x="75" y="975"/>
                    <a:pt x="138" y="925"/>
                  </a:cubicBezTo>
                  <a:cubicBezTo>
                    <a:pt x="375" y="700"/>
                    <a:pt x="413" y="313"/>
                    <a:pt x="200" y="51"/>
                  </a:cubicBezTo>
                  <a:cubicBezTo>
                    <a:pt x="163" y="1"/>
                    <a:pt x="75" y="76"/>
                    <a:pt x="1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29"/>
            <p:cNvSpPr/>
            <p:nvPr/>
          </p:nvSpPr>
          <p:spPr>
            <a:xfrm>
              <a:off x="790150" y="2842625"/>
              <a:ext cx="8150" cy="14100"/>
            </a:xfrm>
            <a:custGeom>
              <a:avLst/>
              <a:gdLst/>
              <a:ahLst/>
              <a:cxnLst/>
              <a:rect l="l" t="t" r="r" b="b"/>
              <a:pathLst>
                <a:path w="326" h="564" extrusionOk="0">
                  <a:moveTo>
                    <a:pt x="63" y="138"/>
                  </a:moveTo>
                  <a:cubicBezTo>
                    <a:pt x="151" y="238"/>
                    <a:pt x="201" y="363"/>
                    <a:pt x="213" y="501"/>
                  </a:cubicBezTo>
                  <a:cubicBezTo>
                    <a:pt x="226" y="563"/>
                    <a:pt x="313" y="538"/>
                    <a:pt x="313" y="488"/>
                  </a:cubicBezTo>
                  <a:cubicBezTo>
                    <a:pt x="326" y="326"/>
                    <a:pt x="263" y="163"/>
                    <a:pt x="138" y="63"/>
                  </a:cubicBezTo>
                  <a:cubicBezTo>
                    <a:pt x="88" y="1"/>
                    <a:pt x="1" y="88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29"/>
            <p:cNvSpPr/>
            <p:nvPr/>
          </p:nvSpPr>
          <p:spPr>
            <a:xfrm>
              <a:off x="799850" y="2837000"/>
              <a:ext cx="12500" cy="14400"/>
            </a:xfrm>
            <a:custGeom>
              <a:avLst/>
              <a:gdLst/>
              <a:ahLst/>
              <a:cxnLst/>
              <a:rect l="l" t="t" r="r" b="b"/>
              <a:pathLst>
                <a:path w="500" h="576" extrusionOk="0">
                  <a:moveTo>
                    <a:pt x="25" y="288"/>
                  </a:moveTo>
                  <a:cubicBezTo>
                    <a:pt x="38" y="413"/>
                    <a:pt x="75" y="538"/>
                    <a:pt x="225" y="563"/>
                  </a:cubicBezTo>
                  <a:cubicBezTo>
                    <a:pt x="338" y="576"/>
                    <a:pt x="437" y="488"/>
                    <a:pt x="437" y="363"/>
                  </a:cubicBezTo>
                  <a:cubicBezTo>
                    <a:pt x="500" y="63"/>
                    <a:pt x="38" y="1"/>
                    <a:pt x="13" y="313"/>
                  </a:cubicBezTo>
                  <a:cubicBezTo>
                    <a:pt x="0" y="388"/>
                    <a:pt x="125" y="401"/>
                    <a:pt x="150" y="326"/>
                  </a:cubicBezTo>
                  <a:cubicBezTo>
                    <a:pt x="150" y="313"/>
                    <a:pt x="150" y="301"/>
                    <a:pt x="163" y="288"/>
                  </a:cubicBezTo>
                  <a:cubicBezTo>
                    <a:pt x="163" y="201"/>
                    <a:pt x="25" y="201"/>
                    <a:pt x="25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0" name="Google Shape;870;p30"/>
          <p:cNvPicPr preferRelativeResize="0"/>
          <p:nvPr/>
        </p:nvPicPr>
        <p:blipFill>
          <a:blip r:embed="rId2">
            <a:alphaModFix amt="79000"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1" name="Google Shape;871;p30"/>
          <p:cNvGrpSpPr/>
          <p:nvPr/>
        </p:nvGrpSpPr>
        <p:grpSpPr>
          <a:xfrm>
            <a:off x="142661" y="137224"/>
            <a:ext cx="8858677" cy="4869053"/>
            <a:chOff x="246225" y="895325"/>
            <a:chExt cx="7115975" cy="3911200"/>
          </a:xfrm>
        </p:grpSpPr>
        <p:sp>
          <p:nvSpPr>
            <p:cNvPr id="872" name="Google Shape;872;p30"/>
            <p:cNvSpPr/>
            <p:nvPr/>
          </p:nvSpPr>
          <p:spPr>
            <a:xfrm>
              <a:off x="246225" y="895325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30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0"/>
            <p:cNvSpPr/>
            <p:nvPr/>
          </p:nvSpPr>
          <p:spPr>
            <a:xfrm>
              <a:off x="374325" y="1023425"/>
              <a:ext cx="6859800" cy="3655000"/>
            </a:xfrm>
            <a:custGeom>
              <a:avLst/>
              <a:gdLst/>
              <a:ahLst/>
              <a:cxnLst/>
              <a:rect l="l" t="t" r="r" b="b"/>
              <a:pathLst>
                <a:path w="274392" h="146200" fill="none" extrusionOk="0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0"/>
            <p:cNvSpPr/>
            <p:nvPr/>
          </p:nvSpPr>
          <p:spPr>
            <a:xfrm>
              <a:off x="469300" y="1108400"/>
              <a:ext cx="6669850" cy="3485050"/>
            </a:xfrm>
            <a:custGeom>
              <a:avLst/>
              <a:gdLst/>
              <a:ahLst/>
              <a:cxnLst/>
              <a:rect l="l" t="t" r="r" b="b"/>
              <a:pathLst>
                <a:path w="266794" h="139402" fill="none" extrusionOk="0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30"/>
            <p:cNvSpPr/>
            <p:nvPr/>
          </p:nvSpPr>
          <p:spPr>
            <a:xfrm>
              <a:off x="299025" y="955950"/>
              <a:ext cx="7010700" cy="3789950"/>
            </a:xfrm>
            <a:custGeom>
              <a:avLst/>
              <a:gdLst/>
              <a:ahLst/>
              <a:cxnLst/>
              <a:rect l="l" t="t" r="r" b="b"/>
              <a:pathLst>
                <a:path w="280428" h="151598" fill="none" extrusionOk="0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30"/>
            <p:cNvSpPr/>
            <p:nvPr/>
          </p:nvSpPr>
          <p:spPr>
            <a:xfrm>
              <a:off x="7234100" y="895325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30"/>
            <p:cNvSpPr/>
            <p:nvPr/>
          </p:nvSpPr>
          <p:spPr>
            <a:xfrm>
              <a:off x="246225" y="4678400"/>
              <a:ext cx="128125" cy="128125"/>
            </a:xfrm>
            <a:custGeom>
              <a:avLst/>
              <a:gdLst/>
              <a:ahLst/>
              <a:cxnLst/>
              <a:rect l="l" t="t" r="r" b="b"/>
              <a:pathLst>
                <a:path w="5125" h="5125" fill="none" extrusionOk="0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30"/>
            <p:cNvSpPr/>
            <p:nvPr/>
          </p:nvSpPr>
          <p:spPr>
            <a:xfrm>
              <a:off x="7234100" y="4678400"/>
              <a:ext cx="128100" cy="128125"/>
            </a:xfrm>
            <a:custGeom>
              <a:avLst/>
              <a:gdLst/>
              <a:ahLst/>
              <a:cxnLst/>
              <a:rect l="l" t="t" r="r" b="b"/>
              <a:pathLst>
                <a:path w="5124" h="5125" fill="none" extrusionOk="0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 cap="flat" cmpd="sng">
              <a:solidFill>
                <a:schemeClr val="dk2"/>
              </a:solidFill>
              <a:prstDash val="solid"/>
              <a:miter lim="1249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974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Libre Baskerville"/>
              <a:buNone/>
              <a:defRPr sz="2700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●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○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■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●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○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■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●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○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ource Sans 3"/>
              <a:buChar char="■"/>
              <a:defRPr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/><Relationship Id="rId4" Type="http://schemas.openxmlformats.org/officeDocument/2006/relationships/hyperlink" Target="https://docs.google.com/spreadsheets/d/1jbxad7q3dFi-GKvg4GhqPaYuQ5p925QZmp8zlzLnUxo/copy#gid=0" TargetMode="External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3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34"/>
          <p:cNvSpPr txBox="1">
            <a:spLocks noGrp="1"/>
          </p:cNvSpPr>
          <p:nvPr>
            <p:ph type="ctrTitle"/>
          </p:nvPr>
        </p:nvSpPr>
        <p:spPr>
          <a:xfrm>
            <a:off x="2361575" y="1453450"/>
            <a:ext cx="4421100" cy="205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/>
              <a:t>Der Stromkrieg</a:t>
            </a:r>
            <a:endParaRPr sz="5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/>
              <a:t>- 1886–1892 -</a:t>
            </a:r>
            <a:endParaRPr sz="5100"/>
          </a:p>
        </p:txBody>
      </p:sp>
      <p:sp>
        <p:nvSpPr>
          <p:cNvPr id="891" name="Google Shape;891;p34"/>
          <p:cNvSpPr txBox="1">
            <a:spLocks noGrp="1"/>
          </p:cNvSpPr>
          <p:nvPr>
            <p:ph type="subTitle" idx="1"/>
          </p:nvPr>
        </p:nvSpPr>
        <p:spPr>
          <a:xfrm>
            <a:off x="2494100" y="3578625"/>
            <a:ext cx="41559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Edison vs. Westinghouse · Simon Bruder</a:t>
            </a:r>
            <a:endParaRPr/>
          </a:p>
        </p:txBody>
      </p:sp>
      <p:grpSp>
        <p:nvGrpSpPr>
          <p:cNvPr id="892" name="Google Shape;892;p34"/>
          <p:cNvGrpSpPr/>
          <p:nvPr/>
        </p:nvGrpSpPr>
        <p:grpSpPr>
          <a:xfrm>
            <a:off x="2361225" y="3521900"/>
            <a:ext cx="4421400" cy="589250"/>
            <a:chOff x="2361225" y="3521900"/>
            <a:chExt cx="4421400" cy="589250"/>
          </a:xfrm>
        </p:grpSpPr>
        <p:cxnSp>
          <p:nvCxnSpPr>
            <p:cNvPr id="893" name="Google Shape;893;p34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4" name="Google Shape;894;p34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895" name="Google Shape;895;p34"/>
          <p:cNvSpPr txBox="1"/>
          <p:nvPr/>
        </p:nvSpPr>
        <p:spPr>
          <a:xfrm>
            <a:off x="3714675" y="1016233"/>
            <a:ext cx="1714500" cy="4131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FHNW</a:t>
            </a:r>
            <a:endParaRPr sz="16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grpSp>
        <p:nvGrpSpPr>
          <p:cNvPr id="896" name="Google Shape;896;p34"/>
          <p:cNvGrpSpPr/>
          <p:nvPr/>
        </p:nvGrpSpPr>
        <p:grpSpPr>
          <a:xfrm>
            <a:off x="565056" y="519563"/>
            <a:ext cx="8012737" cy="4104778"/>
            <a:chOff x="585525" y="1202450"/>
            <a:chExt cx="6436450" cy="3297275"/>
          </a:xfrm>
        </p:grpSpPr>
        <p:sp>
          <p:nvSpPr>
            <p:cNvPr id="897" name="Google Shape;897;p34"/>
            <p:cNvSpPr/>
            <p:nvPr/>
          </p:nvSpPr>
          <p:spPr>
            <a:xfrm>
              <a:off x="839525" y="1202450"/>
              <a:ext cx="551125" cy="190275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1819" y="2949"/>
                  </a:moveTo>
                  <a:cubicBezTo>
                    <a:pt x="16996" y="7611"/>
                    <a:pt x="10597" y="0"/>
                    <a:pt x="4949" y="1300"/>
                  </a:cubicBezTo>
                  <a:cubicBezTo>
                    <a:pt x="1962" y="2000"/>
                    <a:pt x="0" y="4312"/>
                    <a:pt x="100" y="7373"/>
                  </a:cubicBezTo>
                  <a:cubicBezTo>
                    <a:pt x="113" y="7461"/>
                    <a:pt x="225" y="7461"/>
                    <a:pt x="238" y="7373"/>
                  </a:cubicBezTo>
                  <a:cubicBezTo>
                    <a:pt x="513" y="1100"/>
                    <a:pt x="7511" y="887"/>
                    <a:pt x="11872" y="2724"/>
                  </a:cubicBezTo>
                  <a:cubicBezTo>
                    <a:pt x="13597" y="3449"/>
                    <a:pt x="15309" y="4437"/>
                    <a:pt x="17208" y="4661"/>
                  </a:cubicBezTo>
                  <a:cubicBezTo>
                    <a:pt x="19108" y="4886"/>
                    <a:pt x="20620" y="4387"/>
                    <a:pt x="21957" y="3087"/>
                  </a:cubicBezTo>
                  <a:cubicBezTo>
                    <a:pt x="22044" y="2999"/>
                    <a:pt x="21919" y="2874"/>
                    <a:pt x="21832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34"/>
            <p:cNvSpPr/>
            <p:nvPr/>
          </p:nvSpPr>
          <p:spPr>
            <a:xfrm>
              <a:off x="844200" y="1369575"/>
              <a:ext cx="180925" cy="121575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13" y="1688"/>
                  </a:moveTo>
                  <a:cubicBezTo>
                    <a:pt x="151" y="3700"/>
                    <a:pt x="2612" y="4862"/>
                    <a:pt x="4412" y="4325"/>
                  </a:cubicBezTo>
                  <a:cubicBezTo>
                    <a:pt x="5924" y="3875"/>
                    <a:pt x="7236" y="1338"/>
                    <a:pt x="5849" y="88"/>
                  </a:cubicBezTo>
                  <a:cubicBezTo>
                    <a:pt x="5774" y="1"/>
                    <a:pt x="5649" y="126"/>
                    <a:pt x="5737" y="201"/>
                  </a:cubicBezTo>
                  <a:cubicBezTo>
                    <a:pt x="7124" y="1725"/>
                    <a:pt x="5474" y="4025"/>
                    <a:pt x="3837" y="4225"/>
                  </a:cubicBezTo>
                  <a:cubicBezTo>
                    <a:pt x="2288" y="4425"/>
                    <a:pt x="326" y="3413"/>
                    <a:pt x="201" y="1688"/>
                  </a:cubicBezTo>
                  <a:cubicBezTo>
                    <a:pt x="201" y="1563"/>
                    <a:pt x="1" y="1563"/>
                    <a:pt x="13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34"/>
            <p:cNvSpPr/>
            <p:nvPr/>
          </p:nvSpPr>
          <p:spPr>
            <a:xfrm>
              <a:off x="898575" y="1348025"/>
              <a:ext cx="73125" cy="77200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49" y="488"/>
                  </a:moveTo>
                  <a:cubicBezTo>
                    <a:pt x="2025" y="1"/>
                    <a:pt x="800" y="351"/>
                    <a:pt x="387" y="1238"/>
                  </a:cubicBezTo>
                  <a:cubicBezTo>
                    <a:pt x="0" y="2063"/>
                    <a:pt x="612" y="2987"/>
                    <a:pt x="1487" y="3075"/>
                  </a:cubicBezTo>
                  <a:cubicBezTo>
                    <a:pt x="1600" y="3087"/>
                    <a:pt x="1625" y="2900"/>
                    <a:pt x="1512" y="2887"/>
                  </a:cubicBezTo>
                  <a:cubicBezTo>
                    <a:pt x="700" y="2737"/>
                    <a:pt x="200" y="1913"/>
                    <a:pt x="675" y="1163"/>
                  </a:cubicBezTo>
                  <a:cubicBezTo>
                    <a:pt x="1137" y="476"/>
                    <a:pt x="2037" y="251"/>
                    <a:pt x="2774" y="625"/>
                  </a:cubicBezTo>
                  <a:cubicBezTo>
                    <a:pt x="2862" y="663"/>
                    <a:pt x="2924" y="551"/>
                    <a:pt x="2849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34"/>
            <p:cNvSpPr/>
            <p:nvPr/>
          </p:nvSpPr>
          <p:spPr>
            <a:xfrm>
              <a:off x="944800" y="14189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34"/>
            <p:cNvSpPr/>
            <p:nvPr/>
          </p:nvSpPr>
          <p:spPr>
            <a:xfrm>
              <a:off x="752350" y="1240875"/>
              <a:ext cx="206850" cy="104050"/>
            </a:xfrm>
            <a:custGeom>
              <a:avLst/>
              <a:gdLst/>
              <a:ahLst/>
              <a:cxnLst/>
              <a:rect l="l" t="t" r="r" b="b"/>
              <a:pathLst>
                <a:path w="8274" h="4162" extrusionOk="0">
                  <a:moveTo>
                    <a:pt x="8123" y="25"/>
                  </a:moveTo>
                  <a:cubicBezTo>
                    <a:pt x="6999" y="263"/>
                    <a:pt x="5937" y="725"/>
                    <a:pt x="4987" y="1375"/>
                  </a:cubicBezTo>
                  <a:cubicBezTo>
                    <a:pt x="3537" y="2387"/>
                    <a:pt x="2063" y="4162"/>
                    <a:pt x="176" y="2875"/>
                  </a:cubicBezTo>
                  <a:cubicBezTo>
                    <a:pt x="101" y="2825"/>
                    <a:pt x="1" y="2950"/>
                    <a:pt x="76" y="3012"/>
                  </a:cubicBezTo>
                  <a:cubicBezTo>
                    <a:pt x="825" y="3699"/>
                    <a:pt x="1775" y="3699"/>
                    <a:pt x="2700" y="3299"/>
                  </a:cubicBezTo>
                  <a:cubicBezTo>
                    <a:pt x="3375" y="2999"/>
                    <a:pt x="3912" y="2475"/>
                    <a:pt x="4474" y="2025"/>
                  </a:cubicBezTo>
                  <a:cubicBezTo>
                    <a:pt x="5549" y="1137"/>
                    <a:pt x="6811" y="500"/>
                    <a:pt x="8173" y="175"/>
                  </a:cubicBezTo>
                  <a:cubicBezTo>
                    <a:pt x="8273" y="150"/>
                    <a:pt x="8223" y="0"/>
                    <a:pt x="812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34"/>
            <p:cNvSpPr/>
            <p:nvPr/>
          </p:nvSpPr>
          <p:spPr>
            <a:xfrm>
              <a:off x="1012600" y="1245875"/>
              <a:ext cx="88750" cy="80000"/>
            </a:xfrm>
            <a:custGeom>
              <a:avLst/>
              <a:gdLst/>
              <a:ahLst/>
              <a:cxnLst/>
              <a:rect l="l" t="t" r="r" b="b"/>
              <a:pathLst>
                <a:path w="3550" h="3200" extrusionOk="0">
                  <a:moveTo>
                    <a:pt x="3437" y="313"/>
                  </a:moveTo>
                  <a:cubicBezTo>
                    <a:pt x="2562" y="113"/>
                    <a:pt x="1700" y="0"/>
                    <a:pt x="900" y="488"/>
                  </a:cubicBezTo>
                  <a:cubicBezTo>
                    <a:pt x="363" y="813"/>
                    <a:pt x="0" y="1325"/>
                    <a:pt x="100" y="1975"/>
                  </a:cubicBezTo>
                  <a:cubicBezTo>
                    <a:pt x="200" y="2587"/>
                    <a:pt x="700" y="3062"/>
                    <a:pt x="1325" y="3137"/>
                  </a:cubicBezTo>
                  <a:cubicBezTo>
                    <a:pt x="1787" y="3187"/>
                    <a:pt x="2462" y="3024"/>
                    <a:pt x="2512" y="2475"/>
                  </a:cubicBezTo>
                  <a:cubicBezTo>
                    <a:pt x="2525" y="2387"/>
                    <a:pt x="2400" y="2387"/>
                    <a:pt x="2387" y="2475"/>
                  </a:cubicBezTo>
                  <a:cubicBezTo>
                    <a:pt x="2312" y="3199"/>
                    <a:pt x="1100" y="2937"/>
                    <a:pt x="788" y="2712"/>
                  </a:cubicBezTo>
                  <a:cubicBezTo>
                    <a:pt x="300" y="2362"/>
                    <a:pt x="150" y="1700"/>
                    <a:pt x="450" y="1175"/>
                  </a:cubicBezTo>
                  <a:cubicBezTo>
                    <a:pt x="1063" y="163"/>
                    <a:pt x="2412" y="263"/>
                    <a:pt x="3387" y="488"/>
                  </a:cubicBezTo>
                  <a:cubicBezTo>
                    <a:pt x="3499" y="513"/>
                    <a:pt x="3549" y="338"/>
                    <a:pt x="3437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34"/>
            <p:cNvSpPr/>
            <p:nvPr/>
          </p:nvSpPr>
          <p:spPr>
            <a:xfrm>
              <a:off x="1123500" y="1272100"/>
              <a:ext cx="33450" cy="43775"/>
            </a:xfrm>
            <a:custGeom>
              <a:avLst/>
              <a:gdLst/>
              <a:ahLst/>
              <a:cxnLst/>
              <a:rect l="l" t="t" r="r" b="b"/>
              <a:pathLst>
                <a:path w="1338" h="1751" extrusionOk="0">
                  <a:moveTo>
                    <a:pt x="1238" y="188"/>
                  </a:moveTo>
                  <a:cubicBezTo>
                    <a:pt x="688" y="1"/>
                    <a:pt x="1" y="326"/>
                    <a:pt x="76" y="976"/>
                  </a:cubicBezTo>
                  <a:cubicBezTo>
                    <a:pt x="126" y="1413"/>
                    <a:pt x="825" y="1750"/>
                    <a:pt x="1088" y="1326"/>
                  </a:cubicBezTo>
                  <a:cubicBezTo>
                    <a:pt x="1163" y="1213"/>
                    <a:pt x="975" y="1101"/>
                    <a:pt x="900" y="1213"/>
                  </a:cubicBezTo>
                  <a:cubicBezTo>
                    <a:pt x="788" y="1288"/>
                    <a:pt x="651" y="1301"/>
                    <a:pt x="538" y="1263"/>
                  </a:cubicBezTo>
                  <a:cubicBezTo>
                    <a:pt x="263" y="1026"/>
                    <a:pt x="213" y="813"/>
                    <a:pt x="388" y="613"/>
                  </a:cubicBezTo>
                  <a:cubicBezTo>
                    <a:pt x="551" y="301"/>
                    <a:pt x="888" y="263"/>
                    <a:pt x="1188" y="351"/>
                  </a:cubicBezTo>
                  <a:cubicBezTo>
                    <a:pt x="1288" y="376"/>
                    <a:pt x="1338" y="226"/>
                    <a:pt x="123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34"/>
            <p:cNvSpPr/>
            <p:nvPr/>
          </p:nvSpPr>
          <p:spPr>
            <a:xfrm>
              <a:off x="732975" y="129210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51" y="925"/>
                  </a:moveTo>
                  <a:cubicBezTo>
                    <a:pt x="1275" y="563"/>
                    <a:pt x="826" y="1"/>
                    <a:pt x="413" y="326"/>
                  </a:cubicBezTo>
                  <a:cubicBezTo>
                    <a:pt x="1" y="651"/>
                    <a:pt x="476" y="1275"/>
                    <a:pt x="888" y="975"/>
                  </a:cubicBezTo>
                  <a:cubicBezTo>
                    <a:pt x="963" y="925"/>
                    <a:pt x="913" y="813"/>
                    <a:pt x="826" y="826"/>
                  </a:cubicBezTo>
                  <a:lnTo>
                    <a:pt x="826" y="826"/>
                  </a:lnTo>
                  <a:cubicBezTo>
                    <a:pt x="788" y="901"/>
                    <a:pt x="888" y="1000"/>
                    <a:pt x="951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34"/>
            <p:cNvSpPr/>
            <p:nvPr/>
          </p:nvSpPr>
          <p:spPr>
            <a:xfrm>
              <a:off x="809225" y="1274925"/>
              <a:ext cx="77800" cy="113125"/>
            </a:xfrm>
            <a:custGeom>
              <a:avLst/>
              <a:gdLst/>
              <a:ahLst/>
              <a:cxnLst/>
              <a:rect l="l" t="t" r="r" b="b"/>
              <a:pathLst>
                <a:path w="3112" h="4525" extrusionOk="0">
                  <a:moveTo>
                    <a:pt x="2949" y="63"/>
                  </a:moveTo>
                  <a:cubicBezTo>
                    <a:pt x="1550" y="1163"/>
                    <a:pt x="525" y="2675"/>
                    <a:pt x="25" y="4374"/>
                  </a:cubicBezTo>
                  <a:cubicBezTo>
                    <a:pt x="0" y="4462"/>
                    <a:pt x="125" y="4524"/>
                    <a:pt x="175" y="4437"/>
                  </a:cubicBezTo>
                  <a:cubicBezTo>
                    <a:pt x="925" y="2825"/>
                    <a:pt x="1687" y="1338"/>
                    <a:pt x="3049" y="150"/>
                  </a:cubicBezTo>
                  <a:cubicBezTo>
                    <a:pt x="3112" y="100"/>
                    <a:pt x="3012" y="0"/>
                    <a:pt x="2949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34"/>
            <p:cNvSpPr/>
            <p:nvPr/>
          </p:nvSpPr>
          <p:spPr>
            <a:xfrm>
              <a:off x="792650" y="1376150"/>
              <a:ext cx="30650" cy="32525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725" y="500"/>
                  </a:moveTo>
                  <a:lnTo>
                    <a:pt x="725" y="563"/>
                  </a:lnTo>
                  <a:cubicBezTo>
                    <a:pt x="800" y="638"/>
                    <a:pt x="913" y="550"/>
                    <a:pt x="875" y="450"/>
                  </a:cubicBezTo>
                  <a:cubicBezTo>
                    <a:pt x="626" y="0"/>
                    <a:pt x="1" y="550"/>
                    <a:pt x="338" y="925"/>
                  </a:cubicBezTo>
                  <a:cubicBezTo>
                    <a:pt x="688" y="1300"/>
                    <a:pt x="1225" y="750"/>
                    <a:pt x="838" y="388"/>
                  </a:cubicBezTo>
                  <a:cubicBezTo>
                    <a:pt x="763" y="325"/>
                    <a:pt x="663" y="425"/>
                    <a:pt x="725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34"/>
            <p:cNvSpPr/>
            <p:nvPr/>
          </p:nvSpPr>
          <p:spPr>
            <a:xfrm>
              <a:off x="841400" y="1393325"/>
              <a:ext cx="5650" cy="9725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13" y="126"/>
                  </a:moveTo>
                  <a:cubicBezTo>
                    <a:pt x="0" y="201"/>
                    <a:pt x="13" y="276"/>
                    <a:pt x="63" y="326"/>
                  </a:cubicBezTo>
                  <a:cubicBezTo>
                    <a:pt x="100" y="388"/>
                    <a:pt x="225" y="376"/>
                    <a:pt x="225" y="288"/>
                  </a:cubicBezTo>
                  <a:cubicBezTo>
                    <a:pt x="213" y="238"/>
                    <a:pt x="213" y="176"/>
                    <a:pt x="213" y="126"/>
                  </a:cubicBezTo>
                  <a:cubicBezTo>
                    <a:pt x="200" y="1"/>
                    <a:pt x="13" y="1"/>
                    <a:pt x="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34"/>
            <p:cNvSpPr/>
            <p:nvPr/>
          </p:nvSpPr>
          <p:spPr>
            <a:xfrm>
              <a:off x="973550" y="1363650"/>
              <a:ext cx="9700" cy="6900"/>
            </a:xfrm>
            <a:custGeom>
              <a:avLst/>
              <a:gdLst/>
              <a:ahLst/>
              <a:cxnLst/>
              <a:rect l="l" t="t" r="r" b="b"/>
              <a:pathLst>
                <a:path w="388" h="276" extrusionOk="0">
                  <a:moveTo>
                    <a:pt x="75" y="188"/>
                  </a:moveTo>
                  <a:cubicBezTo>
                    <a:pt x="138" y="225"/>
                    <a:pt x="213" y="250"/>
                    <a:pt x="288" y="263"/>
                  </a:cubicBezTo>
                  <a:cubicBezTo>
                    <a:pt x="350" y="275"/>
                    <a:pt x="388" y="213"/>
                    <a:pt x="350" y="163"/>
                  </a:cubicBezTo>
                  <a:cubicBezTo>
                    <a:pt x="300" y="100"/>
                    <a:pt x="225" y="50"/>
                    <a:pt x="138" y="25"/>
                  </a:cubicBezTo>
                  <a:cubicBezTo>
                    <a:pt x="50" y="0"/>
                    <a:pt x="0" y="138"/>
                    <a:pt x="75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34"/>
            <p:cNvSpPr/>
            <p:nvPr/>
          </p:nvSpPr>
          <p:spPr>
            <a:xfrm>
              <a:off x="832025" y="1234000"/>
              <a:ext cx="156850" cy="27525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6174" y="13"/>
                  </a:moveTo>
                  <a:cubicBezTo>
                    <a:pt x="5324" y="0"/>
                    <a:pt x="4462" y="75"/>
                    <a:pt x="3624" y="250"/>
                  </a:cubicBezTo>
                  <a:cubicBezTo>
                    <a:pt x="2475" y="488"/>
                    <a:pt x="1350" y="925"/>
                    <a:pt x="163" y="613"/>
                  </a:cubicBezTo>
                  <a:cubicBezTo>
                    <a:pt x="50" y="575"/>
                    <a:pt x="0" y="763"/>
                    <a:pt x="113" y="788"/>
                  </a:cubicBezTo>
                  <a:cubicBezTo>
                    <a:pt x="913" y="1100"/>
                    <a:pt x="1625" y="950"/>
                    <a:pt x="2450" y="775"/>
                  </a:cubicBezTo>
                  <a:cubicBezTo>
                    <a:pt x="3687" y="500"/>
                    <a:pt x="4899" y="250"/>
                    <a:pt x="6174" y="188"/>
                  </a:cubicBezTo>
                  <a:cubicBezTo>
                    <a:pt x="6274" y="175"/>
                    <a:pt x="6274" y="25"/>
                    <a:pt x="6174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34"/>
            <p:cNvSpPr/>
            <p:nvPr/>
          </p:nvSpPr>
          <p:spPr>
            <a:xfrm>
              <a:off x="810775" y="1233675"/>
              <a:ext cx="33150" cy="30975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875" y="688"/>
                  </a:moveTo>
                  <a:lnTo>
                    <a:pt x="763" y="651"/>
                  </a:lnTo>
                  <a:cubicBezTo>
                    <a:pt x="700" y="726"/>
                    <a:pt x="763" y="826"/>
                    <a:pt x="850" y="813"/>
                  </a:cubicBezTo>
                  <a:cubicBezTo>
                    <a:pt x="1325" y="651"/>
                    <a:pt x="850" y="1"/>
                    <a:pt x="463" y="226"/>
                  </a:cubicBezTo>
                  <a:cubicBezTo>
                    <a:pt x="0" y="526"/>
                    <a:pt x="550" y="1238"/>
                    <a:pt x="975" y="801"/>
                  </a:cubicBezTo>
                  <a:cubicBezTo>
                    <a:pt x="1038" y="738"/>
                    <a:pt x="950" y="638"/>
                    <a:pt x="875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34"/>
            <p:cNvSpPr/>
            <p:nvPr/>
          </p:nvSpPr>
          <p:spPr>
            <a:xfrm>
              <a:off x="766400" y="1291175"/>
              <a:ext cx="73150" cy="22525"/>
            </a:xfrm>
            <a:custGeom>
              <a:avLst/>
              <a:gdLst/>
              <a:ahLst/>
              <a:cxnLst/>
              <a:rect l="l" t="t" r="r" b="b"/>
              <a:pathLst>
                <a:path w="2926" h="901" extrusionOk="0">
                  <a:moveTo>
                    <a:pt x="2813" y="638"/>
                  </a:moveTo>
                  <a:cubicBezTo>
                    <a:pt x="2500" y="338"/>
                    <a:pt x="2113" y="150"/>
                    <a:pt x="1688" y="100"/>
                  </a:cubicBezTo>
                  <a:cubicBezTo>
                    <a:pt x="1226" y="38"/>
                    <a:pt x="526" y="0"/>
                    <a:pt x="113" y="263"/>
                  </a:cubicBezTo>
                  <a:cubicBezTo>
                    <a:pt x="1" y="325"/>
                    <a:pt x="76" y="488"/>
                    <a:pt x="201" y="463"/>
                  </a:cubicBezTo>
                  <a:cubicBezTo>
                    <a:pt x="976" y="263"/>
                    <a:pt x="2025" y="213"/>
                    <a:pt x="2650" y="800"/>
                  </a:cubicBezTo>
                  <a:cubicBezTo>
                    <a:pt x="2763" y="900"/>
                    <a:pt x="2925" y="738"/>
                    <a:pt x="28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34"/>
            <p:cNvSpPr/>
            <p:nvPr/>
          </p:nvSpPr>
          <p:spPr>
            <a:xfrm>
              <a:off x="767350" y="1296800"/>
              <a:ext cx="70625" cy="23450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63" y="200"/>
                  </a:moveTo>
                  <a:cubicBezTo>
                    <a:pt x="575" y="887"/>
                    <a:pt x="2012" y="937"/>
                    <a:pt x="2712" y="575"/>
                  </a:cubicBezTo>
                  <a:cubicBezTo>
                    <a:pt x="2825" y="513"/>
                    <a:pt x="2737" y="375"/>
                    <a:pt x="2637" y="388"/>
                  </a:cubicBezTo>
                  <a:cubicBezTo>
                    <a:pt x="1925" y="500"/>
                    <a:pt x="763" y="762"/>
                    <a:pt x="213" y="88"/>
                  </a:cubicBezTo>
                  <a:cubicBezTo>
                    <a:pt x="150" y="0"/>
                    <a:pt x="0" y="113"/>
                    <a:pt x="63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34"/>
            <p:cNvSpPr/>
            <p:nvPr/>
          </p:nvSpPr>
          <p:spPr>
            <a:xfrm>
              <a:off x="919500" y="1249000"/>
              <a:ext cx="18150" cy="56875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325" y="163"/>
                  </a:moveTo>
                  <a:cubicBezTo>
                    <a:pt x="488" y="800"/>
                    <a:pt x="400" y="1475"/>
                    <a:pt x="75" y="2037"/>
                  </a:cubicBezTo>
                  <a:cubicBezTo>
                    <a:pt x="0" y="2162"/>
                    <a:pt x="188" y="2275"/>
                    <a:pt x="263" y="2150"/>
                  </a:cubicBezTo>
                  <a:cubicBezTo>
                    <a:pt x="638" y="1537"/>
                    <a:pt x="725" y="800"/>
                    <a:pt x="500" y="113"/>
                  </a:cubicBezTo>
                  <a:cubicBezTo>
                    <a:pt x="463" y="0"/>
                    <a:pt x="288" y="50"/>
                    <a:pt x="3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34"/>
            <p:cNvSpPr/>
            <p:nvPr/>
          </p:nvSpPr>
          <p:spPr>
            <a:xfrm>
              <a:off x="914500" y="1250875"/>
              <a:ext cx="16275" cy="54375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463" y="1987"/>
                  </a:moveTo>
                  <a:cubicBezTo>
                    <a:pt x="338" y="1625"/>
                    <a:pt x="288" y="1225"/>
                    <a:pt x="350" y="850"/>
                  </a:cubicBezTo>
                  <a:cubicBezTo>
                    <a:pt x="400" y="563"/>
                    <a:pt x="538" y="388"/>
                    <a:pt x="638" y="150"/>
                  </a:cubicBezTo>
                  <a:cubicBezTo>
                    <a:pt x="650" y="100"/>
                    <a:pt x="625" y="63"/>
                    <a:pt x="588" y="50"/>
                  </a:cubicBezTo>
                  <a:cubicBezTo>
                    <a:pt x="288" y="0"/>
                    <a:pt x="188" y="325"/>
                    <a:pt x="113" y="563"/>
                  </a:cubicBezTo>
                  <a:cubicBezTo>
                    <a:pt x="0" y="1062"/>
                    <a:pt x="50" y="1575"/>
                    <a:pt x="250" y="2050"/>
                  </a:cubicBezTo>
                  <a:cubicBezTo>
                    <a:pt x="300" y="2175"/>
                    <a:pt x="500" y="2125"/>
                    <a:pt x="463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34"/>
            <p:cNvSpPr/>
            <p:nvPr/>
          </p:nvSpPr>
          <p:spPr>
            <a:xfrm>
              <a:off x="1186925" y="1310225"/>
              <a:ext cx="83125" cy="26900"/>
            </a:xfrm>
            <a:custGeom>
              <a:avLst/>
              <a:gdLst/>
              <a:ahLst/>
              <a:cxnLst/>
              <a:rect l="l" t="t" r="r" b="b"/>
              <a:pathLst>
                <a:path w="3325" h="1076" extrusionOk="0">
                  <a:moveTo>
                    <a:pt x="3200" y="151"/>
                  </a:moveTo>
                  <a:cubicBezTo>
                    <a:pt x="2187" y="1"/>
                    <a:pt x="813" y="151"/>
                    <a:pt x="63" y="913"/>
                  </a:cubicBezTo>
                  <a:cubicBezTo>
                    <a:pt x="1" y="963"/>
                    <a:pt x="63" y="1075"/>
                    <a:pt x="138" y="1050"/>
                  </a:cubicBezTo>
                  <a:cubicBezTo>
                    <a:pt x="613" y="888"/>
                    <a:pt x="1013" y="600"/>
                    <a:pt x="1500" y="475"/>
                  </a:cubicBezTo>
                  <a:cubicBezTo>
                    <a:pt x="2050" y="338"/>
                    <a:pt x="2612" y="300"/>
                    <a:pt x="3162" y="363"/>
                  </a:cubicBezTo>
                  <a:cubicBezTo>
                    <a:pt x="3287" y="375"/>
                    <a:pt x="3325" y="163"/>
                    <a:pt x="3200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34"/>
            <p:cNvSpPr/>
            <p:nvPr/>
          </p:nvSpPr>
          <p:spPr>
            <a:xfrm>
              <a:off x="1187250" y="1314900"/>
              <a:ext cx="100600" cy="30975"/>
            </a:xfrm>
            <a:custGeom>
              <a:avLst/>
              <a:gdLst/>
              <a:ahLst/>
              <a:cxnLst/>
              <a:rect l="l" t="t" r="r" b="b"/>
              <a:pathLst>
                <a:path w="4024" h="1239" extrusionOk="0">
                  <a:moveTo>
                    <a:pt x="138" y="1001"/>
                  </a:moveTo>
                  <a:cubicBezTo>
                    <a:pt x="762" y="1113"/>
                    <a:pt x="1412" y="1238"/>
                    <a:pt x="2049" y="1151"/>
                  </a:cubicBezTo>
                  <a:cubicBezTo>
                    <a:pt x="2724" y="1038"/>
                    <a:pt x="3312" y="688"/>
                    <a:pt x="3887" y="313"/>
                  </a:cubicBezTo>
                  <a:cubicBezTo>
                    <a:pt x="4024" y="226"/>
                    <a:pt x="3887" y="1"/>
                    <a:pt x="3749" y="88"/>
                  </a:cubicBezTo>
                  <a:cubicBezTo>
                    <a:pt x="3287" y="401"/>
                    <a:pt x="2787" y="713"/>
                    <a:pt x="2237" y="851"/>
                  </a:cubicBezTo>
                  <a:cubicBezTo>
                    <a:pt x="1575" y="1013"/>
                    <a:pt x="862" y="901"/>
                    <a:pt x="187" y="788"/>
                  </a:cubicBezTo>
                  <a:cubicBezTo>
                    <a:pt x="50" y="776"/>
                    <a:pt x="0" y="976"/>
                    <a:pt x="138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34"/>
            <p:cNvSpPr/>
            <p:nvPr/>
          </p:nvSpPr>
          <p:spPr>
            <a:xfrm>
              <a:off x="585525" y="1460800"/>
              <a:ext cx="199975" cy="551150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3487" y="21958"/>
                  </a:moveTo>
                  <a:cubicBezTo>
                    <a:pt x="4799" y="20621"/>
                    <a:pt x="5299" y="19108"/>
                    <a:pt x="5074" y="17209"/>
                  </a:cubicBezTo>
                  <a:cubicBezTo>
                    <a:pt x="4912" y="15809"/>
                    <a:pt x="4287" y="14560"/>
                    <a:pt x="3749" y="13285"/>
                  </a:cubicBezTo>
                  <a:cubicBezTo>
                    <a:pt x="1875" y="8811"/>
                    <a:pt x="0" y="576"/>
                    <a:pt x="7786" y="238"/>
                  </a:cubicBezTo>
                  <a:cubicBezTo>
                    <a:pt x="7861" y="238"/>
                    <a:pt x="7861" y="113"/>
                    <a:pt x="7786" y="101"/>
                  </a:cubicBezTo>
                  <a:cubicBezTo>
                    <a:pt x="4737" y="1"/>
                    <a:pt x="2400" y="1975"/>
                    <a:pt x="1712" y="4962"/>
                  </a:cubicBezTo>
                  <a:cubicBezTo>
                    <a:pt x="400" y="10611"/>
                    <a:pt x="7998" y="17034"/>
                    <a:pt x="3362" y="21833"/>
                  </a:cubicBezTo>
                  <a:cubicBezTo>
                    <a:pt x="3274" y="21908"/>
                    <a:pt x="3412" y="22045"/>
                    <a:pt x="3487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34"/>
            <p:cNvSpPr/>
            <p:nvPr/>
          </p:nvSpPr>
          <p:spPr>
            <a:xfrm>
              <a:off x="762975" y="1465800"/>
              <a:ext cx="121550" cy="180925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1688" y="201"/>
                  </a:moveTo>
                  <a:cubicBezTo>
                    <a:pt x="3412" y="326"/>
                    <a:pt x="4424" y="2288"/>
                    <a:pt x="4224" y="3837"/>
                  </a:cubicBezTo>
                  <a:cubicBezTo>
                    <a:pt x="4024" y="5462"/>
                    <a:pt x="1725" y="7124"/>
                    <a:pt x="200" y="5724"/>
                  </a:cubicBezTo>
                  <a:cubicBezTo>
                    <a:pt x="125" y="5649"/>
                    <a:pt x="0" y="5774"/>
                    <a:pt x="88" y="5849"/>
                  </a:cubicBezTo>
                  <a:cubicBezTo>
                    <a:pt x="1338" y="7237"/>
                    <a:pt x="3874" y="5924"/>
                    <a:pt x="4324" y="4412"/>
                  </a:cubicBezTo>
                  <a:cubicBezTo>
                    <a:pt x="4862" y="2600"/>
                    <a:pt x="3700" y="151"/>
                    <a:pt x="1688" y="13"/>
                  </a:cubicBezTo>
                  <a:cubicBezTo>
                    <a:pt x="1563" y="1"/>
                    <a:pt x="1563" y="201"/>
                    <a:pt x="16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34"/>
            <p:cNvSpPr/>
            <p:nvPr/>
          </p:nvSpPr>
          <p:spPr>
            <a:xfrm>
              <a:off x="741425" y="1520175"/>
              <a:ext cx="77175" cy="73125"/>
            </a:xfrm>
            <a:custGeom>
              <a:avLst/>
              <a:gdLst/>
              <a:ahLst/>
              <a:cxnLst/>
              <a:rect l="l" t="t" r="r" b="b"/>
              <a:pathLst>
                <a:path w="3087" h="2925" extrusionOk="0">
                  <a:moveTo>
                    <a:pt x="625" y="2775"/>
                  </a:moveTo>
                  <a:cubicBezTo>
                    <a:pt x="250" y="2037"/>
                    <a:pt x="475" y="1138"/>
                    <a:pt x="1162" y="675"/>
                  </a:cubicBezTo>
                  <a:cubicBezTo>
                    <a:pt x="1900" y="188"/>
                    <a:pt x="2737" y="713"/>
                    <a:pt x="2874" y="1512"/>
                  </a:cubicBezTo>
                  <a:cubicBezTo>
                    <a:pt x="2899" y="1625"/>
                    <a:pt x="3087" y="1600"/>
                    <a:pt x="3074" y="1487"/>
                  </a:cubicBezTo>
                  <a:cubicBezTo>
                    <a:pt x="2987" y="613"/>
                    <a:pt x="2062" y="0"/>
                    <a:pt x="1237" y="388"/>
                  </a:cubicBezTo>
                  <a:cubicBezTo>
                    <a:pt x="350" y="800"/>
                    <a:pt x="0" y="2025"/>
                    <a:pt x="488" y="2850"/>
                  </a:cubicBezTo>
                  <a:cubicBezTo>
                    <a:pt x="538" y="2925"/>
                    <a:pt x="663" y="2862"/>
                    <a:pt x="625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34"/>
            <p:cNvSpPr/>
            <p:nvPr/>
          </p:nvSpPr>
          <p:spPr>
            <a:xfrm>
              <a:off x="812325" y="1566400"/>
              <a:ext cx="25" cy="350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34"/>
            <p:cNvSpPr/>
            <p:nvPr/>
          </p:nvSpPr>
          <p:spPr>
            <a:xfrm>
              <a:off x="633950" y="1373950"/>
              <a:ext cx="104050" cy="206550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175" y="8174"/>
                  </a:moveTo>
                  <a:cubicBezTo>
                    <a:pt x="463" y="6974"/>
                    <a:pt x="988" y="5862"/>
                    <a:pt x="1725" y="4887"/>
                  </a:cubicBezTo>
                  <a:cubicBezTo>
                    <a:pt x="2250" y="4187"/>
                    <a:pt x="2937" y="3525"/>
                    <a:pt x="3312" y="2700"/>
                  </a:cubicBezTo>
                  <a:cubicBezTo>
                    <a:pt x="3712" y="1788"/>
                    <a:pt x="3699" y="826"/>
                    <a:pt x="3025" y="76"/>
                  </a:cubicBezTo>
                  <a:cubicBezTo>
                    <a:pt x="2962" y="1"/>
                    <a:pt x="2837" y="88"/>
                    <a:pt x="2887" y="176"/>
                  </a:cubicBezTo>
                  <a:cubicBezTo>
                    <a:pt x="4162" y="2050"/>
                    <a:pt x="2400" y="3537"/>
                    <a:pt x="1387" y="4987"/>
                  </a:cubicBezTo>
                  <a:cubicBezTo>
                    <a:pt x="738" y="5937"/>
                    <a:pt x="275" y="6999"/>
                    <a:pt x="25" y="8124"/>
                  </a:cubicBezTo>
                  <a:cubicBezTo>
                    <a:pt x="0" y="8224"/>
                    <a:pt x="150" y="8261"/>
                    <a:pt x="188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34"/>
            <p:cNvSpPr/>
            <p:nvPr/>
          </p:nvSpPr>
          <p:spPr>
            <a:xfrm>
              <a:off x="638950" y="1634200"/>
              <a:ext cx="81550" cy="88450"/>
            </a:xfrm>
            <a:custGeom>
              <a:avLst/>
              <a:gdLst/>
              <a:ahLst/>
              <a:cxnLst/>
              <a:rect l="l" t="t" r="r" b="b"/>
              <a:pathLst>
                <a:path w="3262" h="3538" extrusionOk="0">
                  <a:moveTo>
                    <a:pt x="488" y="3387"/>
                  </a:moveTo>
                  <a:cubicBezTo>
                    <a:pt x="275" y="2413"/>
                    <a:pt x="175" y="1050"/>
                    <a:pt x="1187" y="438"/>
                  </a:cubicBezTo>
                  <a:cubicBezTo>
                    <a:pt x="1650" y="176"/>
                    <a:pt x="2250" y="263"/>
                    <a:pt x="2625" y="650"/>
                  </a:cubicBezTo>
                  <a:cubicBezTo>
                    <a:pt x="2937" y="975"/>
                    <a:pt x="3262" y="2300"/>
                    <a:pt x="2475" y="2388"/>
                  </a:cubicBezTo>
                  <a:cubicBezTo>
                    <a:pt x="2400" y="2388"/>
                    <a:pt x="2400" y="2525"/>
                    <a:pt x="2475" y="2512"/>
                  </a:cubicBezTo>
                  <a:cubicBezTo>
                    <a:pt x="3024" y="2462"/>
                    <a:pt x="3199" y="1788"/>
                    <a:pt x="3137" y="1313"/>
                  </a:cubicBezTo>
                  <a:cubicBezTo>
                    <a:pt x="3074" y="700"/>
                    <a:pt x="2600" y="201"/>
                    <a:pt x="1975" y="101"/>
                  </a:cubicBezTo>
                  <a:cubicBezTo>
                    <a:pt x="1337" y="1"/>
                    <a:pt x="825" y="363"/>
                    <a:pt x="500" y="900"/>
                  </a:cubicBezTo>
                  <a:cubicBezTo>
                    <a:pt x="0" y="1700"/>
                    <a:pt x="125" y="2562"/>
                    <a:pt x="325" y="3425"/>
                  </a:cubicBezTo>
                  <a:cubicBezTo>
                    <a:pt x="350" y="3537"/>
                    <a:pt x="525" y="3500"/>
                    <a:pt x="488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34"/>
            <p:cNvSpPr/>
            <p:nvPr/>
          </p:nvSpPr>
          <p:spPr>
            <a:xfrm>
              <a:off x="665200" y="1745425"/>
              <a:ext cx="44075" cy="33150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350" y="1175"/>
                  </a:moveTo>
                  <a:cubicBezTo>
                    <a:pt x="262" y="863"/>
                    <a:pt x="312" y="538"/>
                    <a:pt x="625" y="363"/>
                  </a:cubicBezTo>
                  <a:cubicBezTo>
                    <a:pt x="825" y="188"/>
                    <a:pt x="1037" y="238"/>
                    <a:pt x="1262" y="525"/>
                  </a:cubicBezTo>
                  <a:cubicBezTo>
                    <a:pt x="1312" y="650"/>
                    <a:pt x="1300" y="788"/>
                    <a:pt x="1225" y="900"/>
                  </a:cubicBezTo>
                  <a:cubicBezTo>
                    <a:pt x="1112" y="975"/>
                    <a:pt x="1212" y="1150"/>
                    <a:pt x="1325" y="1075"/>
                  </a:cubicBezTo>
                  <a:cubicBezTo>
                    <a:pt x="1762" y="813"/>
                    <a:pt x="1412" y="113"/>
                    <a:pt x="987" y="63"/>
                  </a:cubicBezTo>
                  <a:cubicBezTo>
                    <a:pt x="325" y="0"/>
                    <a:pt x="0" y="688"/>
                    <a:pt x="200" y="1225"/>
                  </a:cubicBezTo>
                  <a:cubicBezTo>
                    <a:pt x="237" y="1325"/>
                    <a:pt x="387" y="1288"/>
                    <a:pt x="3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34"/>
            <p:cNvSpPr/>
            <p:nvPr/>
          </p:nvSpPr>
          <p:spPr>
            <a:xfrm>
              <a:off x="685175" y="1354600"/>
              <a:ext cx="32200" cy="31875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838" y="825"/>
                  </a:moveTo>
                  <a:lnTo>
                    <a:pt x="838" y="825"/>
                  </a:lnTo>
                  <a:cubicBezTo>
                    <a:pt x="826" y="900"/>
                    <a:pt x="926" y="950"/>
                    <a:pt x="988" y="887"/>
                  </a:cubicBezTo>
                  <a:cubicBezTo>
                    <a:pt x="1288" y="475"/>
                    <a:pt x="663" y="0"/>
                    <a:pt x="326" y="412"/>
                  </a:cubicBezTo>
                  <a:cubicBezTo>
                    <a:pt x="1" y="825"/>
                    <a:pt x="563" y="1275"/>
                    <a:pt x="938" y="950"/>
                  </a:cubicBezTo>
                  <a:cubicBezTo>
                    <a:pt x="1001" y="887"/>
                    <a:pt x="913" y="775"/>
                    <a:pt x="838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34"/>
            <p:cNvSpPr/>
            <p:nvPr/>
          </p:nvSpPr>
          <p:spPr>
            <a:xfrm>
              <a:off x="668300" y="143050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1" y="3050"/>
                  </a:moveTo>
                  <a:cubicBezTo>
                    <a:pt x="1338" y="1688"/>
                    <a:pt x="2813" y="926"/>
                    <a:pt x="4437" y="176"/>
                  </a:cubicBezTo>
                  <a:cubicBezTo>
                    <a:pt x="4525" y="138"/>
                    <a:pt x="4462" y="1"/>
                    <a:pt x="4375" y="26"/>
                  </a:cubicBezTo>
                  <a:cubicBezTo>
                    <a:pt x="2663" y="538"/>
                    <a:pt x="1163" y="1550"/>
                    <a:pt x="51" y="2950"/>
                  </a:cubicBezTo>
                  <a:cubicBezTo>
                    <a:pt x="1" y="3012"/>
                    <a:pt x="88" y="3100"/>
                    <a:pt x="151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34"/>
            <p:cNvSpPr/>
            <p:nvPr/>
          </p:nvSpPr>
          <p:spPr>
            <a:xfrm>
              <a:off x="769525" y="1413950"/>
              <a:ext cx="32525" cy="3095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850"/>
                  </a:moveTo>
                  <a:cubicBezTo>
                    <a:pt x="751" y="1238"/>
                    <a:pt x="1301" y="700"/>
                    <a:pt x="926" y="350"/>
                  </a:cubicBezTo>
                  <a:cubicBezTo>
                    <a:pt x="551" y="0"/>
                    <a:pt x="1" y="638"/>
                    <a:pt x="451" y="888"/>
                  </a:cubicBezTo>
                  <a:cubicBezTo>
                    <a:pt x="538" y="925"/>
                    <a:pt x="626" y="813"/>
                    <a:pt x="563" y="738"/>
                  </a:cubicBezTo>
                  <a:lnTo>
                    <a:pt x="501" y="738"/>
                  </a:lnTo>
                  <a:cubicBezTo>
                    <a:pt x="426" y="675"/>
                    <a:pt x="326" y="775"/>
                    <a:pt x="3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34"/>
            <p:cNvSpPr/>
            <p:nvPr/>
          </p:nvSpPr>
          <p:spPr>
            <a:xfrm>
              <a:off x="786400" y="1462675"/>
              <a:ext cx="10025" cy="5975"/>
            </a:xfrm>
            <a:custGeom>
              <a:avLst/>
              <a:gdLst/>
              <a:ahLst/>
              <a:cxnLst/>
              <a:rect l="l" t="t" r="r" b="b"/>
              <a:pathLst>
                <a:path w="401" h="239" extrusionOk="0">
                  <a:moveTo>
                    <a:pt x="126" y="213"/>
                  </a:moveTo>
                  <a:cubicBezTo>
                    <a:pt x="188" y="213"/>
                    <a:pt x="238" y="213"/>
                    <a:pt x="301" y="226"/>
                  </a:cubicBezTo>
                  <a:cubicBezTo>
                    <a:pt x="388" y="238"/>
                    <a:pt x="401" y="113"/>
                    <a:pt x="338" y="76"/>
                  </a:cubicBezTo>
                  <a:cubicBezTo>
                    <a:pt x="276" y="26"/>
                    <a:pt x="201" y="1"/>
                    <a:pt x="126" y="13"/>
                  </a:cubicBezTo>
                  <a:cubicBezTo>
                    <a:pt x="1" y="13"/>
                    <a:pt x="1" y="201"/>
                    <a:pt x="126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34"/>
            <p:cNvSpPr/>
            <p:nvPr/>
          </p:nvSpPr>
          <p:spPr>
            <a:xfrm>
              <a:off x="756725" y="1594850"/>
              <a:ext cx="7200" cy="10000"/>
            </a:xfrm>
            <a:custGeom>
              <a:avLst/>
              <a:gdLst/>
              <a:ahLst/>
              <a:cxnLst/>
              <a:rect l="l" t="t" r="r" b="b"/>
              <a:pathLst>
                <a:path w="288" h="400" extrusionOk="0">
                  <a:moveTo>
                    <a:pt x="38" y="150"/>
                  </a:moveTo>
                  <a:cubicBezTo>
                    <a:pt x="63" y="237"/>
                    <a:pt x="101" y="312"/>
                    <a:pt x="176" y="362"/>
                  </a:cubicBezTo>
                  <a:cubicBezTo>
                    <a:pt x="213" y="400"/>
                    <a:pt x="288" y="362"/>
                    <a:pt x="275" y="300"/>
                  </a:cubicBezTo>
                  <a:cubicBezTo>
                    <a:pt x="263" y="225"/>
                    <a:pt x="238" y="150"/>
                    <a:pt x="188" y="88"/>
                  </a:cubicBezTo>
                  <a:cubicBezTo>
                    <a:pt x="151" y="0"/>
                    <a:pt x="1" y="63"/>
                    <a:pt x="38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34"/>
            <p:cNvSpPr/>
            <p:nvPr/>
          </p:nvSpPr>
          <p:spPr>
            <a:xfrm>
              <a:off x="627075" y="1453625"/>
              <a:ext cx="27825" cy="156850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188" y="6174"/>
                  </a:moveTo>
                  <a:cubicBezTo>
                    <a:pt x="250" y="4899"/>
                    <a:pt x="500" y="3675"/>
                    <a:pt x="775" y="2437"/>
                  </a:cubicBezTo>
                  <a:cubicBezTo>
                    <a:pt x="950" y="1625"/>
                    <a:pt x="1113" y="913"/>
                    <a:pt x="788" y="113"/>
                  </a:cubicBezTo>
                  <a:cubicBezTo>
                    <a:pt x="750" y="1"/>
                    <a:pt x="588" y="51"/>
                    <a:pt x="613" y="163"/>
                  </a:cubicBezTo>
                  <a:cubicBezTo>
                    <a:pt x="925" y="1338"/>
                    <a:pt x="488" y="2462"/>
                    <a:pt x="250" y="3625"/>
                  </a:cubicBezTo>
                  <a:cubicBezTo>
                    <a:pt x="75" y="4462"/>
                    <a:pt x="0" y="5312"/>
                    <a:pt x="0" y="6174"/>
                  </a:cubicBezTo>
                  <a:cubicBezTo>
                    <a:pt x="25" y="6274"/>
                    <a:pt x="175" y="6274"/>
                    <a:pt x="188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34"/>
            <p:cNvSpPr/>
            <p:nvPr/>
          </p:nvSpPr>
          <p:spPr>
            <a:xfrm>
              <a:off x="627075" y="1432375"/>
              <a:ext cx="30950" cy="33150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800" y="976"/>
                  </a:moveTo>
                  <a:cubicBezTo>
                    <a:pt x="1238" y="551"/>
                    <a:pt x="513" y="1"/>
                    <a:pt x="225" y="476"/>
                  </a:cubicBezTo>
                  <a:cubicBezTo>
                    <a:pt x="0" y="851"/>
                    <a:pt x="663" y="1325"/>
                    <a:pt x="813" y="851"/>
                  </a:cubicBezTo>
                  <a:cubicBezTo>
                    <a:pt x="825" y="763"/>
                    <a:pt x="725" y="701"/>
                    <a:pt x="650" y="763"/>
                  </a:cubicBezTo>
                  <a:cubicBezTo>
                    <a:pt x="663" y="801"/>
                    <a:pt x="675" y="838"/>
                    <a:pt x="688" y="876"/>
                  </a:cubicBezTo>
                  <a:cubicBezTo>
                    <a:pt x="638" y="963"/>
                    <a:pt x="738" y="1038"/>
                    <a:pt x="813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4"/>
            <p:cNvSpPr/>
            <p:nvPr/>
          </p:nvSpPr>
          <p:spPr>
            <a:xfrm>
              <a:off x="684550" y="1388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1" y="2650"/>
                  </a:moveTo>
                  <a:cubicBezTo>
                    <a:pt x="213" y="2012"/>
                    <a:pt x="263" y="975"/>
                    <a:pt x="451" y="188"/>
                  </a:cubicBezTo>
                  <a:cubicBezTo>
                    <a:pt x="488" y="63"/>
                    <a:pt x="326" y="0"/>
                    <a:pt x="251" y="113"/>
                  </a:cubicBezTo>
                  <a:cubicBezTo>
                    <a:pt x="1" y="525"/>
                    <a:pt x="26" y="1225"/>
                    <a:pt x="101" y="1687"/>
                  </a:cubicBezTo>
                  <a:cubicBezTo>
                    <a:pt x="151" y="2112"/>
                    <a:pt x="338" y="2500"/>
                    <a:pt x="638" y="2812"/>
                  </a:cubicBezTo>
                  <a:cubicBezTo>
                    <a:pt x="738" y="2912"/>
                    <a:pt x="901" y="2750"/>
                    <a:pt x="7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4"/>
            <p:cNvSpPr/>
            <p:nvPr/>
          </p:nvSpPr>
          <p:spPr>
            <a:xfrm>
              <a:off x="690175" y="1388950"/>
              <a:ext cx="23775" cy="70625"/>
            </a:xfrm>
            <a:custGeom>
              <a:avLst/>
              <a:gdLst/>
              <a:ahLst/>
              <a:cxnLst/>
              <a:rect l="l" t="t" r="r" b="b"/>
              <a:pathLst>
                <a:path w="951" h="2825" extrusionOk="0">
                  <a:moveTo>
                    <a:pt x="88" y="213"/>
                  </a:moveTo>
                  <a:cubicBezTo>
                    <a:pt x="763" y="763"/>
                    <a:pt x="501" y="1938"/>
                    <a:pt x="401" y="2650"/>
                  </a:cubicBezTo>
                  <a:cubicBezTo>
                    <a:pt x="376" y="2750"/>
                    <a:pt x="513" y="2825"/>
                    <a:pt x="576" y="2725"/>
                  </a:cubicBezTo>
                  <a:cubicBezTo>
                    <a:pt x="951" y="2013"/>
                    <a:pt x="888" y="588"/>
                    <a:pt x="201" y="63"/>
                  </a:cubicBezTo>
                  <a:cubicBezTo>
                    <a:pt x="113" y="1"/>
                    <a:pt x="1" y="138"/>
                    <a:pt x="88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4"/>
            <p:cNvSpPr/>
            <p:nvPr/>
          </p:nvSpPr>
          <p:spPr>
            <a:xfrm>
              <a:off x="642075" y="1541100"/>
              <a:ext cx="56875" cy="18150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113" y="500"/>
                  </a:moveTo>
                  <a:cubicBezTo>
                    <a:pt x="800" y="725"/>
                    <a:pt x="1537" y="638"/>
                    <a:pt x="2150" y="251"/>
                  </a:cubicBezTo>
                  <a:cubicBezTo>
                    <a:pt x="2275" y="188"/>
                    <a:pt x="2162" y="1"/>
                    <a:pt x="2037" y="63"/>
                  </a:cubicBezTo>
                  <a:cubicBezTo>
                    <a:pt x="1475" y="401"/>
                    <a:pt x="800" y="488"/>
                    <a:pt x="163" y="313"/>
                  </a:cubicBezTo>
                  <a:cubicBezTo>
                    <a:pt x="50" y="288"/>
                    <a:pt x="0" y="463"/>
                    <a:pt x="113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4"/>
            <p:cNvSpPr/>
            <p:nvPr/>
          </p:nvSpPr>
          <p:spPr>
            <a:xfrm>
              <a:off x="642375" y="1531100"/>
              <a:ext cx="55950" cy="20950"/>
            </a:xfrm>
            <a:custGeom>
              <a:avLst/>
              <a:gdLst/>
              <a:ahLst/>
              <a:cxnLst/>
              <a:rect l="l" t="t" r="r" b="b"/>
              <a:pathLst>
                <a:path w="2238" h="838" extrusionOk="0">
                  <a:moveTo>
                    <a:pt x="2113" y="438"/>
                  </a:moveTo>
                  <a:cubicBezTo>
                    <a:pt x="1763" y="313"/>
                    <a:pt x="1" y="1"/>
                    <a:pt x="113" y="776"/>
                  </a:cubicBezTo>
                  <a:cubicBezTo>
                    <a:pt x="126" y="813"/>
                    <a:pt x="176" y="838"/>
                    <a:pt x="213" y="826"/>
                  </a:cubicBezTo>
                  <a:cubicBezTo>
                    <a:pt x="463" y="738"/>
                    <a:pt x="626" y="588"/>
                    <a:pt x="913" y="538"/>
                  </a:cubicBezTo>
                  <a:cubicBezTo>
                    <a:pt x="1300" y="488"/>
                    <a:pt x="1688" y="526"/>
                    <a:pt x="2050" y="663"/>
                  </a:cubicBezTo>
                  <a:cubicBezTo>
                    <a:pt x="2188" y="701"/>
                    <a:pt x="2238" y="501"/>
                    <a:pt x="2113" y="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4"/>
            <p:cNvSpPr/>
            <p:nvPr/>
          </p:nvSpPr>
          <p:spPr>
            <a:xfrm>
              <a:off x="703625" y="1808525"/>
              <a:ext cx="26875" cy="82825"/>
            </a:xfrm>
            <a:custGeom>
              <a:avLst/>
              <a:gdLst/>
              <a:ahLst/>
              <a:cxnLst/>
              <a:rect l="l" t="t" r="r" b="b"/>
              <a:pathLst>
                <a:path w="1075" h="3313" extrusionOk="0">
                  <a:moveTo>
                    <a:pt x="350" y="3162"/>
                  </a:moveTo>
                  <a:cubicBezTo>
                    <a:pt x="288" y="2600"/>
                    <a:pt x="325" y="2038"/>
                    <a:pt x="462" y="1500"/>
                  </a:cubicBezTo>
                  <a:cubicBezTo>
                    <a:pt x="600" y="1013"/>
                    <a:pt x="887" y="613"/>
                    <a:pt x="1050" y="138"/>
                  </a:cubicBezTo>
                  <a:cubicBezTo>
                    <a:pt x="1075" y="63"/>
                    <a:pt x="962" y="1"/>
                    <a:pt x="912" y="63"/>
                  </a:cubicBezTo>
                  <a:cubicBezTo>
                    <a:pt x="138" y="813"/>
                    <a:pt x="0" y="2175"/>
                    <a:pt x="138" y="3187"/>
                  </a:cubicBezTo>
                  <a:cubicBezTo>
                    <a:pt x="163" y="3312"/>
                    <a:pt x="363" y="3287"/>
                    <a:pt x="350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4"/>
            <p:cNvSpPr/>
            <p:nvPr/>
          </p:nvSpPr>
          <p:spPr>
            <a:xfrm>
              <a:off x="708300" y="1808525"/>
              <a:ext cx="30950" cy="100950"/>
            </a:xfrm>
            <a:custGeom>
              <a:avLst/>
              <a:gdLst/>
              <a:ahLst/>
              <a:cxnLst/>
              <a:rect l="l" t="t" r="r" b="b"/>
              <a:pathLst>
                <a:path w="1238" h="4038" extrusionOk="0">
                  <a:moveTo>
                    <a:pt x="788" y="201"/>
                  </a:moveTo>
                  <a:cubicBezTo>
                    <a:pt x="900" y="876"/>
                    <a:pt x="1000" y="1575"/>
                    <a:pt x="850" y="2250"/>
                  </a:cubicBezTo>
                  <a:cubicBezTo>
                    <a:pt x="713" y="2800"/>
                    <a:pt x="400" y="3287"/>
                    <a:pt x="88" y="3762"/>
                  </a:cubicBezTo>
                  <a:cubicBezTo>
                    <a:pt x="1" y="3900"/>
                    <a:pt x="226" y="4037"/>
                    <a:pt x="313" y="3887"/>
                  </a:cubicBezTo>
                  <a:cubicBezTo>
                    <a:pt x="688" y="3325"/>
                    <a:pt x="1038" y="2738"/>
                    <a:pt x="1138" y="2050"/>
                  </a:cubicBezTo>
                  <a:cubicBezTo>
                    <a:pt x="1238" y="1425"/>
                    <a:pt x="1113" y="763"/>
                    <a:pt x="1000" y="138"/>
                  </a:cubicBezTo>
                  <a:cubicBezTo>
                    <a:pt x="975" y="1"/>
                    <a:pt x="763" y="63"/>
                    <a:pt x="7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4"/>
            <p:cNvSpPr/>
            <p:nvPr/>
          </p:nvSpPr>
          <p:spPr>
            <a:xfrm>
              <a:off x="887000" y="1496125"/>
              <a:ext cx="8475" cy="812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251" y="13"/>
                  </a:moveTo>
                  <a:cubicBezTo>
                    <a:pt x="163" y="0"/>
                    <a:pt x="76" y="38"/>
                    <a:pt x="38" y="113"/>
                  </a:cubicBezTo>
                  <a:cubicBezTo>
                    <a:pt x="13" y="125"/>
                    <a:pt x="1" y="163"/>
                    <a:pt x="13" y="188"/>
                  </a:cubicBezTo>
                  <a:cubicBezTo>
                    <a:pt x="26" y="213"/>
                    <a:pt x="26" y="250"/>
                    <a:pt x="38" y="275"/>
                  </a:cubicBezTo>
                  <a:cubicBezTo>
                    <a:pt x="51" y="300"/>
                    <a:pt x="113" y="325"/>
                    <a:pt x="138" y="288"/>
                  </a:cubicBezTo>
                  <a:lnTo>
                    <a:pt x="276" y="150"/>
                  </a:lnTo>
                  <a:cubicBezTo>
                    <a:pt x="338" y="125"/>
                    <a:pt x="338" y="0"/>
                    <a:pt x="25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4"/>
            <p:cNvSpPr/>
            <p:nvPr/>
          </p:nvSpPr>
          <p:spPr>
            <a:xfrm>
              <a:off x="893575" y="1496125"/>
              <a:ext cx="58750" cy="15000"/>
            </a:xfrm>
            <a:custGeom>
              <a:avLst/>
              <a:gdLst/>
              <a:ahLst/>
              <a:cxnLst/>
              <a:rect l="l" t="t" r="r" b="b"/>
              <a:pathLst>
                <a:path w="2350" h="600" extrusionOk="0">
                  <a:moveTo>
                    <a:pt x="50" y="125"/>
                  </a:moveTo>
                  <a:cubicBezTo>
                    <a:pt x="725" y="462"/>
                    <a:pt x="1525" y="600"/>
                    <a:pt x="2262" y="375"/>
                  </a:cubicBezTo>
                  <a:cubicBezTo>
                    <a:pt x="2350" y="350"/>
                    <a:pt x="2337" y="188"/>
                    <a:pt x="2237" y="200"/>
                  </a:cubicBezTo>
                  <a:cubicBezTo>
                    <a:pt x="1487" y="288"/>
                    <a:pt x="812" y="288"/>
                    <a:pt x="100" y="25"/>
                  </a:cubicBezTo>
                  <a:cubicBezTo>
                    <a:pt x="38" y="0"/>
                    <a:pt x="0" y="100"/>
                    <a:pt x="5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4"/>
            <p:cNvSpPr/>
            <p:nvPr/>
          </p:nvSpPr>
          <p:spPr>
            <a:xfrm>
              <a:off x="927000" y="1501125"/>
              <a:ext cx="25325" cy="17200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825" y="75"/>
                  </a:moveTo>
                  <a:cubicBezTo>
                    <a:pt x="613" y="337"/>
                    <a:pt x="375" y="412"/>
                    <a:pt x="75" y="525"/>
                  </a:cubicBezTo>
                  <a:cubicBezTo>
                    <a:pt x="0" y="562"/>
                    <a:pt x="0" y="687"/>
                    <a:pt x="100" y="675"/>
                  </a:cubicBezTo>
                  <a:cubicBezTo>
                    <a:pt x="450" y="662"/>
                    <a:pt x="763" y="475"/>
                    <a:pt x="963" y="187"/>
                  </a:cubicBezTo>
                  <a:cubicBezTo>
                    <a:pt x="1013" y="100"/>
                    <a:pt x="888" y="0"/>
                    <a:pt x="82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34"/>
            <p:cNvSpPr/>
            <p:nvPr/>
          </p:nvSpPr>
          <p:spPr>
            <a:xfrm>
              <a:off x="886700" y="1501125"/>
              <a:ext cx="26575" cy="55300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38" y="138"/>
                  </a:moveTo>
                  <a:cubicBezTo>
                    <a:pt x="213" y="437"/>
                    <a:pt x="363" y="750"/>
                    <a:pt x="488" y="1087"/>
                  </a:cubicBezTo>
                  <a:cubicBezTo>
                    <a:pt x="600" y="1437"/>
                    <a:pt x="525" y="1737"/>
                    <a:pt x="488" y="2099"/>
                  </a:cubicBezTo>
                  <a:cubicBezTo>
                    <a:pt x="475" y="2187"/>
                    <a:pt x="600" y="2212"/>
                    <a:pt x="638" y="2137"/>
                  </a:cubicBezTo>
                  <a:cubicBezTo>
                    <a:pt x="1062" y="1437"/>
                    <a:pt x="600" y="600"/>
                    <a:pt x="125" y="50"/>
                  </a:cubicBezTo>
                  <a:cubicBezTo>
                    <a:pt x="75" y="0"/>
                    <a:pt x="0" y="75"/>
                    <a:pt x="25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34"/>
            <p:cNvSpPr/>
            <p:nvPr/>
          </p:nvSpPr>
          <p:spPr>
            <a:xfrm>
              <a:off x="897000" y="1522975"/>
              <a:ext cx="17200" cy="34700"/>
            </a:xfrm>
            <a:custGeom>
              <a:avLst/>
              <a:gdLst/>
              <a:ahLst/>
              <a:cxnLst/>
              <a:rect l="l" t="t" r="r" b="b"/>
              <a:pathLst>
                <a:path w="688" h="1388" extrusionOk="0">
                  <a:moveTo>
                    <a:pt x="301" y="1263"/>
                  </a:moveTo>
                  <a:cubicBezTo>
                    <a:pt x="563" y="938"/>
                    <a:pt x="688" y="513"/>
                    <a:pt x="638" y="101"/>
                  </a:cubicBezTo>
                  <a:cubicBezTo>
                    <a:pt x="613" y="1"/>
                    <a:pt x="463" y="38"/>
                    <a:pt x="463" y="126"/>
                  </a:cubicBezTo>
                  <a:cubicBezTo>
                    <a:pt x="438" y="513"/>
                    <a:pt x="375" y="813"/>
                    <a:pt x="113" y="1101"/>
                  </a:cubicBezTo>
                  <a:cubicBezTo>
                    <a:pt x="1" y="1238"/>
                    <a:pt x="201" y="1388"/>
                    <a:pt x="301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4"/>
            <p:cNvSpPr/>
            <p:nvPr/>
          </p:nvSpPr>
          <p:spPr>
            <a:xfrm>
              <a:off x="907925" y="1521425"/>
              <a:ext cx="22850" cy="11275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126" y="213"/>
                  </a:moveTo>
                  <a:cubicBezTo>
                    <a:pt x="351" y="275"/>
                    <a:pt x="551" y="388"/>
                    <a:pt x="776" y="425"/>
                  </a:cubicBezTo>
                  <a:cubicBezTo>
                    <a:pt x="863" y="450"/>
                    <a:pt x="913" y="338"/>
                    <a:pt x="838" y="288"/>
                  </a:cubicBezTo>
                  <a:cubicBezTo>
                    <a:pt x="638" y="163"/>
                    <a:pt x="413" y="75"/>
                    <a:pt x="176" y="38"/>
                  </a:cubicBezTo>
                  <a:cubicBezTo>
                    <a:pt x="51" y="0"/>
                    <a:pt x="1" y="175"/>
                    <a:pt x="12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4"/>
            <p:cNvSpPr/>
            <p:nvPr/>
          </p:nvSpPr>
          <p:spPr>
            <a:xfrm>
              <a:off x="915425" y="1512975"/>
              <a:ext cx="16275" cy="19725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588" y="563"/>
                  </a:moveTo>
                  <a:cubicBezTo>
                    <a:pt x="501" y="376"/>
                    <a:pt x="376" y="201"/>
                    <a:pt x="213" y="63"/>
                  </a:cubicBezTo>
                  <a:cubicBezTo>
                    <a:pt x="138" y="1"/>
                    <a:pt x="1" y="88"/>
                    <a:pt x="63" y="176"/>
                  </a:cubicBezTo>
                  <a:cubicBezTo>
                    <a:pt x="176" y="351"/>
                    <a:pt x="288" y="501"/>
                    <a:pt x="401" y="663"/>
                  </a:cubicBezTo>
                  <a:cubicBezTo>
                    <a:pt x="476" y="788"/>
                    <a:pt x="651" y="688"/>
                    <a:pt x="588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4"/>
            <p:cNvSpPr/>
            <p:nvPr/>
          </p:nvSpPr>
          <p:spPr>
            <a:xfrm>
              <a:off x="917300" y="1513300"/>
              <a:ext cx="17225" cy="6900"/>
            </a:xfrm>
            <a:custGeom>
              <a:avLst/>
              <a:gdLst/>
              <a:ahLst/>
              <a:cxnLst/>
              <a:rect l="l" t="t" r="r" b="b"/>
              <a:pathLst>
                <a:path w="689" h="276" extrusionOk="0">
                  <a:moveTo>
                    <a:pt x="126" y="225"/>
                  </a:moveTo>
                  <a:cubicBezTo>
                    <a:pt x="288" y="275"/>
                    <a:pt x="463" y="250"/>
                    <a:pt x="613" y="163"/>
                  </a:cubicBezTo>
                  <a:cubicBezTo>
                    <a:pt x="688" y="113"/>
                    <a:pt x="626" y="0"/>
                    <a:pt x="551" y="25"/>
                  </a:cubicBezTo>
                  <a:lnTo>
                    <a:pt x="176" y="38"/>
                  </a:lnTo>
                  <a:cubicBezTo>
                    <a:pt x="51" y="13"/>
                    <a:pt x="1" y="188"/>
                    <a:pt x="126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4"/>
            <p:cNvSpPr/>
            <p:nvPr/>
          </p:nvSpPr>
          <p:spPr>
            <a:xfrm>
              <a:off x="926050" y="1528925"/>
              <a:ext cx="28775" cy="23450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501" y="163"/>
                  </a:moveTo>
                  <a:cubicBezTo>
                    <a:pt x="1" y="263"/>
                    <a:pt x="276" y="937"/>
                    <a:pt x="713" y="838"/>
                  </a:cubicBezTo>
                  <a:cubicBezTo>
                    <a:pt x="1150" y="750"/>
                    <a:pt x="1013" y="0"/>
                    <a:pt x="513" y="150"/>
                  </a:cubicBezTo>
                  <a:cubicBezTo>
                    <a:pt x="401" y="188"/>
                    <a:pt x="426" y="350"/>
                    <a:pt x="538" y="350"/>
                  </a:cubicBezTo>
                  <a:cubicBezTo>
                    <a:pt x="538" y="350"/>
                    <a:pt x="538" y="325"/>
                    <a:pt x="551" y="325"/>
                  </a:cubicBezTo>
                  <a:cubicBezTo>
                    <a:pt x="663" y="288"/>
                    <a:pt x="613" y="125"/>
                    <a:pt x="50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4"/>
            <p:cNvSpPr/>
            <p:nvPr/>
          </p:nvSpPr>
          <p:spPr>
            <a:xfrm>
              <a:off x="6209675" y="1202450"/>
              <a:ext cx="551125" cy="190275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25" y="2949"/>
                  </a:moveTo>
                  <a:cubicBezTo>
                    <a:pt x="5049" y="7611"/>
                    <a:pt x="11447" y="0"/>
                    <a:pt x="17096" y="1300"/>
                  </a:cubicBezTo>
                  <a:cubicBezTo>
                    <a:pt x="20083" y="2000"/>
                    <a:pt x="22045" y="4312"/>
                    <a:pt x="21945" y="7373"/>
                  </a:cubicBezTo>
                  <a:cubicBezTo>
                    <a:pt x="21932" y="7461"/>
                    <a:pt x="21820" y="7461"/>
                    <a:pt x="21807" y="7373"/>
                  </a:cubicBezTo>
                  <a:cubicBezTo>
                    <a:pt x="21532" y="1100"/>
                    <a:pt x="14534" y="887"/>
                    <a:pt x="10173" y="2724"/>
                  </a:cubicBezTo>
                  <a:cubicBezTo>
                    <a:pt x="8448" y="3449"/>
                    <a:pt x="6736" y="4437"/>
                    <a:pt x="4837" y="4661"/>
                  </a:cubicBezTo>
                  <a:cubicBezTo>
                    <a:pt x="2937" y="4886"/>
                    <a:pt x="1425" y="4387"/>
                    <a:pt x="88" y="3087"/>
                  </a:cubicBezTo>
                  <a:cubicBezTo>
                    <a:pt x="0" y="2999"/>
                    <a:pt x="125" y="2874"/>
                    <a:pt x="213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4"/>
            <p:cNvSpPr/>
            <p:nvPr/>
          </p:nvSpPr>
          <p:spPr>
            <a:xfrm>
              <a:off x="6575200" y="1369575"/>
              <a:ext cx="180925" cy="121575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7224" y="1688"/>
                  </a:moveTo>
                  <a:cubicBezTo>
                    <a:pt x="7086" y="3700"/>
                    <a:pt x="4624" y="4862"/>
                    <a:pt x="2825" y="4325"/>
                  </a:cubicBezTo>
                  <a:cubicBezTo>
                    <a:pt x="1313" y="3875"/>
                    <a:pt x="0" y="1338"/>
                    <a:pt x="1388" y="88"/>
                  </a:cubicBezTo>
                  <a:cubicBezTo>
                    <a:pt x="1463" y="1"/>
                    <a:pt x="1588" y="126"/>
                    <a:pt x="1500" y="201"/>
                  </a:cubicBezTo>
                  <a:cubicBezTo>
                    <a:pt x="113" y="1725"/>
                    <a:pt x="1775" y="4025"/>
                    <a:pt x="3400" y="4225"/>
                  </a:cubicBezTo>
                  <a:cubicBezTo>
                    <a:pt x="4949" y="4425"/>
                    <a:pt x="6911" y="3413"/>
                    <a:pt x="7024" y="1688"/>
                  </a:cubicBezTo>
                  <a:cubicBezTo>
                    <a:pt x="7036" y="1563"/>
                    <a:pt x="7236" y="1563"/>
                    <a:pt x="7224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4"/>
            <p:cNvSpPr/>
            <p:nvPr/>
          </p:nvSpPr>
          <p:spPr>
            <a:xfrm>
              <a:off x="6628300" y="1348025"/>
              <a:ext cx="73450" cy="77200"/>
            </a:xfrm>
            <a:custGeom>
              <a:avLst/>
              <a:gdLst/>
              <a:ahLst/>
              <a:cxnLst/>
              <a:rect l="l" t="t" r="r" b="b"/>
              <a:pathLst>
                <a:path w="2938" h="3088" extrusionOk="0">
                  <a:moveTo>
                    <a:pt x="88" y="488"/>
                  </a:moveTo>
                  <a:cubicBezTo>
                    <a:pt x="913" y="1"/>
                    <a:pt x="2138" y="351"/>
                    <a:pt x="2550" y="1238"/>
                  </a:cubicBezTo>
                  <a:cubicBezTo>
                    <a:pt x="2938" y="2063"/>
                    <a:pt x="2325" y="2987"/>
                    <a:pt x="1451" y="3075"/>
                  </a:cubicBezTo>
                  <a:cubicBezTo>
                    <a:pt x="1338" y="3087"/>
                    <a:pt x="1313" y="2900"/>
                    <a:pt x="1426" y="2887"/>
                  </a:cubicBezTo>
                  <a:cubicBezTo>
                    <a:pt x="2238" y="2737"/>
                    <a:pt x="2738" y="1913"/>
                    <a:pt x="2275" y="1163"/>
                  </a:cubicBezTo>
                  <a:cubicBezTo>
                    <a:pt x="1800" y="476"/>
                    <a:pt x="901" y="251"/>
                    <a:pt x="163" y="625"/>
                  </a:cubicBezTo>
                  <a:cubicBezTo>
                    <a:pt x="76" y="675"/>
                    <a:pt x="1" y="538"/>
                    <a:pt x="88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4"/>
            <p:cNvSpPr/>
            <p:nvPr/>
          </p:nvSpPr>
          <p:spPr>
            <a:xfrm>
              <a:off x="6655500" y="14189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4"/>
            <p:cNvSpPr/>
            <p:nvPr/>
          </p:nvSpPr>
          <p:spPr>
            <a:xfrm>
              <a:off x="6641425" y="1240875"/>
              <a:ext cx="206550" cy="104050"/>
            </a:xfrm>
            <a:custGeom>
              <a:avLst/>
              <a:gdLst/>
              <a:ahLst/>
              <a:cxnLst/>
              <a:rect l="l" t="t" r="r" b="b"/>
              <a:pathLst>
                <a:path w="8262" h="4162" extrusionOk="0">
                  <a:moveTo>
                    <a:pt x="138" y="25"/>
                  </a:moveTo>
                  <a:cubicBezTo>
                    <a:pt x="1263" y="263"/>
                    <a:pt x="2325" y="725"/>
                    <a:pt x="3275" y="1375"/>
                  </a:cubicBezTo>
                  <a:cubicBezTo>
                    <a:pt x="4725" y="2387"/>
                    <a:pt x="6199" y="4162"/>
                    <a:pt x="8086" y="2875"/>
                  </a:cubicBezTo>
                  <a:cubicBezTo>
                    <a:pt x="8161" y="2825"/>
                    <a:pt x="8261" y="2950"/>
                    <a:pt x="8186" y="3012"/>
                  </a:cubicBezTo>
                  <a:cubicBezTo>
                    <a:pt x="7436" y="3699"/>
                    <a:pt x="6487" y="3699"/>
                    <a:pt x="5562" y="3299"/>
                  </a:cubicBezTo>
                  <a:cubicBezTo>
                    <a:pt x="4887" y="2999"/>
                    <a:pt x="4362" y="2475"/>
                    <a:pt x="3787" y="2025"/>
                  </a:cubicBezTo>
                  <a:cubicBezTo>
                    <a:pt x="2713" y="1137"/>
                    <a:pt x="1450" y="500"/>
                    <a:pt x="88" y="175"/>
                  </a:cubicBezTo>
                  <a:cubicBezTo>
                    <a:pt x="1" y="150"/>
                    <a:pt x="38" y="0"/>
                    <a:pt x="13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4"/>
            <p:cNvSpPr/>
            <p:nvPr/>
          </p:nvSpPr>
          <p:spPr>
            <a:xfrm>
              <a:off x="6499275" y="1245875"/>
              <a:ext cx="88450" cy="80000"/>
            </a:xfrm>
            <a:custGeom>
              <a:avLst/>
              <a:gdLst/>
              <a:ahLst/>
              <a:cxnLst/>
              <a:rect l="l" t="t" r="r" b="b"/>
              <a:pathLst>
                <a:path w="3538" h="3200" extrusionOk="0">
                  <a:moveTo>
                    <a:pt x="101" y="313"/>
                  </a:moveTo>
                  <a:cubicBezTo>
                    <a:pt x="988" y="113"/>
                    <a:pt x="1838" y="0"/>
                    <a:pt x="2638" y="488"/>
                  </a:cubicBezTo>
                  <a:cubicBezTo>
                    <a:pt x="3175" y="813"/>
                    <a:pt x="3537" y="1325"/>
                    <a:pt x="3437" y="1975"/>
                  </a:cubicBezTo>
                  <a:cubicBezTo>
                    <a:pt x="3337" y="2587"/>
                    <a:pt x="2838" y="3062"/>
                    <a:pt x="2225" y="3137"/>
                  </a:cubicBezTo>
                  <a:cubicBezTo>
                    <a:pt x="1750" y="3187"/>
                    <a:pt x="1075" y="3024"/>
                    <a:pt x="1026" y="2475"/>
                  </a:cubicBezTo>
                  <a:cubicBezTo>
                    <a:pt x="1013" y="2387"/>
                    <a:pt x="1150" y="2387"/>
                    <a:pt x="1150" y="2475"/>
                  </a:cubicBezTo>
                  <a:cubicBezTo>
                    <a:pt x="1225" y="3199"/>
                    <a:pt x="2438" y="2937"/>
                    <a:pt x="2750" y="2712"/>
                  </a:cubicBezTo>
                  <a:cubicBezTo>
                    <a:pt x="3237" y="2362"/>
                    <a:pt x="3387" y="1700"/>
                    <a:pt x="3087" y="1175"/>
                  </a:cubicBezTo>
                  <a:cubicBezTo>
                    <a:pt x="2475" y="163"/>
                    <a:pt x="1125" y="263"/>
                    <a:pt x="151" y="488"/>
                  </a:cubicBezTo>
                  <a:cubicBezTo>
                    <a:pt x="38" y="513"/>
                    <a:pt x="1" y="338"/>
                    <a:pt x="101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34"/>
            <p:cNvSpPr/>
            <p:nvPr/>
          </p:nvSpPr>
          <p:spPr>
            <a:xfrm>
              <a:off x="6443675" y="1272100"/>
              <a:ext cx="33125" cy="43775"/>
            </a:xfrm>
            <a:custGeom>
              <a:avLst/>
              <a:gdLst/>
              <a:ahLst/>
              <a:cxnLst/>
              <a:rect l="l" t="t" r="r" b="b"/>
              <a:pathLst>
                <a:path w="1325" h="1751" extrusionOk="0">
                  <a:moveTo>
                    <a:pt x="88" y="188"/>
                  </a:moveTo>
                  <a:cubicBezTo>
                    <a:pt x="638" y="1"/>
                    <a:pt x="1325" y="326"/>
                    <a:pt x="1250" y="976"/>
                  </a:cubicBezTo>
                  <a:cubicBezTo>
                    <a:pt x="1200" y="1413"/>
                    <a:pt x="500" y="1750"/>
                    <a:pt x="238" y="1326"/>
                  </a:cubicBezTo>
                  <a:cubicBezTo>
                    <a:pt x="175" y="1213"/>
                    <a:pt x="350" y="1101"/>
                    <a:pt x="425" y="1213"/>
                  </a:cubicBezTo>
                  <a:cubicBezTo>
                    <a:pt x="538" y="1288"/>
                    <a:pt x="675" y="1301"/>
                    <a:pt x="800" y="1263"/>
                  </a:cubicBezTo>
                  <a:cubicBezTo>
                    <a:pt x="1075" y="1026"/>
                    <a:pt x="1125" y="813"/>
                    <a:pt x="950" y="613"/>
                  </a:cubicBezTo>
                  <a:cubicBezTo>
                    <a:pt x="788" y="301"/>
                    <a:pt x="450" y="263"/>
                    <a:pt x="138" y="351"/>
                  </a:cubicBezTo>
                  <a:cubicBezTo>
                    <a:pt x="38" y="376"/>
                    <a:pt x="0" y="226"/>
                    <a:pt x="10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34"/>
            <p:cNvSpPr/>
            <p:nvPr/>
          </p:nvSpPr>
          <p:spPr>
            <a:xfrm>
              <a:off x="6835450" y="1292100"/>
              <a:ext cx="31875" cy="31900"/>
            </a:xfrm>
            <a:custGeom>
              <a:avLst/>
              <a:gdLst/>
              <a:ahLst/>
              <a:cxnLst/>
              <a:rect l="l" t="t" r="r" b="b"/>
              <a:pathLst>
                <a:path w="1275" h="1276" extrusionOk="0">
                  <a:moveTo>
                    <a:pt x="325" y="925"/>
                  </a:moveTo>
                  <a:cubicBezTo>
                    <a:pt x="0" y="563"/>
                    <a:pt x="450" y="1"/>
                    <a:pt x="863" y="326"/>
                  </a:cubicBezTo>
                  <a:cubicBezTo>
                    <a:pt x="1275" y="651"/>
                    <a:pt x="800" y="1275"/>
                    <a:pt x="388" y="975"/>
                  </a:cubicBezTo>
                  <a:cubicBezTo>
                    <a:pt x="325" y="925"/>
                    <a:pt x="375" y="813"/>
                    <a:pt x="463" y="826"/>
                  </a:cubicBezTo>
                  <a:lnTo>
                    <a:pt x="463" y="826"/>
                  </a:lnTo>
                  <a:cubicBezTo>
                    <a:pt x="500" y="901"/>
                    <a:pt x="400" y="1000"/>
                    <a:pt x="338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4"/>
            <p:cNvSpPr/>
            <p:nvPr/>
          </p:nvSpPr>
          <p:spPr>
            <a:xfrm>
              <a:off x="6713600" y="1274925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63"/>
                  </a:moveTo>
                  <a:cubicBezTo>
                    <a:pt x="1550" y="1163"/>
                    <a:pt x="2575" y="2675"/>
                    <a:pt x="3087" y="4374"/>
                  </a:cubicBezTo>
                  <a:cubicBezTo>
                    <a:pt x="3112" y="4462"/>
                    <a:pt x="2975" y="4524"/>
                    <a:pt x="2925" y="4437"/>
                  </a:cubicBezTo>
                  <a:cubicBezTo>
                    <a:pt x="2175" y="2825"/>
                    <a:pt x="1413" y="1338"/>
                    <a:pt x="63" y="150"/>
                  </a:cubicBezTo>
                  <a:cubicBezTo>
                    <a:pt x="1" y="100"/>
                    <a:pt x="88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4"/>
            <p:cNvSpPr/>
            <p:nvPr/>
          </p:nvSpPr>
          <p:spPr>
            <a:xfrm>
              <a:off x="6777025" y="1376150"/>
              <a:ext cx="30650" cy="32525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500" y="500"/>
                  </a:moveTo>
                  <a:lnTo>
                    <a:pt x="500" y="563"/>
                  </a:lnTo>
                  <a:cubicBezTo>
                    <a:pt x="425" y="638"/>
                    <a:pt x="313" y="550"/>
                    <a:pt x="350" y="450"/>
                  </a:cubicBezTo>
                  <a:cubicBezTo>
                    <a:pt x="600" y="0"/>
                    <a:pt x="1225" y="550"/>
                    <a:pt x="888" y="925"/>
                  </a:cubicBezTo>
                  <a:cubicBezTo>
                    <a:pt x="550" y="1300"/>
                    <a:pt x="0" y="750"/>
                    <a:pt x="388" y="388"/>
                  </a:cubicBezTo>
                  <a:cubicBezTo>
                    <a:pt x="463" y="325"/>
                    <a:pt x="563" y="425"/>
                    <a:pt x="500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4"/>
            <p:cNvSpPr/>
            <p:nvPr/>
          </p:nvSpPr>
          <p:spPr>
            <a:xfrm>
              <a:off x="6753275" y="1393325"/>
              <a:ext cx="5650" cy="9725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213" y="126"/>
                  </a:moveTo>
                  <a:cubicBezTo>
                    <a:pt x="226" y="201"/>
                    <a:pt x="213" y="276"/>
                    <a:pt x="163" y="326"/>
                  </a:cubicBezTo>
                  <a:cubicBezTo>
                    <a:pt x="126" y="388"/>
                    <a:pt x="1" y="376"/>
                    <a:pt x="1" y="288"/>
                  </a:cubicBezTo>
                  <a:cubicBezTo>
                    <a:pt x="13" y="238"/>
                    <a:pt x="13" y="176"/>
                    <a:pt x="26" y="126"/>
                  </a:cubicBezTo>
                  <a:cubicBezTo>
                    <a:pt x="26" y="1"/>
                    <a:pt x="213" y="1"/>
                    <a:pt x="2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4"/>
            <p:cNvSpPr/>
            <p:nvPr/>
          </p:nvSpPr>
          <p:spPr>
            <a:xfrm>
              <a:off x="6617075" y="1363650"/>
              <a:ext cx="10000" cy="6900"/>
            </a:xfrm>
            <a:custGeom>
              <a:avLst/>
              <a:gdLst/>
              <a:ahLst/>
              <a:cxnLst/>
              <a:rect l="l" t="t" r="r" b="b"/>
              <a:pathLst>
                <a:path w="400" h="276" extrusionOk="0">
                  <a:moveTo>
                    <a:pt x="312" y="188"/>
                  </a:moveTo>
                  <a:cubicBezTo>
                    <a:pt x="250" y="225"/>
                    <a:pt x="175" y="250"/>
                    <a:pt x="100" y="263"/>
                  </a:cubicBezTo>
                  <a:cubicBezTo>
                    <a:pt x="38" y="275"/>
                    <a:pt x="0" y="213"/>
                    <a:pt x="38" y="163"/>
                  </a:cubicBezTo>
                  <a:cubicBezTo>
                    <a:pt x="88" y="100"/>
                    <a:pt x="163" y="50"/>
                    <a:pt x="250" y="25"/>
                  </a:cubicBezTo>
                  <a:cubicBezTo>
                    <a:pt x="337" y="0"/>
                    <a:pt x="400" y="138"/>
                    <a:pt x="312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4"/>
            <p:cNvSpPr/>
            <p:nvPr/>
          </p:nvSpPr>
          <p:spPr>
            <a:xfrm>
              <a:off x="6611450" y="1234000"/>
              <a:ext cx="156850" cy="27525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100" y="13"/>
                  </a:moveTo>
                  <a:cubicBezTo>
                    <a:pt x="950" y="0"/>
                    <a:pt x="1812" y="75"/>
                    <a:pt x="2649" y="250"/>
                  </a:cubicBezTo>
                  <a:cubicBezTo>
                    <a:pt x="3812" y="488"/>
                    <a:pt x="4924" y="925"/>
                    <a:pt x="6111" y="613"/>
                  </a:cubicBezTo>
                  <a:cubicBezTo>
                    <a:pt x="6223" y="575"/>
                    <a:pt x="6273" y="763"/>
                    <a:pt x="6161" y="788"/>
                  </a:cubicBezTo>
                  <a:cubicBezTo>
                    <a:pt x="5361" y="1100"/>
                    <a:pt x="4636" y="950"/>
                    <a:pt x="3824" y="775"/>
                  </a:cubicBezTo>
                  <a:cubicBezTo>
                    <a:pt x="2587" y="500"/>
                    <a:pt x="1375" y="250"/>
                    <a:pt x="100" y="188"/>
                  </a:cubicBezTo>
                  <a:cubicBezTo>
                    <a:pt x="0" y="175"/>
                    <a:pt x="0" y="25"/>
                    <a:pt x="100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4"/>
            <p:cNvSpPr/>
            <p:nvPr/>
          </p:nvSpPr>
          <p:spPr>
            <a:xfrm>
              <a:off x="6756400" y="1233675"/>
              <a:ext cx="33150" cy="30975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450" y="688"/>
                  </a:moveTo>
                  <a:lnTo>
                    <a:pt x="563" y="651"/>
                  </a:lnTo>
                  <a:cubicBezTo>
                    <a:pt x="625" y="726"/>
                    <a:pt x="563" y="826"/>
                    <a:pt x="475" y="813"/>
                  </a:cubicBezTo>
                  <a:cubicBezTo>
                    <a:pt x="1" y="651"/>
                    <a:pt x="475" y="1"/>
                    <a:pt x="863" y="226"/>
                  </a:cubicBezTo>
                  <a:cubicBezTo>
                    <a:pt x="1325" y="526"/>
                    <a:pt x="788" y="1238"/>
                    <a:pt x="350" y="801"/>
                  </a:cubicBezTo>
                  <a:cubicBezTo>
                    <a:pt x="301" y="738"/>
                    <a:pt x="375" y="638"/>
                    <a:pt x="450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4"/>
            <p:cNvSpPr/>
            <p:nvPr/>
          </p:nvSpPr>
          <p:spPr>
            <a:xfrm>
              <a:off x="6761100" y="1291175"/>
              <a:ext cx="72800" cy="22525"/>
            </a:xfrm>
            <a:custGeom>
              <a:avLst/>
              <a:gdLst/>
              <a:ahLst/>
              <a:cxnLst/>
              <a:rect l="l" t="t" r="r" b="b"/>
              <a:pathLst>
                <a:path w="2912" h="901" extrusionOk="0">
                  <a:moveTo>
                    <a:pt x="100" y="638"/>
                  </a:moveTo>
                  <a:cubicBezTo>
                    <a:pt x="412" y="338"/>
                    <a:pt x="800" y="150"/>
                    <a:pt x="1225" y="100"/>
                  </a:cubicBezTo>
                  <a:cubicBezTo>
                    <a:pt x="1700" y="38"/>
                    <a:pt x="2387" y="0"/>
                    <a:pt x="2799" y="263"/>
                  </a:cubicBezTo>
                  <a:cubicBezTo>
                    <a:pt x="2912" y="325"/>
                    <a:pt x="2837" y="488"/>
                    <a:pt x="2724" y="463"/>
                  </a:cubicBezTo>
                  <a:cubicBezTo>
                    <a:pt x="1937" y="263"/>
                    <a:pt x="900" y="213"/>
                    <a:pt x="262" y="800"/>
                  </a:cubicBezTo>
                  <a:cubicBezTo>
                    <a:pt x="150" y="900"/>
                    <a:pt x="0" y="738"/>
                    <a:pt x="1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4"/>
            <p:cNvSpPr/>
            <p:nvPr/>
          </p:nvSpPr>
          <p:spPr>
            <a:xfrm>
              <a:off x="6762650" y="1296800"/>
              <a:ext cx="70325" cy="23450"/>
            </a:xfrm>
            <a:custGeom>
              <a:avLst/>
              <a:gdLst/>
              <a:ahLst/>
              <a:cxnLst/>
              <a:rect l="l" t="t" r="r" b="b"/>
              <a:pathLst>
                <a:path w="2813" h="938" extrusionOk="0">
                  <a:moveTo>
                    <a:pt x="2750" y="200"/>
                  </a:moveTo>
                  <a:cubicBezTo>
                    <a:pt x="2237" y="887"/>
                    <a:pt x="800" y="937"/>
                    <a:pt x="100" y="575"/>
                  </a:cubicBezTo>
                  <a:cubicBezTo>
                    <a:pt x="1" y="513"/>
                    <a:pt x="75" y="375"/>
                    <a:pt x="175" y="388"/>
                  </a:cubicBezTo>
                  <a:cubicBezTo>
                    <a:pt x="888" y="500"/>
                    <a:pt x="2050" y="762"/>
                    <a:pt x="2600" y="88"/>
                  </a:cubicBezTo>
                  <a:cubicBezTo>
                    <a:pt x="2675" y="0"/>
                    <a:pt x="2812" y="113"/>
                    <a:pt x="2762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4"/>
            <p:cNvSpPr/>
            <p:nvPr/>
          </p:nvSpPr>
          <p:spPr>
            <a:xfrm>
              <a:off x="6662675" y="1249000"/>
              <a:ext cx="18150" cy="56875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413" y="163"/>
                  </a:moveTo>
                  <a:cubicBezTo>
                    <a:pt x="238" y="800"/>
                    <a:pt x="325" y="1475"/>
                    <a:pt x="650" y="2037"/>
                  </a:cubicBezTo>
                  <a:cubicBezTo>
                    <a:pt x="725" y="2162"/>
                    <a:pt x="538" y="2275"/>
                    <a:pt x="463" y="2150"/>
                  </a:cubicBezTo>
                  <a:cubicBezTo>
                    <a:pt x="88" y="1537"/>
                    <a:pt x="1" y="800"/>
                    <a:pt x="226" y="113"/>
                  </a:cubicBezTo>
                  <a:cubicBezTo>
                    <a:pt x="263" y="0"/>
                    <a:pt x="438" y="50"/>
                    <a:pt x="413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4"/>
            <p:cNvSpPr/>
            <p:nvPr/>
          </p:nvSpPr>
          <p:spPr>
            <a:xfrm>
              <a:off x="6669850" y="1250875"/>
              <a:ext cx="15975" cy="54375"/>
            </a:xfrm>
            <a:custGeom>
              <a:avLst/>
              <a:gdLst/>
              <a:ahLst/>
              <a:cxnLst/>
              <a:rect l="l" t="t" r="r" b="b"/>
              <a:pathLst>
                <a:path w="639" h="2175" extrusionOk="0">
                  <a:moveTo>
                    <a:pt x="176" y="1987"/>
                  </a:moveTo>
                  <a:cubicBezTo>
                    <a:pt x="313" y="1625"/>
                    <a:pt x="351" y="1225"/>
                    <a:pt x="301" y="850"/>
                  </a:cubicBezTo>
                  <a:cubicBezTo>
                    <a:pt x="251" y="563"/>
                    <a:pt x="101" y="388"/>
                    <a:pt x="13" y="150"/>
                  </a:cubicBezTo>
                  <a:cubicBezTo>
                    <a:pt x="1" y="100"/>
                    <a:pt x="26" y="63"/>
                    <a:pt x="63" y="50"/>
                  </a:cubicBezTo>
                  <a:cubicBezTo>
                    <a:pt x="363" y="0"/>
                    <a:pt x="463" y="325"/>
                    <a:pt x="526" y="563"/>
                  </a:cubicBezTo>
                  <a:cubicBezTo>
                    <a:pt x="638" y="1062"/>
                    <a:pt x="588" y="1575"/>
                    <a:pt x="401" y="2050"/>
                  </a:cubicBezTo>
                  <a:cubicBezTo>
                    <a:pt x="351" y="2175"/>
                    <a:pt x="138" y="2125"/>
                    <a:pt x="188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34"/>
            <p:cNvSpPr/>
            <p:nvPr/>
          </p:nvSpPr>
          <p:spPr>
            <a:xfrm>
              <a:off x="6330275" y="1310225"/>
              <a:ext cx="82800" cy="26900"/>
            </a:xfrm>
            <a:custGeom>
              <a:avLst/>
              <a:gdLst/>
              <a:ahLst/>
              <a:cxnLst/>
              <a:rect l="l" t="t" r="r" b="b"/>
              <a:pathLst>
                <a:path w="3312" h="1076" extrusionOk="0">
                  <a:moveTo>
                    <a:pt x="138" y="151"/>
                  </a:moveTo>
                  <a:cubicBezTo>
                    <a:pt x="1150" y="1"/>
                    <a:pt x="2512" y="151"/>
                    <a:pt x="3262" y="913"/>
                  </a:cubicBezTo>
                  <a:cubicBezTo>
                    <a:pt x="3312" y="963"/>
                    <a:pt x="3262" y="1075"/>
                    <a:pt x="3174" y="1050"/>
                  </a:cubicBezTo>
                  <a:cubicBezTo>
                    <a:pt x="2712" y="888"/>
                    <a:pt x="2299" y="600"/>
                    <a:pt x="1812" y="475"/>
                  </a:cubicBezTo>
                  <a:cubicBezTo>
                    <a:pt x="1275" y="338"/>
                    <a:pt x="712" y="300"/>
                    <a:pt x="150" y="363"/>
                  </a:cubicBezTo>
                  <a:cubicBezTo>
                    <a:pt x="38" y="375"/>
                    <a:pt x="0" y="163"/>
                    <a:pt x="12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34"/>
            <p:cNvSpPr/>
            <p:nvPr/>
          </p:nvSpPr>
          <p:spPr>
            <a:xfrm>
              <a:off x="6312450" y="1314900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900" y="1001"/>
                  </a:moveTo>
                  <a:cubicBezTo>
                    <a:pt x="3275" y="1113"/>
                    <a:pt x="2613" y="1238"/>
                    <a:pt x="1975" y="1151"/>
                  </a:cubicBezTo>
                  <a:cubicBezTo>
                    <a:pt x="1300" y="1038"/>
                    <a:pt x="713" y="688"/>
                    <a:pt x="151" y="313"/>
                  </a:cubicBezTo>
                  <a:cubicBezTo>
                    <a:pt x="1" y="226"/>
                    <a:pt x="138" y="1"/>
                    <a:pt x="276" y="88"/>
                  </a:cubicBezTo>
                  <a:cubicBezTo>
                    <a:pt x="751" y="401"/>
                    <a:pt x="1238" y="713"/>
                    <a:pt x="1788" y="851"/>
                  </a:cubicBezTo>
                  <a:cubicBezTo>
                    <a:pt x="2463" y="1013"/>
                    <a:pt x="3175" y="901"/>
                    <a:pt x="3837" y="788"/>
                  </a:cubicBezTo>
                  <a:cubicBezTo>
                    <a:pt x="3975" y="776"/>
                    <a:pt x="4025" y="976"/>
                    <a:pt x="3900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4"/>
            <p:cNvSpPr/>
            <p:nvPr/>
          </p:nvSpPr>
          <p:spPr>
            <a:xfrm>
              <a:off x="6814825" y="1460800"/>
              <a:ext cx="199975" cy="551150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4512" y="21958"/>
                  </a:moveTo>
                  <a:cubicBezTo>
                    <a:pt x="3200" y="20621"/>
                    <a:pt x="2700" y="19108"/>
                    <a:pt x="2925" y="17209"/>
                  </a:cubicBezTo>
                  <a:cubicBezTo>
                    <a:pt x="3087" y="15809"/>
                    <a:pt x="3712" y="14560"/>
                    <a:pt x="4249" y="13285"/>
                  </a:cubicBezTo>
                  <a:cubicBezTo>
                    <a:pt x="6124" y="8811"/>
                    <a:pt x="7998" y="576"/>
                    <a:pt x="213" y="238"/>
                  </a:cubicBezTo>
                  <a:cubicBezTo>
                    <a:pt x="138" y="238"/>
                    <a:pt x="138" y="113"/>
                    <a:pt x="213" y="101"/>
                  </a:cubicBezTo>
                  <a:cubicBezTo>
                    <a:pt x="3262" y="1"/>
                    <a:pt x="5599" y="1975"/>
                    <a:pt x="6286" y="4962"/>
                  </a:cubicBezTo>
                  <a:cubicBezTo>
                    <a:pt x="7598" y="10611"/>
                    <a:pt x="0" y="17034"/>
                    <a:pt x="4637" y="21833"/>
                  </a:cubicBezTo>
                  <a:cubicBezTo>
                    <a:pt x="4724" y="21908"/>
                    <a:pt x="4599" y="22045"/>
                    <a:pt x="4512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4"/>
            <p:cNvSpPr/>
            <p:nvPr/>
          </p:nvSpPr>
          <p:spPr>
            <a:xfrm>
              <a:off x="6715800" y="1465800"/>
              <a:ext cx="121550" cy="180925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3187" y="201"/>
                  </a:moveTo>
                  <a:cubicBezTo>
                    <a:pt x="1450" y="326"/>
                    <a:pt x="450" y="2288"/>
                    <a:pt x="637" y="3837"/>
                  </a:cubicBezTo>
                  <a:cubicBezTo>
                    <a:pt x="850" y="5462"/>
                    <a:pt x="3137" y="7124"/>
                    <a:pt x="4661" y="5724"/>
                  </a:cubicBezTo>
                  <a:cubicBezTo>
                    <a:pt x="4736" y="5649"/>
                    <a:pt x="4861" y="5774"/>
                    <a:pt x="4786" y="5849"/>
                  </a:cubicBezTo>
                  <a:cubicBezTo>
                    <a:pt x="3537" y="7237"/>
                    <a:pt x="987" y="5924"/>
                    <a:pt x="537" y="4412"/>
                  </a:cubicBezTo>
                  <a:cubicBezTo>
                    <a:pt x="0" y="2600"/>
                    <a:pt x="1162" y="151"/>
                    <a:pt x="3187" y="13"/>
                  </a:cubicBezTo>
                  <a:cubicBezTo>
                    <a:pt x="3312" y="1"/>
                    <a:pt x="3312" y="201"/>
                    <a:pt x="3187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4"/>
            <p:cNvSpPr/>
            <p:nvPr/>
          </p:nvSpPr>
          <p:spPr>
            <a:xfrm>
              <a:off x="6781700" y="1520175"/>
              <a:ext cx="77200" cy="73125"/>
            </a:xfrm>
            <a:custGeom>
              <a:avLst/>
              <a:gdLst/>
              <a:ahLst/>
              <a:cxnLst/>
              <a:rect l="l" t="t" r="r" b="b"/>
              <a:pathLst>
                <a:path w="3088" h="2925" extrusionOk="0">
                  <a:moveTo>
                    <a:pt x="2463" y="2775"/>
                  </a:moveTo>
                  <a:cubicBezTo>
                    <a:pt x="2838" y="2037"/>
                    <a:pt x="2613" y="1138"/>
                    <a:pt x="1925" y="675"/>
                  </a:cubicBezTo>
                  <a:cubicBezTo>
                    <a:pt x="1188" y="188"/>
                    <a:pt x="351" y="713"/>
                    <a:pt x="213" y="1512"/>
                  </a:cubicBezTo>
                  <a:cubicBezTo>
                    <a:pt x="188" y="1625"/>
                    <a:pt x="1" y="1600"/>
                    <a:pt x="13" y="1487"/>
                  </a:cubicBezTo>
                  <a:cubicBezTo>
                    <a:pt x="101" y="613"/>
                    <a:pt x="1026" y="0"/>
                    <a:pt x="1850" y="388"/>
                  </a:cubicBezTo>
                  <a:cubicBezTo>
                    <a:pt x="2738" y="800"/>
                    <a:pt x="3088" y="2025"/>
                    <a:pt x="2600" y="2850"/>
                  </a:cubicBezTo>
                  <a:cubicBezTo>
                    <a:pt x="2550" y="2925"/>
                    <a:pt x="2425" y="2862"/>
                    <a:pt x="2463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4"/>
            <p:cNvSpPr/>
            <p:nvPr/>
          </p:nvSpPr>
          <p:spPr>
            <a:xfrm>
              <a:off x="6787950" y="1566400"/>
              <a:ext cx="25" cy="350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4"/>
            <p:cNvSpPr/>
            <p:nvPr/>
          </p:nvSpPr>
          <p:spPr>
            <a:xfrm>
              <a:off x="6862300" y="1373950"/>
              <a:ext cx="104075" cy="206550"/>
            </a:xfrm>
            <a:custGeom>
              <a:avLst/>
              <a:gdLst/>
              <a:ahLst/>
              <a:cxnLst/>
              <a:rect l="l" t="t" r="r" b="b"/>
              <a:pathLst>
                <a:path w="4163" h="8262" extrusionOk="0">
                  <a:moveTo>
                    <a:pt x="3987" y="8174"/>
                  </a:moveTo>
                  <a:cubicBezTo>
                    <a:pt x="3700" y="6974"/>
                    <a:pt x="3175" y="5862"/>
                    <a:pt x="2438" y="4887"/>
                  </a:cubicBezTo>
                  <a:cubicBezTo>
                    <a:pt x="1913" y="4187"/>
                    <a:pt x="1226" y="3525"/>
                    <a:pt x="851" y="2700"/>
                  </a:cubicBezTo>
                  <a:cubicBezTo>
                    <a:pt x="451" y="1788"/>
                    <a:pt x="463" y="826"/>
                    <a:pt x="1138" y="76"/>
                  </a:cubicBezTo>
                  <a:cubicBezTo>
                    <a:pt x="1201" y="1"/>
                    <a:pt x="1338" y="88"/>
                    <a:pt x="1276" y="176"/>
                  </a:cubicBezTo>
                  <a:cubicBezTo>
                    <a:pt x="1" y="2050"/>
                    <a:pt x="1763" y="3537"/>
                    <a:pt x="2775" y="4987"/>
                  </a:cubicBezTo>
                  <a:cubicBezTo>
                    <a:pt x="3425" y="5937"/>
                    <a:pt x="3887" y="6999"/>
                    <a:pt x="4137" y="8124"/>
                  </a:cubicBezTo>
                  <a:cubicBezTo>
                    <a:pt x="4162" y="8224"/>
                    <a:pt x="4012" y="8261"/>
                    <a:pt x="3975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4"/>
            <p:cNvSpPr/>
            <p:nvPr/>
          </p:nvSpPr>
          <p:spPr>
            <a:xfrm>
              <a:off x="6879800" y="1634200"/>
              <a:ext cx="81575" cy="88450"/>
            </a:xfrm>
            <a:custGeom>
              <a:avLst/>
              <a:gdLst/>
              <a:ahLst/>
              <a:cxnLst/>
              <a:rect l="l" t="t" r="r" b="b"/>
              <a:pathLst>
                <a:path w="3263" h="3538" extrusionOk="0">
                  <a:moveTo>
                    <a:pt x="2775" y="3387"/>
                  </a:moveTo>
                  <a:cubicBezTo>
                    <a:pt x="2988" y="2413"/>
                    <a:pt x="3087" y="1050"/>
                    <a:pt x="2088" y="438"/>
                  </a:cubicBezTo>
                  <a:cubicBezTo>
                    <a:pt x="1613" y="176"/>
                    <a:pt x="1013" y="263"/>
                    <a:pt x="638" y="650"/>
                  </a:cubicBezTo>
                  <a:cubicBezTo>
                    <a:pt x="338" y="975"/>
                    <a:pt x="1" y="2300"/>
                    <a:pt x="788" y="2388"/>
                  </a:cubicBezTo>
                  <a:cubicBezTo>
                    <a:pt x="876" y="2388"/>
                    <a:pt x="876" y="2525"/>
                    <a:pt x="788" y="2512"/>
                  </a:cubicBezTo>
                  <a:cubicBezTo>
                    <a:pt x="251" y="2462"/>
                    <a:pt x="76" y="1788"/>
                    <a:pt x="126" y="1313"/>
                  </a:cubicBezTo>
                  <a:cubicBezTo>
                    <a:pt x="201" y="700"/>
                    <a:pt x="676" y="201"/>
                    <a:pt x="1288" y="101"/>
                  </a:cubicBezTo>
                  <a:cubicBezTo>
                    <a:pt x="1938" y="1"/>
                    <a:pt x="2450" y="363"/>
                    <a:pt x="2775" y="900"/>
                  </a:cubicBezTo>
                  <a:cubicBezTo>
                    <a:pt x="3262" y="1700"/>
                    <a:pt x="3150" y="2562"/>
                    <a:pt x="2950" y="3425"/>
                  </a:cubicBezTo>
                  <a:cubicBezTo>
                    <a:pt x="2925" y="3537"/>
                    <a:pt x="2750" y="3500"/>
                    <a:pt x="2775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4"/>
            <p:cNvSpPr/>
            <p:nvPr/>
          </p:nvSpPr>
          <p:spPr>
            <a:xfrm>
              <a:off x="6891050" y="1745425"/>
              <a:ext cx="44075" cy="33150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1413" y="1175"/>
                  </a:moveTo>
                  <a:cubicBezTo>
                    <a:pt x="1500" y="863"/>
                    <a:pt x="1450" y="538"/>
                    <a:pt x="1150" y="363"/>
                  </a:cubicBezTo>
                  <a:cubicBezTo>
                    <a:pt x="938" y="188"/>
                    <a:pt x="725" y="238"/>
                    <a:pt x="501" y="525"/>
                  </a:cubicBezTo>
                  <a:cubicBezTo>
                    <a:pt x="451" y="650"/>
                    <a:pt x="463" y="788"/>
                    <a:pt x="538" y="900"/>
                  </a:cubicBezTo>
                  <a:cubicBezTo>
                    <a:pt x="650" y="975"/>
                    <a:pt x="551" y="1150"/>
                    <a:pt x="438" y="1075"/>
                  </a:cubicBezTo>
                  <a:cubicBezTo>
                    <a:pt x="1" y="813"/>
                    <a:pt x="351" y="113"/>
                    <a:pt x="775" y="63"/>
                  </a:cubicBezTo>
                  <a:cubicBezTo>
                    <a:pt x="1438" y="0"/>
                    <a:pt x="1763" y="688"/>
                    <a:pt x="1563" y="1225"/>
                  </a:cubicBezTo>
                  <a:cubicBezTo>
                    <a:pt x="1525" y="1325"/>
                    <a:pt x="1375" y="1288"/>
                    <a:pt x="140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4"/>
            <p:cNvSpPr/>
            <p:nvPr/>
          </p:nvSpPr>
          <p:spPr>
            <a:xfrm>
              <a:off x="6882925" y="1354600"/>
              <a:ext cx="32200" cy="31875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463" y="825"/>
                  </a:moveTo>
                  <a:lnTo>
                    <a:pt x="463" y="825"/>
                  </a:lnTo>
                  <a:cubicBezTo>
                    <a:pt x="463" y="900"/>
                    <a:pt x="363" y="950"/>
                    <a:pt x="301" y="887"/>
                  </a:cubicBezTo>
                  <a:cubicBezTo>
                    <a:pt x="1" y="475"/>
                    <a:pt x="638" y="0"/>
                    <a:pt x="963" y="412"/>
                  </a:cubicBezTo>
                  <a:cubicBezTo>
                    <a:pt x="1288" y="825"/>
                    <a:pt x="726" y="1275"/>
                    <a:pt x="363" y="950"/>
                  </a:cubicBezTo>
                  <a:cubicBezTo>
                    <a:pt x="288" y="887"/>
                    <a:pt x="376" y="775"/>
                    <a:pt x="463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4"/>
            <p:cNvSpPr/>
            <p:nvPr/>
          </p:nvSpPr>
          <p:spPr>
            <a:xfrm>
              <a:off x="6819200" y="143050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4374" y="3050"/>
                  </a:moveTo>
                  <a:cubicBezTo>
                    <a:pt x="3187" y="1688"/>
                    <a:pt x="1700" y="926"/>
                    <a:pt x="88" y="176"/>
                  </a:cubicBezTo>
                  <a:cubicBezTo>
                    <a:pt x="0" y="138"/>
                    <a:pt x="63" y="1"/>
                    <a:pt x="150" y="26"/>
                  </a:cubicBezTo>
                  <a:cubicBezTo>
                    <a:pt x="1850" y="538"/>
                    <a:pt x="3362" y="1550"/>
                    <a:pt x="4462" y="2950"/>
                  </a:cubicBezTo>
                  <a:cubicBezTo>
                    <a:pt x="4524" y="3012"/>
                    <a:pt x="4424" y="3100"/>
                    <a:pt x="4374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4"/>
            <p:cNvSpPr/>
            <p:nvPr/>
          </p:nvSpPr>
          <p:spPr>
            <a:xfrm>
              <a:off x="6798275" y="1413950"/>
              <a:ext cx="32500" cy="3095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850"/>
                  </a:moveTo>
                  <a:cubicBezTo>
                    <a:pt x="550" y="1238"/>
                    <a:pt x="0" y="700"/>
                    <a:pt x="375" y="350"/>
                  </a:cubicBezTo>
                  <a:cubicBezTo>
                    <a:pt x="750" y="0"/>
                    <a:pt x="1300" y="638"/>
                    <a:pt x="850" y="888"/>
                  </a:cubicBezTo>
                  <a:cubicBezTo>
                    <a:pt x="762" y="925"/>
                    <a:pt x="675" y="813"/>
                    <a:pt x="737" y="738"/>
                  </a:cubicBezTo>
                  <a:lnTo>
                    <a:pt x="800" y="738"/>
                  </a:lnTo>
                  <a:cubicBezTo>
                    <a:pt x="875" y="675"/>
                    <a:pt x="975" y="775"/>
                    <a:pt x="912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34"/>
            <p:cNvSpPr/>
            <p:nvPr/>
          </p:nvSpPr>
          <p:spPr>
            <a:xfrm>
              <a:off x="6803900" y="1462675"/>
              <a:ext cx="10000" cy="5975"/>
            </a:xfrm>
            <a:custGeom>
              <a:avLst/>
              <a:gdLst/>
              <a:ahLst/>
              <a:cxnLst/>
              <a:rect l="l" t="t" r="r" b="b"/>
              <a:pathLst>
                <a:path w="400" h="239" extrusionOk="0">
                  <a:moveTo>
                    <a:pt x="275" y="213"/>
                  </a:moveTo>
                  <a:cubicBezTo>
                    <a:pt x="213" y="213"/>
                    <a:pt x="163" y="213"/>
                    <a:pt x="100" y="226"/>
                  </a:cubicBezTo>
                  <a:cubicBezTo>
                    <a:pt x="25" y="238"/>
                    <a:pt x="0" y="113"/>
                    <a:pt x="63" y="76"/>
                  </a:cubicBezTo>
                  <a:cubicBezTo>
                    <a:pt x="125" y="26"/>
                    <a:pt x="200" y="1"/>
                    <a:pt x="275" y="13"/>
                  </a:cubicBezTo>
                  <a:cubicBezTo>
                    <a:pt x="400" y="13"/>
                    <a:pt x="400" y="201"/>
                    <a:pt x="2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34"/>
            <p:cNvSpPr/>
            <p:nvPr/>
          </p:nvSpPr>
          <p:spPr>
            <a:xfrm>
              <a:off x="6836375" y="1594850"/>
              <a:ext cx="7225" cy="10000"/>
            </a:xfrm>
            <a:custGeom>
              <a:avLst/>
              <a:gdLst/>
              <a:ahLst/>
              <a:cxnLst/>
              <a:rect l="l" t="t" r="r" b="b"/>
              <a:pathLst>
                <a:path w="289" h="400" extrusionOk="0">
                  <a:moveTo>
                    <a:pt x="251" y="150"/>
                  </a:moveTo>
                  <a:cubicBezTo>
                    <a:pt x="226" y="237"/>
                    <a:pt x="176" y="312"/>
                    <a:pt x="113" y="362"/>
                  </a:cubicBezTo>
                  <a:cubicBezTo>
                    <a:pt x="76" y="400"/>
                    <a:pt x="1" y="362"/>
                    <a:pt x="13" y="300"/>
                  </a:cubicBezTo>
                  <a:cubicBezTo>
                    <a:pt x="26" y="225"/>
                    <a:pt x="51" y="150"/>
                    <a:pt x="101" y="88"/>
                  </a:cubicBezTo>
                  <a:cubicBezTo>
                    <a:pt x="138" y="0"/>
                    <a:pt x="288" y="63"/>
                    <a:pt x="251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4"/>
            <p:cNvSpPr/>
            <p:nvPr/>
          </p:nvSpPr>
          <p:spPr>
            <a:xfrm>
              <a:off x="6945425" y="1453625"/>
              <a:ext cx="27825" cy="156850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925" y="6174"/>
                  </a:moveTo>
                  <a:cubicBezTo>
                    <a:pt x="862" y="4899"/>
                    <a:pt x="612" y="3675"/>
                    <a:pt x="338" y="2437"/>
                  </a:cubicBezTo>
                  <a:cubicBezTo>
                    <a:pt x="163" y="1625"/>
                    <a:pt x="0" y="913"/>
                    <a:pt x="325" y="113"/>
                  </a:cubicBezTo>
                  <a:cubicBezTo>
                    <a:pt x="350" y="1"/>
                    <a:pt x="537" y="51"/>
                    <a:pt x="500" y="163"/>
                  </a:cubicBezTo>
                  <a:cubicBezTo>
                    <a:pt x="188" y="1338"/>
                    <a:pt x="637" y="2462"/>
                    <a:pt x="862" y="3625"/>
                  </a:cubicBezTo>
                  <a:cubicBezTo>
                    <a:pt x="1037" y="4462"/>
                    <a:pt x="1112" y="5312"/>
                    <a:pt x="1112" y="6174"/>
                  </a:cubicBezTo>
                  <a:cubicBezTo>
                    <a:pt x="1087" y="6274"/>
                    <a:pt x="937" y="6274"/>
                    <a:pt x="925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4"/>
            <p:cNvSpPr/>
            <p:nvPr/>
          </p:nvSpPr>
          <p:spPr>
            <a:xfrm>
              <a:off x="6942300" y="1432375"/>
              <a:ext cx="30950" cy="33150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438" y="976"/>
                  </a:moveTo>
                  <a:cubicBezTo>
                    <a:pt x="0" y="551"/>
                    <a:pt x="725" y="1"/>
                    <a:pt x="1012" y="476"/>
                  </a:cubicBezTo>
                  <a:cubicBezTo>
                    <a:pt x="1237" y="851"/>
                    <a:pt x="575" y="1325"/>
                    <a:pt x="425" y="851"/>
                  </a:cubicBezTo>
                  <a:cubicBezTo>
                    <a:pt x="413" y="763"/>
                    <a:pt x="512" y="701"/>
                    <a:pt x="587" y="763"/>
                  </a:cubicBezTo>
                  <a:cubicBezTo>
                    <a:pt x="575" y="801"/>
                    <a:pt x="562" y="838"/>
                    <a:pt x="550" y="876"/>
                  </a:cubicBezTo>
                  <a:cubicBezTo>
                    <a:pt x="600" y="963"/>
                    <a:pt x="500" y="1038"/>
                    <a:pt x="42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4"/>
            <p:cNvSpPr/>
            <p:nvPr/>
          </p:nvSpPr>
          <p:spPr>
            <a:xfrm>
              <a:off x="6893250" y="1388025"/>
              <a:ext cx="22500" cy="72800"/>
            </a:xfrm>
            <a:custGeom>
              <a:avLst/>
              <a:gdLst/>
              <a:ahLst/>
              <a:cxnLst/>
              <a:rect l="l" t="t" r="r" b="b"/>
              <a:pathLst>
                <a:path w="900" h="2912" extrusionOk="0">
                  <a:moveTo>
                    <a:pt x="100" y="2650"/>
                  </a:moveTo>
                  <a:cubicBezTo>
                    <a:pt x="687" y="2012"/>
                    <a:pt x="637" y="975"/>
                    <a:pt x="450" y="188"/>
                  </a:cubicBezTo>
                  <a:cubicBezTo>
                    <a:pt x="413" y="63"/>
                    <a:pt x="575" y="0"/>
                    <a:pt x="650" y="113"/>
                  </a:cubicBezTo>
                  <a:cubicBezTo>
                    <a:pt x="900" y="525"/>
                    <a:pt x="875" y="1225"/>
                    <a:pt x="800" y="1687"/>
                  </a:cubicBezTo>
                  <a:cubicBezTo>
                    <a:pt x="750" y="2112"/>
                    <a:pt x="562" y="2500"/>
                    <a:pt x="263" y="2812"/>
                  </a:cubicBezTo>
                  <a:cubicBezTo>
                    <a:pt x="163" y="2912"/>
                    <a:pt x="0" y="2750"/>
                    <a:pt x="113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4"/>
            <p:cNvSpPr/>
            <p:nvPr/>
          </p:nvSpPr>
          <p:spPr>
            <a:xfrm>
              <a:off x="6886375" y="1388950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75" y="213"/>
                  </a:moveTo>
                  <a:cubicBezTo>
                    <a:pt x="188" y="763"/>
                    <a:pt x="450" y="1938"/>
                    <a:pt x="563" y="2650"/>
                  </a:cubicBezTo>
                  <a:cubicBezTo>
                    <a:pt x="575" y="2750"/>
                    <a:pt x="438" y="2825"/>
                    <a:pt x="375" y="2725"/>
                  </a:cubicBezTo>
                  <a:cubicBezTo>
                    <a:pt x="0" y="2013"/>
                    <a:pt x="63" y="588"/>
                    <a:pt x="750" y="63"/>
                  </a:cubicBezTo>
                  <a:cubicBezTo>
                    <a:pt x="825" y="1"/>
                    <a:pt x="937" y="138"/>
                    <a:pt x="862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4"/>
            <p:cNvSpPr/>
            <p:nvPr/>
          </p:nvSpPr>
          <p:spPr>
            <a:xfrm>
              <a:off x="6901375" y="1541100"/>
              <a:ext cx="56875" cy="18150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2149" y="500"/>
                  </a:moveTo>
                  <a:cubicBezTo>
                    <a:pt x="1475" y="725"/>
                    <a:pt x="725" y="638"/>
                    <a:pt x="125" y="251"/>
                  </a:cubicBezTo>
                  <a:cubicBezTo>
                    <a:pt x="0" y="188"/>
                    <a:pt x="113" y="1"/>
                    <a:pt x="237" y="63"/>
                  </a:cubicBezTo>
                  <a:cubicBezTo>
                    <a:pt x="800" y="401"/>
                    <a:pt x="1475" y="488"/>
                    <a:pt x="2112" y="313"/>
                  </a:cubicBezTo>
                  <a:cubicBezTo>
                    <a:pt x="2224" y="288"/>
                    <a:pt x="2274" y="463"/>
                    <a:pt x="2149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4"/>
            <p:cNvSpPr/>
            <p:nvPr/>
          </p:nvSpPr>
          <p:spPr>
            <a:xfrm>
              <a:off x="6901675" y="1530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38" y="450"/>
                  </a:moveTo>
                  <a:cubicBezTo>
                    <a:pt x="488" y="313"/>
                    <a:pt x="2250" y="0"/>
                    <a:pt x="2137" y="788"/>
                  </a:cubicBezTo>
                  <a:cubicBezTo>
                    <a:pt x="2125" y="825"/>
                    <a:pt x="2075" y="850"/>
                    <a:pt x="2038" y="838"/>
                  </a:cubicBezTo>
                  <a:cubicBezTo>
                    <a:pt x="1788" y="738"/>
                    <a:pt x="1613" y="600"/>
                    <a:pt x="1338" y="550"/>
                  </a:cubicBezTo>
                  <a:cubicBezTo>
                    <a:pt x="950" y="488"/>
                    <a:pt x="563" y="538"/>
                    <a:pt x="188" y="663"/>
                  </a:cubicBezTo>
                  <a:cubicBezTo>
                    <a:pt x="63" y="713"/>
                    <a:pt x="1" y="513"/>
                    <a:pt x="1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4"/>
            <p:cNvSpPr/>
            <p:nvPr/>
          </p:nvSpPr>
          <p:spPr>
            <a:xfrm>
              <a:off x="6869800" y="1808525"/>
              <a:ext cx="26900" cy="82825"/>
            </a:xfrm>
            <a:custGeom>
              <a:avLst/>
              <a:gdLst/>
              <a:ahLst/>
              <a:cxnLst/>
              <a:rect l="l" t="t" r="r" b="b"/>
              <a:pathLst>
                <a:path w="1076" h="3313" extrusionOk="0">
                  <a:moveTo>
                    <a:pt x="726" y="3162"/>
                  </a:moveTo>
                  <a:cubicBezTo>
                    <a:pt x="788" y="2600"/>
                    <a:pt x="751" y="2038"/>
                    <a:pt x="613" y="1500"/>
                  </a:cubicBezTo>
                  <a:cubicBezTo>
                    <a:pt x="476" y="1013"/>
                    <a:pt x="188" y="613"/>
                    <a:pt x="38" y="138"/>
                  </a:cubicBezTo>
                  <a:cubicBezTo>
                    <a:pt x="1" y="63"/>
                    <a:pt x="113" y="1"/>
                    <a:pt x="176" y="63"/>
                  </a:cubicBezTo>
                  <a:cubicBezTo>
                    <a:pt x="951" y="813"/>
                    <a:pt x="1076" y="2175"/>
                    <a:pt x="938" y="3187"/>
                  </a:cubicBezTo>
                  <a:cubicBezTo>
                    <a:pt x="913" y="3312"/>
                    <a:pt x="713" y="3287"/>
                    <a:pt x="726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4"/>
            <p:cNvSpPr/>
            <p:nvPr/>
          </p:nvSpPr>
          <p:spPr>
            <a:xfrm>
              <a:off x="6861050" y="1808525"/>
              <a:ext cx="30975" cy="100950"/>
            </a:xfrm>
            <a:custGeom>
              <a:avLst/>
              <a:gdLst/>
              <a:ahLst/>
              <a:cxnLst/>
              <a:rect l="l" t="t" r="r" b="b"/>
              <a:pathLst>
                <a:path w="1239" h="4038" extrusionOk="0">
                  <a:moveTo>
                    <a:pt x="451" y="201"/>
                  </a:moveTo>
                  <a:cubicBezTo>
                    <a:pt x="351" y="876"/>
                    <a:pt x="238" y="1575"/>
                    <a:pt x="401" y="2250"/>
                  </a:cubicBezTo>
                  <a:cubicBezTo>
                    <a:pt x="526" y="2800"/>
                    <a:pt x="838" y="3287"/>
                    <a:pt x="1151" y="3762"/>
                  </a:cubicBezTo>
                  <a:cubicBezTo>
                    <a:pt x="1238" y="3900"/>
                    <a:pt x="1013" y="4037"/>
                    <a:pt x="926" y="3887"/>
                  </a:cubicBezTo>
                  <a:cubicBezTo>
                    <a:pt x="551" y="3325"/>
                    <a:pt x="201" y="2738"/>
                    <a:pt x="101" y="2050"/>
                  </a:cubicBezTo>
                  <a:cubicBezTo>
                    <a:pt x="1" y="1425"/>
                    <a:pt x="126" y="763"/>
                    <a:pt x="251" y="138"/>
                  </a:cubicBezTo>
                  <a:cubicBezTo>
                    <a:pt x="276" y="1"/>
                    <a:pt x="476" y="63"/>
                    <a:pt x="451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4"/>
            <p:cNvSpPr/>
            <p:nvPr/>
          </p:nvSpPr>
          <p:spPr>
            <a:xfrm>
              <a:off x="6704850" y="1496125"/>
              <a:ext cx="8475" cy="812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88" y="13"/>
                  </a:moveTo>
                  <a:cubicBezTo>
                    <a:pt x="176" y="0"/>
                    <a:pt x="263" y="38"/>
                    <a:pt x="301" y="113"/>
                  </a:cubicBezTo>
                  <a:cubicBezTo>
                    <a:pt x="326" y="125"/>
                    <a:pt x="338" y="163"/>
                    <a:pt x="326" y="188"/>
                  </a:cubicBezTo>
                  <a:lnTo>
                    <a:pt x="301" y="275"/>
                  </a:lnTo>
                  <a:cubicBezTo>
                    <a:pt x="288" y="313"/>
                    <a:pt x="226" y="325"/>
                    <a:pt x="213" y="288"/>
                  </a:cubicBezTo>
                  <a:lnTo>
                    <a:pt x="76" y="150"/>
                  </a:lnTo>
                  <a:cubicBezTo>
                    <a:pt x="1" y="125"/>
                    <a:pt x="13" y="0"/>
                    <a:pt x="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4"/>
            <p:cNvSpPr/>
            <p:nvPr/>
          </p:nvSpPr>
          <p:spPr>
            <a:xfrm>
              <a:off x="6648000" y="1496125"/>
              <a:ext cx="59075" cy="15000"/>
            </a:xfrm>
            <a:custGeom>
              <a:avLst/>
              <a:gdLst/>
              <a:ahLst/>
              <a:cxnLst/>
              <a:rect l="l" t="t" r="r" b="b"/>
              <a:pathLst>
                <a:path w="2363" h="600" extrusionOk="0">
                  <a:moveTo>
                    <a:pt x="2300" y="125"/>
                  </a:moveTo>
                  <a:cubicBezTo>
                    <a:pt x="1625" y="462"/>
                    <a:pt x="825" y="600"/>
                    <a:pt x="100" y="375"/>
                  </a:cubicBezTo>
                  <a:cubicBezTo>
                    <a:pt x="0" y="350"/>
                    <a:pt x="13" y="188"/>
                    <a:pt x="125" y="200"/>
                  </a:cubicBezTo>
                  <a:cubicBezTo>
                    <a:pt x="862" y="288"/>
                    <a:pt x="1537" y="288"/>
                    <a:pt x="2262" y="25"/>
                  </a:cubicBezTo>
                  <a:cubicBezTo>
                    <a:pt x="2325" y="0"/>
                    <a:pt x="2362" y="88"/>
                    <a:pt x="2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34"/>
            <p:cNvSpPr/>
            <p:nvPr/>
          </p:nvSpPr>
          <p:spPr>
            <a:xfrm>
              <a:off x="6648000" y="1501125"/>
              <a:ext cx="25325" cy="17200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188" y="75"/>
                  </a:moveTo>
                  <a:cubicBezTo>
                    <a:pt x="400" y="337"/>
                    <a:pt x="638" y="412"/>
                    <a:pt x="937" y="525"/>
                  </a:cubicBezTo>
                  <a:cubicBezTo>
                    <a:pt x="1012" y="562"/>
                    <a:pt x="1012" y="687"/>
                    <a:pt x="925" y="675"/>
                  </a:cubicBezTo>
                  <a:cubicBezTo>
                    <a:pt x="563" y="662"/>
                    <a:pt x="250" y="475"/>
                    <a:pt x="63" y="187"/>
                  </a:cubicBezTo>
                  <a:cubicBezTo>
                    <a:pt x="0" y="100"/>
                    <a:pt x="125" y="0"/>
                    <a:pt x="18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34"/>
            <p:cNvSpPr/>
            <p:nvPr/>
          </p:nvSpPr>
          <p:spPr>
            <a:xfrm>
              <a:off x="6687050" y="1501125"/>
              <a:ext cx="26575" cy="55300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1025" y="138"/>
                  </a:moveTo>
                  <a:cubicBezTo>
                    <a:pt x="850" y="437"/>
                    <a:pt x="700" y="750"/>
                    <a:pt x="575" y="1087"/>
                  </a:cubicBezTo>
                  <a:cubicBezTo>
                    <a:pt x="475" y="1437"/>
                    <a:pt x="538" y="1737"/>
                    <a:pt x="575" y="2099"/>
                  </a:cubicBezTo>
                  <a:cubicBezTo>
                    <a:pt x="588" y="2187"/>
                    <a:pt x="463" y="2212"/>
                    <a:pt x="425" y="2137"/>
                  </a:cubicBezTo>
                  <a:cubicBezTo>
                    <a:pt x="0" y="1437"/>
                    <a:pt x="475" y="600"/>
                    <a:pt x="938" y="50"/>
                  </a:cubicBezTo>
                  <a:cubicBezTo>
                    <a:pt x="988" y="0"/>
                    <a:pt x="1063" y="75"/>
                    <a:pt x="1038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4"/>
            <p:cNvSpPr/>
            <p:nvPr/>
          </p:nvSpPr>
          <p:spPr>
            <a:xfrm>
              <a:off x="6686100" y="1522975"/>
              <a:ext cx="17225" cy="34700"/>
            </a:xfrm>
            <a:custGeom>
              <a:avLst/>
              <a:gdLst/>
              <a:ahLst/>
              <a:cxnLst/>
              <a:rect l="l" t="t" r="r" b="b"/>
              <a:pathLst>
                <a:path w="689" h="1388" extrusionOk="0">
                  <a:moveTo>
                    <a:pt x="388" y="1263"/>
                  </a:moveTo>
                  <a:cubicBezTo>
                    <a:pt x="126" y="938"/>
                    <a:pt x="1" y="513"/>
                    <a:pt x="63" y="101"/>
                  </a:cubicBezTo>
                  <a:cubicBezTo>
                    <a:pt x="76" y="1"/>
                    <a:pt x="226" y="38"/>
                    <a:pt x="226" y="126"/>
                  </a:cubicBezTo>
                  <a:cubicBezTo>
                    <a:pt x="251" y="513"/>
                    <a:pt x="313" y="813"/>
                    <a:pt x="576" y="1101"/>
                  </a:cubicBezTo>
                  <a:cubicBezTo>
                    <a:pt x="688" y="1238"/>
                    <a:pt x="488" y="1388"/>
                    <a:pt x="388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4"/>
            <p:cNvSpPr/>
            <p:nvPr/>
          </p:nvSpPr>
          <p:spPr>
            <a:xfrm>
              <a:off x="6669850" y="1521425"/>
              <a:ext cx="22525" cy="11275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776" y="213"/>
                  </a:moveTo>
                  <a:cubicBezTo>
                    <a:pt x="563" y="275"/>
                    <a:pt x="351" y="388"/>
                    <a:pt x="126" y="425"/>
                  </a:cubicBezTo>
                  <a:cubicBezTo>
                    <a:pt x="51" y="450"/>
                    <a:pt x="1" y="338"/>
                    <a:pt x="63" y="288"/>
                  </a:cubicBezTo>
                  <a:cubicBezTo>
                    <a:pt x="263" y="163"/>
                    <a:pt x="488" y="75"/>
                    <a:pt x="726" y="38"/>
                  </a:cubicBezTo>
                  <a:cubicBezTo>
                    <a:pt x="851" y="0"/>
                    <a:pt x="901" y="175"/>
                    <a:pt x="77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4"/>
            <p:cNvSpPr/>
            <p:nvPr/>
          </p:nvSpPr>
          <p:spPr>
            <a:xfrm>
              <a:off x="6668925" y="1512975"/>
              <a:ext cx="15650" cy="19100"/>
            </a:xfrm>
            <a:custGeom>
              <a:avLst/>
              <a:gdLst/>
              <a:ahLst/>
              <a:cxnLst/>
              <a:rect l="l" t="t" r="r" b="b"/>
              <a:pathLst>
                <a:path w="626" h="764" extrusionOk="0">
                  <a:moveTo>
                    <a:pt x="50" y="563"/>
                  </a:moveTo>
                  <a:cubicBezTo>
                    <a:pt x="138" y="376"/>
                    <a:pt x="263" y="201"/>
                    <a:pt x="425" y="63"/>
                  </a:cubicBezTo>
                  <a:cubicBezTo>
                    <a:pt x="500" y="1"/>
                    <a:pt x="625" y="88"/>
                    <a:pt x="575" y="176"/>
                  </a:cubicBezTo>
                  <a:cubicBezTo>
                    <a:pt x="463" y="351"/>
                    <a:pt x="338" y="501"/>
                    <a:pt x="238" y="663"/>
                  </a:cubicBezTo>
                  <a:cubicBezTo>
                    <a:pt x="163" y="763"/>
                    <a:pt x="1" y="676"/>
                    <a:pt x="50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4"/>
            <p:cNvSpPr/>
            <p:nvPr/>
          </p:nvSpPr>
          <p:spPr>
            <a:xfrm>
              <a:off x="6665800" y="151330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5" y="225"/>
                  </a:moveTo>
                  <a:cubicBezTo>
                    <a:pt x="400" y="275"/>
                    <a:pt x="225" y="250"/>
                    <a:pt x="76" y="163"/>
                  </a:cubicBezTo>
                  <a:cubicBezTo>
                    <a:pt x="1" y="113"/>
                    <a:pt x="63" y="0"/>
                    <a:pt x="138" y="25"/>
                  </a:cubicBezTo>
                  <a:lnTo>
                    <a:pt x="513" y="38"/>
                  </a:lnTo>
                  <a:cubicBezTo>
                    <a:pt x="638" y="13"/>
                    <a:pt x="700" y="188"/>
                    <a:pt x="575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4"/>
            <p:cNvSpPr/>
            <p:nvPr/>
          </p:nvSpPr>
          <p:spPr>
            <a:xfrm>
              <a:off x="6645800" y="1528925"/>
              <a:ext cx="28775" cy="23450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638" y="163"/>
                  </a:moveTo>
                  <a:cubicBezTo>
                    <a:pt x="1150" y="263"/>
                    <a:pt x="863" y="937"/>
                    <a:pt x="426" y="838"/>
                  </a:cubicBezTo>
                  <a:cubicBezTo>
                    <a:pt x="1" y="750"/>
                    <a:pt x="126" y="0"/>
                    <a:pt x="626" y="150"/>
                  </a:cubicBezTo>
                  <a:cubicBezTo>
                    <a:pt x="738" y="188"/>
                    <a:pt x="713" y="350"/>
                    <a:pt x="601" y="350"/>
                  </a:cubicBezTo>
                  <a:lnTo>
                    <a:pt x="601" y="325"/>
                  </a:lnTo>
                  <a:cubicBezTo>
                    <a:pt x="501" y="288"/>
                    <a:pt x="538" y="138"/>
                    <a:pt x="65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4"/>
            <p:cNvSpPr/>
            <p:nvPr/>
          </p:nvSpPr>
          <p:spPr>
            <a:xfrm>
              <a:off x="6217175" y="4309125"/>
              <a:ext cx="551125" cy="190600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3" y="4662"/>
                  </a:moveTo>
                  <a:cubicBezTo>
                    <a:pt x="5036" y="0"/>
                    <a:pt x="11447" y="7623"/>
                    <a:pt x="17083" y="6311"/>
                  </a:cubicBezTo>
                  <a:cubicBezTo>
                    <a:pt x="20070" y="5611"/>
                    <a:pt x="22044" y="3300"/>
                    <a:pt x="21932" y="238"/>
                  </a:cubicBezTo>
                  <a:cubicBezTo>
                    <a:pt x="21932" y="150"/>
                    <a:pt x="21795" y="150"/>
                    <a:pt x="21795" y="238"/>
                  </a:cubicBezTo>
                  <a:cubicBezTo>
                    <a:pt x="21532" y="6511"/>
                    <a:pt x="14521" y="6724"/>
                    <a:pt x="10160" y="4887"/>
                  </a:cubicBezTo>
                  <a:cubicBezTo>
                    <a:pt x="8448" y="4162"/>
                    <a:pt x="6723" y="3175"/>
                    <a:pt x="4824" y="2950"/>
                  </a:cubicBezTo>
                  <a:cubicBezTo>
                    <a:pt x="2924" y="2725"/>
                    <a:pt x="1425" y="3225"/>
                    <a:pt x="88" y="4537"/>
                  </a:cubicBezTo>
                  <a:cubicBezTo>
                    <a:pt x="0" y="4612"/>
                    <a:pt x="125" y="4737"/>
                    <a:pt x="213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4"/>
            <p:cNvSpPr/>
            <p:nvPr/>
          </p:nvSpPr>
          <p:spPr>
            <a:xfrm>
              <a:off x="6582375" y="4210725"/>
              <a:ext cx="180925" cy="121225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7224" y="3174"/>
                  </a:moveTo>
                  <a:cubicBezTo>
                    <a:pt x="7087" y="1162"/>
                    <a:pt x="4637" y="0"/>
                    <a:pt x="2825" y="537"/>
                  </a:cubicBezTo>
                  <a:cubicBezTo>
                    <a:pt x="1326" y="987"/>
                    <a:pt x="1" y="3524"/>
                    <a:pt x="1388" y="4774"/>
                  </a:cubicBezTo>
                  <a:cubicBezTo>
                    <a:pt x="1463" y="4849"/>
                    <a:pt x="1575" y="4736"/>
                    <a:pt x="1513" y="4661"/>
                  </a:cubicBezTo>
                  <a:cubicBezTo>
                    <a:pt x="113" y="3137"/>
                    <a:pt x="1775" y="837"/>
                    <a:pt x="3400" y="637"/>
                  </a:cubicBezTo>
                  <a:cubicBezTo>
                    <a:pt x="4950" y="437"/>
                    <a:pt x="6912" y="1450"/>
                    <a:pt x="7037" y="3174"/>
                  </a:cubicBezTo>
                  <a:cubicBezTo>
                    <a:pt x="7037" y="3299"/>
                    <a:pt x="7237" y="3299"/>
                    <a:pt x="7224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4"/>
            <p:cNvSpPr/>
            <p:nvPr/>
          </p:nvSpPr>
          <p:spPr>
            <a:xfrm>
              <a:off x="6636125" y="4276625"/>
              <a:ext cx="72825" cy="77200"/>
            </a:xfrm>
            <a:custGeom>
              <a:avLst/>
              <a:gdLst/>
              <a:ahLst/>
              <a:cxnLst/>
              <a:rect l="l" t="t" r="r" b="b"/>
              <a:pathLst>
                <a:path w="2913" h="3088" extrusionOk="0">
                  <a:moveTo>
                    <a:pt x="63" y="2600"/>
                  </a:moveTo>
                  <a:cubicBezTo>
                    <a:pt x="888" y="3087"/>
                    <a:pt x="2112" y="2738"/>
                    <a:pt x="2537" y="1850"/>
                  </a:cubicBezTo>
                  <a:cubicBezTo>
                    <a:pt x="2912" y="1026"/>
                    <a:pt x="2300" y="101"/>
                    <a:pt x="1437" y="13"/>
                  </a:cubicBezTo>
                  <a:cubicBezTo>
                    <a:pt x="1325" y="1"/>
                    <a:pt x="1300" y="188"/>
                    <a:pt x="1412" y="213"/>
                  </a:cubicBezTo>
                  <a:cubicBezTo>
                    <a:pt x="2225" y="351"/>
                    <a:pt x="2725" y="1176"/>
                    <a:pt x="2250" y="1925"/>
                  </a:cubicBezTo>
                  <a:cubicBezTo>
                    <a:pt x="1787" y="2613"/>
                    <a:pt x="888" y="2838"/>
                    <a:pt x="150" y="2463"/>
                  </a:cubicBezTo>
                  <a:cubicBezTo>
                    <a:pt x="63" y="2425"/>
                    <a:pt x="0" y="2538"/>
                    <a:pt x="75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4"/>
            <p:cNvSpPr/>
            <p:nvPr/>
          </p:nvSpPr>
          <p:spPr>
            <a:xfrm>
              <a:off x="6662675" y="42825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4"/>
            <p:cNvSpPr/>
            <p:nvPr/>
          </p:nvSpPr>
          <p:spPr>
            <a:xfrm>
              <a:off x="6648925" y="4357225"/>
              <a:ext cx="206550" cy="103750"/>
            </a:xfrm>
            <a:custGeom>
              <a:avLst/>
              <a:gdLst/>
              <a:ahLst/>
              <a:cxnLst/>
              <a:rect l="l" t="t" r="r" b="b"/>
              <a:pathLst>
                <a:path w="8262" h="4150" extrusionOk="0">
                  <a:moveTo>
                    <a:pt x="126" y="4137"/>
                  </a:moveTo>
                  <a:cubicBezTo>
                    <a:pt x="1250" y="3887"/>
                    <a:pt x="2325" y="3425"/>
                    <a:pt x="3275" y="2775"/>
                  </a:cubicBezTo>
                  <a:cubicBezTo>
                    <a:pt x="4724" y="1763"/>
                    <a:pt x="6199" y="1"/>
                    <a:pt x="8074" y="1276"/>
                  </a:cubicBezTo>
                  <a:cubicBezTo>
                    <a:pt x="8161" y="1326"/>
                    <a:pt x="8261" y="1201"/>
                    <a:pt x="8186" y="1138"/>
                  </a:cubicBezTo>
                  <a:cubicBezTo>
                    <a:pt x="7424" y="451"/>
                    <a:pt x="6474" y="451"/>
                    <a:pt x="5549" y="851"/>
                  </a:cubicBezTo>
                  <a:cubicBezTo>
                    <a:pt x="4887" y="1151"/>
                    <a:pt x="4350" y="1676"/>
                    <a:pt x="3787" y="2125"/>
                  </a:cubicBezTo>
                  <a:cubicBezTo>
                    <a:pt x="2700" y="3013"/>
                    <a:pt x="1450" y="3650"/>
                    <a:pt x="88" y="3987"/>
                  </a:cubicBezTo>
                  <a:cubicBezTo>
                    <a:pt x="1" y="4000"/>
                    <a:pt x="38" y="4150"/>
                    <a:pt x="138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4"/>
            <p:cNvSpPr/>
            <p:nvPr/>
          </p:nvSpPr>
          <p:spPr>
            <a:xfrm>
              <a:off x="6506475" y="4375975"/>
              <a:ext cx="88425" cy="80000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113" y="2888"/>
                  </a:moveTo>
                  <a:cubicBezTo>
                    <a:pt x="987" y="3087"/>
                    <a:pt x="1837" y="3200"/>
                    <a:pt x="2650" y="2713"/>
                  </a:cubicBezTo>
                  <a:cubicBezTo>
                    <a:pt x="3174" y="2388"/>
                    <a:pt x="3537" y="1875"/>
                    <a:pt x="3437" y="1225"/>
                  </a:cubicBezTo>
                  <a:cubicBezTo>
                    <a:pt x="3349" y="613"/>
                    <a:pt x="2849" y="138"/>
                    <a:pt x="2225" y="63"/>
                  </a:cubicBezTo>
                  <a:cubicBezTo>
                    <a:pt x="1750" y="13"/>
                    <a:pt x="1075" y="176"/>
                    <a:pt x="1025" y="726"/>
                  </a:cubicBezTo>
                  <a:cubicBezTo>
                    <a:pt x="1025" y="813"/>
                    <a:pt x="1150" y="813"/>
                    <a:pt x="1150" y="726"/>
                  </a:cubicBezTo>
                  <a:cubicBezTo>
                    <a:pt x="1225" y="1"/>
                    <a:pt x="2437" y="263"/>
                    <a:pt x="2762" y="488"/>
                  </a:cubicBezTo>
                  <a:cubicBezTo>
                    <a:pt x="3249" y="838"/>
                    <a:pt x="3387" y="1500"/>
                    <a:pt x="3099" y="2025"/>
                  </a:cubicBezTo>
                  <a:cubicBezTo>
                    <a:pt x="2475" y="3037"/>
                    <a:pt x="1125" y="2937"/>
                    <a:pt x="150" y="2713"/>
                  </a:cubicBezTo>
                  <a:cubicBezTo>
                    <a:pt x="38" y="2688"/>
                    <a:pt x="0" y="2863"/>
                    <a:pt x="113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4"/>
            <p:cNvSpPr/>
            <p:nvPr/>
          </p:nvSpPr>
          <p:spPr>
            <a:xfrm>
              <a:off x="6450850" y="4386300"/>
              <a:ext cx="33150" cy="43450"/>
            </a:xfrm>
            <a:custGeom>
              <a:avLst/>
              <a:gdLst/>
              <a:ahLst/>
              <a:cxnLst/>
              <a:rect l="l" t="t" r="r" b="b"/>
              <a:pathLst>
                <a:path w="1326" h="1738" extrusionOk="0">
                  <a:moveTo>
                    <a:pt x="101" y="1550"/>
                  </a:moveTo>
                  <a:cubicBezTo>
                    <a:pt x="638" y="1737"/>
                    <a:pt x="1325" y="1412"/>
                    <a:pt x="1263" y="762"/>
                  </a:cubicBezTo>
                  <a:cubicBezTo>
                    <a:pt x="1213" y="338"/>
                    <a:pt x="513" y="0"/>
                    <a:pt x="251" y="425"/>
                  </a:cubicBezTo>
                  <a:cubicBezTo>
                    <a:pt x="176" y="538"/>
                    <a:pt x="351" y="637"/>
                    <a:pt x="426" y="525"/>
                  </a:cubicBezTo>
                  <a:cubicBezTo>
                    <a:pt x="538" y="463"/>
                    <a:pt x="676" y="438"/>
                    <a:pt x="801" y="488"/>
                  </a:cubicBezTo>
                  <a:cubicBezTo>
                    <a:pt x="1076" y="712"/>
                    <a:pt x="1125" y="937"/>
                    <a:pt x="951" y="1137"/>
                  </a:cubicBezTo>
                  <a:cubicBezTo>
                    <a:pt x="776" y="1450"/>
                    <a:pt x="451" y="1487"/>
                    <a:pt x="138" y="1400"/>
                  </a:cubicBezTo>
                  <a:cubicBezTo>
                    <a:pt x="38" y="1362"/>
                    <a:pt x="1" y="1525"/>
                    <a:pt x="101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4"/>
            <p:cNvSpPr/>
            <p:nvPr/>
          </p:nvSpPr>
          <p:spPr>
            <a:xfrm>
              <a:off x="6842625" y="437785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326" y="351"/>
                  </a:moveTo>
                  <a:cubicBezTo>
                    <a:pt x="1" y="713"/>
                    <a:pt x="451" y="1275"/>
                    <a:pt x="863" y="950"/>
                  </a:cubicBezTo>
                  <a:cubicBezTo>
                    <a:pt x="1275" y="626"/>
                    <a:pt x="800" y="1"/>
                    <a:pt x="401" y="301"/>
                  </a:cubicBezTo>
                  <a:cubicBezTo>
                    <a:pt x="326" y="351"/>
                    <a:pt x="376" y="463"/>
                    <a:pt x="463" y="451"/>
                  </a:cubicBezTo>
                  <a:lnTo>
                    <a:pt x="463" y="451"/>
                  </a:lnTo>
                  <a:cubicBezTo>
                    <a:pt x="501" y="376"/>
                    <a:pt x="401" y="276"/>
                    <a:pt x="3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4"/>
            <p:cNvSpPr/>
            <p:nvPr/>
          </p:nvSpPr>
          <p:spPr>
            <a:xfrm>
              <a:off x="6720775" y="4313800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4462"/>
                  </a:moveTo>
                  <a:cubicBezTo>
                    <a:pt x="1551" y="3363"/>
                    <a:pt x="2575" y="1850"/>
                    <a:pt x="3088" y="151"/>
                  </a:cubicBezTo>
                  <a:cubicBezTo>
                    <a:pt x="3113" y="63"/>
                    <a:pt x="2975" y="1"/>
                    <a:pt x="2925" y="88"/>
                  </a:cubicBezTo>
                  <a:cubicBezTo>
                    <a:pt x="2188" y="1700"/>
                    <a:pt x="1413" y="3188"/>
                    <a:pt x="63" y="4375"/>
                  </a:cubicBezTo>
                  <a:cubicBezTo>
                    <a:pt x="1" y="4437"/>
                    <a:pt x="88" y="4525"/>
                    <a:pt x="1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4"/>
            <p:cNvSpPr/>
            <p:nvPr/>
          </p:nvSpPr>
          <p:spPr>
            <a:xfrm>
              <a:off x="6784200" y="4293200"/>
              <a:ext cx="30650" cy="32500"/>
            </a:xfrm>
            <a:custGeom>
              <a:avLst/>
              <a:gdLst/>
              <a:ahLst/>
              <a:cxnLst/>
              <a:rect l="l" t="t" r="r" b="b"/>
              <a:pathLst>
                <a:path w="1226" h="1300" extrusionOk="0">
                  <a:moveTo>
                    <a:pt x="501" y="800"/>
                  </a:moveTo>
                  <a:lnTo>
                    <a:pt x="501" y="737"/>
                  </a:lnTo>
                  <a:cubicBezTo>
                    <a:pt x="426" y="662"/>
                    <a:pt x="313" y="750"/>
                    <a:pt x="363" y="850"/>
                  </a:cubicBezTo>
                  <a:cubicBezTo>
                    <a:pt x="601" y="1300"/>
                    <a:pt x="1225" y="750"/>
                    <a:pt x="888" y="375"/>
                  </a:cubicBezTo>
                  <a:cubicBezTo>
                    <a:pt x="551" y="0"/>
                    <a:pt x="1" y="550"/>
                    <a:pt x="388" y="912"/>
                  </a:cubicBezTo>
                  <a:cubicBezTo>
                    <a:pt x="463" y="975"/>
                    <a:pt x="563" y="875"/>
                    <a:pt x="501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4"/>
            <p:cNvSpPr/>
            <p:nvPr/>
          </p:nvSpPr>
          <p:spPr>
            <a:xfrm>
              <a:off x="6760775" y="4298825"/>
              <a:ext cx="5650" cy="9375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213" y="263"/>
                  </a:moveTo>
                  <a:cubicBezTo>
                    <a:pt x="225" y="188"/>
                    <a:pt x="200" y="113"/>
                    <a:pt x="150" y="63"/>
                  </a:cubicBezTo>
                  <a:cubicBezTo>
                    <a:pt x="113" y="0"/>
                    <a:pt x="1" y="13"/>
                    <a:pt x="1" y="100"/>
                  </a:cubicBezTo>
                  <a:cubicBezTo>
                    <a:pt x="1" y="150"/>
                    <a:pt x="13" y="213"/>
                    <a:pt x="13" y="263"/>
                  </a:cubicBezTo>
                  <a:cubicBezTo>
                    <a:pt x="26" y="375"/>
                    <a:pt x="188" y="375"/>
                    <a:pt x="2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4"/>
            <p:cNvSpPr/>
            <p:nvPr/>
          </p:nvSpPr>
          <p:spPr>
            <a:xfrm>
              <a:off x="6624250" y="4331300"/>
              <a:ext cx="10025" cy="690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313" y="88"/>
                  </a:moveTo>
                  <a:cubicBezTo>
                    <a:pt x="250" y="51"/>
                    <a:pt x="175" y="26"/>
                    <a:pt x="100" y="13"/>
                  </a:cubicBezTo>
                  <a:cubicBezTo>
                    <a:pt x="38" y="1"/>
                    <a:pt x="0" y="63"/>
                    <a:pt x="50" y="113"/>
                  </a:cubicBezTo>
                  <a:cubicBezTo>
                    <a:pt x="100" y="176"/>
                    <a:pt x="163" y="226"/>
                    <a:pt x="250" y="251"/>
                  </a:cubicBezTo>
                  <a:cubicBezTo>
                    <a:pt x="338" y="276"/>
                    <a:pt x="400" y="138"/>
                    <a:pt x="31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4"/>
            <p:cNvSpPr/>
            <p:nvPr/>
          </p:nvSpPr>
          <p:spPr>
            <a:xfrm>
              <a:off x="6618625" y="4440350"/>
              <a:ext cx="156850" cy="27825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101" y="1100"/>
                  </a:moveTo>
                  <a:cubicBezTo>
                    <a:pt x="963" y="1112"/>
                    <a:pt x="1813" y="1025"/>
                    <a:pt x="2662" y="850"/>
                  </a:cubicBezTo>
                  <a:cubicBezTo>
                    <a:pt x="3812" y="625"/>
                    <a:pt x="4937" y="175"/>
                    <a:pt x="6111" y="500"/>
                  </a:cubicBezTo>
                  <a:cubicBezTo>
                    <a:pt x="6224" y="525"/>
                    <a:pt x="6274" y="362"/>
                    <a:pt x="6161" y="313"/>
                  </a:cubicBezTo>
                  <a:cubicBezTo>
                    <a:pt x="5362" y="0"/>
                    <a:pt x="4649" y="163"/>
                    <a:pt x="3837" y="337"/>
                  </a:cubicBezTo>
                  <a:cubicBezTo>
                    <a:pt x="2587" y="612"/>
                    <a:pt x="1375" y="862"/>
                    <a:pt x="101" y="925"/>
                  </a:cubicBezTo>
                  <a:cubicBezTo>
                    <a:pt x="1" y="937"/>
                    <a:pt x="1" y="1087"/>
                    <a:pt x="101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4"/>
            <p:cNvSpPr/>
            <p:nvPr/>
          </p:nvSpPr>
          <p:spPr>
            <a:xfrm>
              <a:off x="6763900" y="4437225"/>
              <a:ext cx="32825" cy="31250"/>
            </a:xfrm>
            <a:custGeom>
              <a:avLst/>
              <a:gdLst/>
              <a:ahLst/>
              <a:cxnLst/>
              <a:rect l="l" t="t" r="r" b="b"/>
              <a:pathLst>
                <a:path w="1313" h="1250" extrusionOk="0">
                  <a:moveTo>
                    <a:pt x="450" y="550"/>
                  </a:moveTo>
                  <a:lnTo>
                    <a:pt x="563" y="587"/>
                  </a:lnTo>
                  <a:cubicBezTo>
                    <a:pt x="613" y="512"/>
                    <a:pt x="550" y="413"/>
                    <a:pt x="463" y="425"/>
                  </a:cubicBezTo>
                  <a:cubicBezTo>
                    <a:pt x="1" y="587"/>
                    <a:pt x="463" y="1250"/>
                    <a:pt x="850" y="1012"/>
                  </a:cubicBezTo>
                  <a:cubicBezTo>
                    <a:pt x="1313" y="712"/>
                    <a:pt x="775" y="0"/>
                    <a:pt x="350" y="438"/>
                  </a:cubicBezTo>
                  <a:cubicBezTo>
                    <a:pt x="288" y="500"/>
                    <a:pt x="363" y="600"/>
                    <a:pt x="450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4"/>
            <p:cNvSpPr/>
            <p:nvPr/>
          </p:nvSpPr>
          <p:spPr>
            <a:xfrm>
              <a:off x="6768275" y="4388175"/>
              <a:ext cx="72825" cy="2250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100" y="263"/>
                  </a:moveTo>
                  <a:cubicBezTo>
                    <a:pt x="413" y="562"/>
                    <a:pt x="813" y="750"/>
                    <a:pt x="1225" y="800"/>
                  </a:cubicBezTo>
                  <a:cubicBezTo>
                    <a:pt x="1700" y="862"/>
                    <a:pt x="2400" y="900"/>
                    <a:pt x="2812" y="637"/>
                  </a:cubicBezTo>
                  <a:cubicBezTo>
                    <a:pt x="2912" y="575"/>
                    <a:pt x="2850" y="413"/>
                    <a:pt x="2725" y="438"/>
                  </a:cubicBezTo>
                  <a:cubicBezTo>
                    <a:pt x="1937" y="637"/>
                    <a:pt x="900" y="687"/>
                    <a:pt x="263" y="100"/>
                  </a:cubicBezTo>
                  <a:cubicBezTo>
                    <a:pt x="163" y="0"/>
                    <a:pt x="0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4"/>
            <p:cNvSpPr/>
            <p:nvPr/>
          </p:nvSpPr>
          <p:spPr>
            <a:xfrm>
              <a:off x="6769525" y="4381600"/>
              <a:ext cx="70625" cy="23450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2762" y="738"/>
                  </a:moveTo>
                  <a:cubicBezTo>
                    <a:pt x="2250" y="51"/>
                    <a:pt x="813" y="1"/>
                    <a:pt x="113" y="376"/>
                  </a:cubicBezTo>
                  <a:cubicBezTo>
                    <a:pt x="0" y="426"/>
                    <a:pt x="88" y="563"/>
                    <a:pt x="188" y="551"/>
                  </a:cubicBezTo>
                  <a:cubicBezTo>
                    <a:pt x="900" y="438"/>
                    <a:pt x="2062" y="176"/>
                    <a:pt x="2612" y="850"/>
                  </a:cubicBezTo>
                  <a:cubicBezTo>
                    <a:pt x="2687" y="938"/>
                    <a:pt x="2825" y="825"/>
                    <a:pt x="27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4"/>
            <p:cNvSpPr/>
            <p:nvPr/>
          </p:nvSpPr>
          <p:spPr>
            <a:xfrm>
              <a:off x="6669850" y="4396600"/>
              <a:ext cx="17850" cy="55950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413" y="2087"/>
                  </a:moveTo>
                  <a:cubicBezTo>
                    <a:pt x="238" y="1450"/>
                    <a:pt x="326" y="775"/>
                    <a:pt x="663" y="213"/>
                  </a:cubicBezTo>
                  <a:cubicBezTo>
                    <a:pt x="713" y="101"/>
                    <a:pt x="551" y="1"/>
                    <a:pt x="476" y="101"/>
                  </a:cubicBezTo>
                  <a:cubicBezTo>
                    <a:pt x="88" y="713"/>
                    <a:pt x="1" y="1450"/>
                    <a:pt x="238" y="2137"/>
                  </a:cubicBezTo>
                  <a:cubicBezTo>
                    <a:pt x="276" y="2237"/>
                    <a:pt x="426" y="2200"/>
                    <a:pt x="413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34"/>
            <p:cNvSpPr/>
            <p:nvPr/>
          </p:nvSpPr>
          <p:spPr>
            <a:xfrm>
              <a:off x="6677050" y="4396600"/>
              <a:ext cx="16275" cy="54375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188" y="188"/>
                  </a:moveTo>
                  <a:cubicBezTo>
                    <a:pt x="313" y="550"/>
                    <a:pt x="363" y="950"/>
                    <a:pt x="300" y="1338"/>
                  </a:cubicBezTo>
                  <a:cubicBezTo>
                    <a:pt x="250" y="1613"/>
                    <a:pt x="113" y="1788"/>
                    <a:pt x="13" y="2038"/>
                  </a:cubicBezTo>
                  <a:cubicBezTo>
                    <a:pt x="0" y="2075"/>
                    <a:pt x="25" y="2112"/>
                    <a:pt x="63" y="2125"/>
                  </a:cubicBezTo>
                  <a:cubicBezTo>
                    <a:pt x="363" y="2175"/>
                    <a:pt x="463" y="1850"/>
                    <a:pt x="538" y="1613"/>
                  </a:cubicBezTo>
                  <a:cubicBezTo>
                    <a:pt x="650" y="1113"/>
                    <a:pt x="600" y="600"/>
                    <a:pt x="400" y="126"/>
                  </a:cubicBezTo>
                  <a:cubicBezTo>
                    <a:pt x="350" y="1"/>
                    <a:pt x="150" y="51"/>
                    <a:pt x="18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34"/>
            <p:cNvSpPr/>
            <p:nvPr/>
          </p:nvSpPr>
          <p:spPr>
            <a:xfrm>
              <a:off x="6337750" y="4364725"/>
              <a:ext cx="82825" cy="26900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126" y="926"/>
                  </a:moveTo>
                  <a:cubicBezTo>
                    <a:pt x="1138" y="1076"/>
                    <a:pt x="2500" y="926"/>
                    <a:pt x="3263" y="163"/>
                  </a:cubicBezTo>
                  <a:cubicBezTo>
                    <a:pt x="3313" y="113"/>
                    <a:pt x="3263" y="1"/>
                    <a:pt x="3175" y="26"/>
                  </a:cubicBezTo>
                  <a:cubicBezTo>
                    <a:pt x="2713" y="188"/>
                    <a:pt x="2300" y="476"/>
                    <a:pt x="1813" y="601"/>
                  </a:cubicBezTo>
                  <a:cubicBezTo>
                    <a:pt x="1276" y="738"/>
                    <a:pt x="713" y="776"/>
                    <a:pt x="151" y="713"/>
                  </a:cubicBezTo>
                  <a:cubicBezTo>
                    <a:pt x="38" y="701"/>
                    <a:pt x="1" y="913"/>
                    <a:pt x="126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34"/>
            <p:cNvSpPr/>
            <p:nvPr/>
          </p:nvSpPr>
          <p:spPr>
            <a:xfrm>
              <a:off x="6319650" y="4355975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887" y="238"/>
                  </a:moveTo>
                  <a:cubicBezTo>
                    <a:pt x="3262" y="126"/>
                    <a:pt x="2612" y="1"/>
                    <a:pt x="1975" y="101"/>
                  </a:cubicBezTo>
                  <a:cubicBezTo>
                    <a:pt x="1300" y="201"/>
                    <a:pt x="712" y="551"/>
                    <a:pt x="138" y="926"/>
                  </a:cubicBezTo>
                  <a:cubicBezTo>
                    <a:pt x="0" y="1013"/>
                    <a:pt x="138" y="1238"/>
                    <a:pt x="275" y="1151"/>
                  </a:cubicBezTo>
                  <a:cubicBezTo>
                    <a:pt x="737" y="838"/>
                    <a:pt x="1225" y="526"/>
                    <a:pt x="1787" y="388"/>
                  </a:cubicBezTo>
                  <a:cubicBezTo>
                    <a:pt x="2450" y="226"/>
                    <a:pt x="3162" y="338"/>
                    <a:pt x="3837" y="451"/>
                  </a:cubicBezTo>
                  <a:cubicBezTo>
                    <a:pt x="3962" y="463"/>
                    <a:pt x="4024" y="263"/>
                    <a:pt x="3887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34"/>
            <p:cNvSpPr/>
            <p:nvPr/>
          </p:nvSpPr>
          <p:spPr>
            <a:xfrm>
              <a:off x="6822325" y="3689900"/>
              <a:ext cx="199650" cy="551150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4499" y="88"/>
                  </a:moveTo>
                  <a:cubicBezTo>
                    <a:pt x="3187" y="1426"/>
                    <a:pt x="2700" y="2938"/>
                    <a:pt x="2912" y="4837"/>
                  </a:cubicBezTo>
                  <a:cubicBezTo>
                    <a:pt x="3087" y="6237"/>
                    <a:pt x="3699" y="7487"/>
                    <a:pt x="4237" y="8761"/>
                  </a:cubicBezTo>
                  <a:cubicBezTo>
                    <a:pt x="6111" y="13235"/>
                    <a:pt x="7986" y="21470"/>
                    <a:pt x="213" y="21808"/>
                  </a:cubicBezTo>
                  <a:cubicBezTo>
                    <a:pt x="125" y="21808"/>
                    <a:pt x="125" y="21933"/>
                    <a:pt x="213" y="21945"/>
                  </a:cubicBezTo>
                  <a:cubicBezTo>
                    <a:pt x="3250" y="22045"/>
                    <a:pt x="5586" y="20071"/>
                    <a:pt x="6274" y="17084"/>
                  </a:cubicBezTo>
                  <a:cubicBezTo>
                    <a:pt x="7598" y="11435"/>
                    <a:pt x="0" y="5012"/>
                    <a:pt x="4637" y="213"/>
                  </a:cubicBezTo>
                  <a:cubicBezTo>
                    <a:pt x="4712" y="138"/>
                    <a:pt x="4587" y="1"/>
                    <a:pt x="4499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4"/>
            <p:cNvSpPr/>
            <p:nvPr/>
          </p:nvSpPr>
          <p:spPr>
            <a:xfrm>
              <a:off x="6723275" y="4055125"/>
              <a:ext cx="121250" cy="180925"/>
            </a:xfrm>
            <a:custGeom>
              <a:avLst/>
              <a:gdLst/>
              <a:ahLst/>
              <a:cxnLst/>
              <a:rect l="l" t="t" r="r" b="b"/>
              <a:pathLst>
                <a:path w="4850" h="7237" extrusionOk="0">
                  <a:moveTo>
                    <a:pt x="3175" y="7036"/>
                  </a:moveTo>
                  <a:cubicBezTo>
                    <a:pt x="1438" y="6911"/>
                    <a:pt x="438" y="4949"/>
                    <a:pt x="626" y="3400"/>
                  </a:cubicBezTo>
                  <a:cubicBezTo>
                    <a:pt x="838" y="1775"/>
                    <a:pt x="3138" y="113"/>
                    <a:pt x="4650" y="1513"/>
                  </a:cubicBezTo>
                  <a:cubicBezTo>
                    <a:pt x="4737" y="1588"/>
                    <a:pt x="4850" y="1463"/>
                    <a:pt x="4775" y="1388"/>
                  </a:cubicBezTo>
                  <a:cubicBezTo>
                    <a:pt x="3525" y="1"/>
                    <a:pt x="988" y="1313"/>
                    <a:pt x="538" y="2825"/>
                  </a:cubicBezTo>
                  <a:cubicBezTo>
                    <a:pt x="1" y="4637"/>
                    <a:pt x="1163" y="7086"/>
                    <a:pt x="3175" y="7224"/>
                  </a:cubicBezTo>
                  <a:cubicBezTo>
                    <a:pt x="3300" y="7236"/>
                    <a:pt x="3300" y="7049"/>
                    <a:pt x="3175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4"/>
            <p:cNvSpPr/>
            <p:nvPr/>
          </p:nvSpPr>
          <p:spPr>
            <a:xfrm>
              <a:off x="6789200" y="4108250"/>
              <a:ext cx="77200" cy="73425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2463" y="163"/>
                  </a:moveTo>
                  <a:cubicBezTo>
                    <a:pt x="2837" y="900"/>
                    <a:pt x="2600" y="1800"/>
                    <a:pt x="1925" y="2274"/>
                  </a:cubicBezTo>
                  <a:cubicBezTo>
                    <a:pt x="1175" y="2749"/>
                    <a:pt x="338" y="2237"/>
                    <a:pt x="201" y="1425"/>
                  </a:cubicBezTo>
                  <a:cubicBezTo>
                    <a:pt x="188" y="1312"/>
                    <a:pt x="1" y="1337"/>
                    <a:pt x="13" y="1450"/>
                  </a:cubicBezTo>
                  <a:cubicBezTo>
                    <a:pt x="88" y="2324"/>
                    <a:pt x="1013" y="2937"/>
                    <a:pt x="1838" y="2549"/>
                  </a:cubicBezTo>
                  <a:cubicBezTo>
                    <a:pt x="2738" y="2137"/>
                    <a:pt x="3087" y="900"/>
                    <a:pt x="2588" y="75"/>
                  </a:cubicBezTo>
                  <a:cubicBezTo>
                    <a:pt x="2538" y="0"/>
                    <a:pt x="2425" y="75"/>
                    <a:pt x="2463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4"/>
            <p:cNvSpPr/>
            <p:nvPr/>
          </p:nvSpPr>
          <p:spPr>
            <a:xfrm>
              <a:off x="6795150" y="4135100"/>
              <a:ext cx="325" cy="350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0" y="1"/>
                  </a:moveTo>
                  <a:lnTo>
                    <a:pt x="0" y="13"/>
                  </a:lnTo>
                  <a:cubicBezTo>
                    <a:pt x="0" y="13"/>
                    <a:pt x="13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4"/>
            <p:cNvSpPr/>
            <p:nvPr/>
          </p:nvSpPr>
          <p:spPr>
            <a:xfrm>
              <a:off x="6869500" y="4121350"/>
              <a:ext cx="104050" cy="206550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3987" y="101"/>
                  </a:moveTo>
                  <a:cubicBezTo>
                    <a:pt x="3712" y="1288"/>
                    <a:pt x="3175" y="2400"/>
                    <a:pt x="2450" y="3375"/>
                  </a:cubicBezTo>
                  <a:cubicBezTo>
                    <a:pt x="1925" y="4087"/>
                    <a:pt x="1225" y="4737"/>
                    <a:pt x="863" y="5562"/>
                  </a:cubicBezTo>
                  <a:cubicBezTo>
                    <a:pt x="450" y="6474"/>
                    <a:pt x="463" y="7436"/>
                    <a:pt x="1150" y="8199"/>
                  </a:cubicBezTo>
                  <a:cubicBezTo>
                    <a:pt x="1213" y="8261"/>
                    <a:pt x="1338" y="8174"/>
                    <a:pt x="1275" y="8086"/>
                  </a:cubicBezTo>
                  <a:cubicBezTo>
                    <a:pt x="0" y="6212"/>
                    <a:pt x="1762" y="4725"/>
                    <a:pt x="2775" y="3275"/>
                  </a:cubicBezTo>
                  <a:cubicBezTo>
                    <a:pt x="3437" y="2325"/>
                    <a:pt x="3899" y="1263"/>
                    <a:pt x="4137" y="138"/>
                  </a:cubicBezTo>
                  <a:cubicBezTo>
                    <a:pt x="4162" y="38"/>
                    <a:pt x="4012" y="1"/>
                    <a:pt x="3987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4"/>
            <p:cNvSpPr/>
            <p:nvPr/>
          </p:nvSpPr>
          <p:spPr>
            <a:xfrm>
              <a:off x="6887000" y="3978900"/>
              <a:ext cx="81875" cy="88750"/>
            </a:xfrm>
            <a:custGeom>
              <a:avLst/>
              <a:gdLst/>
              <a:ahLst/>
              <a:cxnLst/>
              <a:rect l="l" t="t" r="r" b="b"/>
              <a:pathLst>
                <a:path w="3275" h="3550" extrusionOk="0">
                  <a:moveTo>
                    <a:pt x="2774" y="163"/>
                  </a:moveTo>
                  <a:cubicBezTo>
                    <a:pt x="2987" y="1138"/>
                    <a:pt x="3099" y="2500"/>
                    <a:pt x="2087" y="3112"/>
                  </a:cubicBezTo>
                  <a:cubicBezTo>
                    <a:pt x="1612" y="3375"/>
                    <a:pt x="1025" y="3287"/>
                    <a:pt x="638" y="2900"/>
                  </a:cubicBezTo>
                  <a:cubicBezTo>
                    <a:pt x="338" y="2575"/>
                    <a:pt x="0" y="1250"/>
                    <a:pt x="800" y="1163"/>
                  </a:cubicBezTo>
                  <a:cubicBezTo>
                    <a:pt x="875" y="1163"/>
                    <a:pt x="875" y="1025"/>
                    <a:pt x="800" y="1038"/>
                  </a:cubicBezTo>
                  <a:cubicBezTo>
                    <a:pt x="250" y="1088"/>
                    <a:pt x="75" y="1762"/>
                    <a:pt x="138" y="2237"/>
                  </a:cubicBezTo>
                  <a:cubicBezTo>
                    <a:pt x="200" y="2850"/>
                    <a:pt x="675" y="3350"/>
                    <a:pt x="1300" y="3450"/>
                  </a:cubicBezTo>
                  <a:cubicBezTo>
                    <a:pt x="1937" y="3550"/>
                    <a:pt x="2450" y="3187"/>
                    <a:pt x="2774" y="2650"/>
                  </a:cubicBezTo>
                  <a:cubicBezTo>
                    <a:pt x="3274" y="1850"/>
                    <a:pt x="3149" y="988"/>
                    <a:pt x="2949" y="113"/>
                  </a:cubicBezTo>
                  <a:cubicBezTo>
                    <a:pt x="2924" y="0"/>
                    <a:pt x="2762" y="50"/>
                    <a:pt x="2787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4"/>
            <p:cNvSpPr/>
            <p:nvPr/>
          </p:nvSpPr>
          <p:spPr>
            <a:xfrm>
              <a:off x="6898550" y="3923300"/>
              <a:ext cx="43775" cy="33450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1400" y="150"/>
                  </a:moveTo>
                  <a:cubicBezTo>
                    <a:pt x="1488" y="462"/>
                    <a:pt x="1450" y="787"/>
                    <a:pt x="1138" y="962"/>
                  </a:cubicBezTo>
                  <a:cubicBezTo>
                    <a:pt x="938" y="1137"/>
                    <a:pt x="713" y="1087"/>
                    <a:pt x="488" y="800"/>
                  </a:cubicBezTo>
                  <a:cubicBezTo>
                    <a:pt x="438" y="675"/>
                    <a:pt x="463" y="537"/>
                    <a:pt x="525" y="425"/>
                  </a:cubicBezTo>
                  <a:cubicBezTo>
                    <a:pt x="638" y="350"/>
                    <a:pt x="538" y="175"/>
                    <a:pt x="425" y="250"/>
                  </a:cubicBezTo>
                  <a:cubicBezTo>
                    <a:pt x="1" y="512"/>
                    <a:pt x="338" y="1212"/>
                    <a:pt x="763" y="1262"/>
                  </a:cubicBezTo>
                  <a:cubicBezTo>
                    <a:pt x="1425" y="1337"/>
                    <a:pt x="1750" y="637"/>
                    <a:pt x="1550" y="100"/>
                  </a:cubicBezTo>
                  <a:cubicBezTo>
                    <a:pt x="1513" y="0"/>
                    <a:pt x="1375" y="38"/>
                    <a:pt x="1388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4"/>
            <p:cNvSpPr/>
            <p:nvPr/>
          </p:nvSpPr>
          <p:spPr>
            <a:xfrm>
              <a:off x="6890425" y="4315375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451" y="463"/>
                  </a:moveTo>
                  <a:lnTo>
                    <a:pt x="451" y="463"/>
                  </a:lnTo>
                  <a:cubicBezTo>
                    <a:pt x="463" y="375"/>
                    <a:pt x="351" y="325"/>
                    <a:pt x="288" y="388"/>
                  </a:cubicBezTo>
                  <a:cubicBezTo>
                    <a:pt x="1" y="800"/>
                    <a:pt x="626" y="1275"/>
                    <a:pt x="950" y="863"/>
                  </a:cubicBezTo>
                  <a:cubicBezTo>
                    <a:pt x="1275" y="438"/>
                    <a:pt x="713" y="0"/>
                    <a:pt x="351" y="325"/>
                  </a:cubicBezTo>
                  <a:cubicBezTo>
                    <a:pt x="276" y="388"/>
                    <a:pt x="376" y="488"/>
                    <a:pt x="451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4"/>
            <p:cNvSpPr/>
            <p:nvPr/>
          </p:nvSpPr>
          <p:spPr>
            <a:xfrm>
              <a:off x="6826375" y="4193850"/>
              <a:ext cx="112825" cy="77500"/>
            </a:xfrm>
            <a:custGeom>
              <a:avLst/>
              <a:gdLst/>
              <a:ahLst/>
              <a:cxnLst/>
              <a:rect l="l" t="t" r="r" b="b"/>
              <a:pathLst>
                <a:path w="4513" h="3100" extrusionOk="0">
                  <a:moveTo>
                    <a:pt x="4375" y="50"/>
                  </a:moveTo>
                  <a:cubicBezTo>
                    <a:pt x="3175" y="1412"/>
                    <a:pt x="1700" y="2175"/>
                    <a:pt x="88" y="2924"/>
                  </a:cubicBezTo>
                  <a:cubicBezTo>
                    <a:pt x="1" y="2962"/>
                    <a:pt x="63" y="3099"/>
                    <a:pt x="151" y="3074"/>
                  </a:cubicBezTo>
                  <a:cubicBezTo>
                    <a:pt x="1850" y="2562"/>
                    <a:pt x="3362" y="1550"/>
                    <a:pt x="4462" y="150"/>
                  </a:cubicBezTo>
                  <a:cubicBezTo>
                    <a:pt x="4512" y="88"/>
                    <a:pt x="4425" y="0"/>
                    <a:pt x="4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34"/>
            <p:cNvSpPr/>
            <p:nvPr/>
          </p:nvSpPr>
          <p:spPr>
            <a:xfrm>
              <a:off x="6805775" y="4256950"/>
              <a:ext cx="32500" cy="3095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388"/>
                  </a:moveTo>
                  <a:cubicBezTo>
                    <a:pt x="550" y="1"/>
                    <a:pt x="0" y="538"/>
                    <a:pt x="375" y="888"/>
                  </a:cubicBezTo>
                  <a:cubicBezTo>
                    <a:pt x="750" y="1238"/>
                    <a:pt x="1300" y="600"/>
                    <a:pt x="837" y="350"/>
                  </a:cubicBezTo>
                  <a:cubicBezTo>
                    <a:pt x="750" y="313"/>
                    <a:pt x="662" y="425"/>
                    <a:pt x="725" y="500"/>
                  </a:cubicBezTo>
                  <a:lnTo>
                    <a:pt x="800" y="500"/>
                  </a:lnTo>
                  <a:cubicBezTo>
                    <a:pt x="875" y="563"/>
                    <a:pt x="962" y="463"/>
                    <a:pt x="912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4"/>
            <p:cNvSpPr/>
            <p:nvPr/>
          </p:nvSpPr>
          <p:spPr>
            <a:xfrm>
              <a:off x="6811400" y="4233200"/>
              <a:ext cx="9700" cy="5975"/>
            </a:xfrm>
            <a:custGeom>
              <a:avLst/>
              <a:gdLst/>
              <a:ahLst/>
              <a:cxnLst/>
              <a:rect l="l" t="t" r="r" b="b"/>
              <a:pathLst>
                <a:path w="388" h="239" extrusionOk="0">
                  <a:moveTo>
                    <a:pt x="262" y="26"/>
                  </a:moveTo>
                  <a:cubicBezTo>
                    <a:pt x="212" y="26"/>
                    <a:pt x="150" y="26"/>
                    <a:pt x="100" y="13"/>
                  </a:cubicBezTo>
                  <a:cubicBezTo>
                    <a:pt x="13" y="1"/>
                    <a:pt x="0" y="126"/>
                    <a:pt x="50" y="176"/>
                  </a:cubicBezTo>
                  <a:cubicBezTo>
                    <a:pt x="112" y="213"/>
                    <a:pt x="187" y="238"/>
                    <a:pt x="262" y="226"/>
                  </a:cubicBezTo>
                  <a:cubicBezTo>
                    <a:pt x="387" y="226"/>
                    <a:pt x="387" y="38"/>
                    <a:pt x="2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4"/>
            <p:cNvSpPr/>
            <p:nvPr/>
          </p:nvSpPr>
          <p:spPr>
            <a:xfrm>
              <a:off x="6843875" y="4097000"/>
              <a:ext cx="6900" cy="10025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38" y="250"/>
                  </a:moveTo>
                  <a:cubicBezTo>
                    <a:pt x="226" y="163"/>
                    <a:pt x="176" y="88"/>
                    <a:pt x="101" y="38"/>
                  </a:cubicBezTo>
                  <a:cubicBezTo>
                    <a:pt x="63" y="0"/>
                    <a:pt x="1" y="38"/>
                    <a:pt x="13" y="100"/>
                  </a:cubicBezTo>
                  <a:cubicBezTo>
                    <a:pt x="26" y="175"/>
                    <a:pt x="51" y="250"/>
                    <a:pt x="88" y="313"/>
                  </a:cubicBezTo>
                  <a:cubicBezTo>
                    <a:pt x="138" y="400"/>
                    <a:pt x="276" y="338"/>
                    <a:pt x="251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4"/>
            <p:cNvSpPr/>
            <p:nvPr/>
          </p:nvSpPr>
          <p:spPr>
            <a:xfrm>
              <a:off x="6952925" y="4091375"/>
              <a:ext cx="27500" cy="156850"/>
            </a:xfrm>
            <a:custGeom>
              <a:avLst/>
              <a:gdLst/>
              <a:ahLst/>
              <a:cxnLst/>
              <a:rect l="l" t="t" r="r" b="b"/>
              <a:pathLst>
                <a:path w="1100" h="6274" extrusionOk="0">
                  <a:moveTo>
                    <a:pt x="925" y="100"/>
                  </a:moveTo>
                  <a:cubicBezTo>
                    <a:pt x="850" y="1375"/>
                    <a:pt x="612" y="2600"/>
                    <a:pt x="337" y="3837"/>
                  </a:cubicBezTo>
                  <a:cubicBezTo>
                    <a:pt x="150" y="4649"/>
                    <a:pt x="0" y="5361"/>
                    <a:pt x="312" y="6161"/>
                  </a:cubicBezTo>
                  <a:cubicBezTo>
                    <a:pt x="362" y="6274"/>
                    <a:pt x="525" y="6236"/>
                    <a:pt x="487" y="6111"/>
                  </a:cubicBezTo>
                  <a:cubicBezTo>
                    <a:pt x="175" y="4936"/>
                    <a:pt x="625" y="3812"/>
                    <a:pt x="850" y="2650"/>
                  </a:cubicBezTo>
                  <a:cubicBezTo>
                    <a:pt x="1025" y="1812"/>
                    <a:pt x="1100" y="963"/>
                    <a:pt x="1100" y="100"/>
                  </a:cubicBezTo>
                  <a:cubicBezTo>
                    <a:pt x="1087" y="0"/>
                    <a:pt x="937" y="0"/>
                    <a:pt x="925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4"/>
            <p:cNvSpPr/>
            <p:nvPr/>
          </p:nvSpPr>
          <p:spPr>
            <a:xfrm>
              <a:off x="6949475" y="4236325"/>
              <a:ext cx="31275" cy="33150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438" y="351"/>
                  </a:moveTo>
                  <a:cubicBezTo>
                    <a:pt x="1" y="776"/>
                    <a:pt x="725" y="1325"/>
                    <a:pt x="1013" y="851"/>
                  </a:cubicBezTo>
                  <a:cubicBezTo>
                    <a:pt x="1250" y="476"/>
                    <a:pt x="588" y="1"/>
                    <a:pt x="438" y="476"/>
                  </a:cubicBezTo>
                  <a:cubicBezTo>
                    <a:pt x="413" y="563"/>
                    <a:pt x="525" y="626"/>
                    <a:pt x="588" y="563"/>
                  </a:cubicBezTo>
                  <a:lnTo>
                    <a:pt x="563" y="451"/>
                  </a:lnTo>
                  <a:cubicBezTo>
                    <a:pt x="613" y="363"/>
                    <a:pt x="500" y="276"/>
                    <a:pt x="4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4"/>
            <p:cNvSpPr/>
            <p:nvPr/>
          </p:nvSpPr>
          <p:spPr>
            <a:xfrm>
              <a:off x="6900425" y="4241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113" y="263"/>
                  </a:moveTo>
                  <a:cubicBezTo>
                    <a:pt x="688" y="900"/>
                    <a:pt x="650" y="1937"/>
                    <a:pt x="450" y="2724"/>
                  </a:cubicBezTo>
                  <a:cubicBezTo>
                    <a:pt x="425" y="2837"/>
                    <a:pt x="588" y="2912"/>
                    <a:pt x="650" y="2812"/>
                  </a:cubicBezTo>
                  <a:cubicBezTo>
                    <a:pt x="900" y="2387"/>
                    <a:pt x="875" y="1687"/>
                    <a:pt x="800" y="1225"/>
                  </a:cubicBezTo>
                  <a:cubicBezTo>
                    <a:pt x="750" y="800"/>
                    <a:pt x="563" y="413"/>
                    <a:pt x="263" y="100"/>
                  </a:cubicBezTo>
                  <a:cubicBezTo>
                    <a:pt x="163" y="0"/>
                    <a:pt x="1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4"/>
            <p:cNvSpPr/>
            <p:nvPr/>
          </p:nvSpPr>
          <p:spPr>
            <a:xfrm>
              <a:off x="6893875" y="4242575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62" y="2612"/>
                  </a:moveTo>
                  <a:cubicBezTo>
                    <a:pt x="188" y="2063"/>
                    <a:pt x="450" y="888"/>
                    <a:pt x="550" y="176"/>
                  </a:cubicBezTo>
                  <a:cubicBezTo>
                    <a:pt x="562" y="76"/>
                    <a:pt x="425" y="1"/>
                    <a:pt x="375" y="101"/>
                  </a:cubicBezTo>
                  <a:cubicBezTo>
                    <a:pt x="0" y="800"/>
                    <a:pt x="63" y="2238"/>
                    <a:pt x="737" y="2750"/>
                  </a:cubicBezTo>
                  <a:cubicBezTo>
                    <a:pt x="825" y="2825"/>
                    <a:pt x="937" y="2675"/>
                    <a:pt x="850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4"/>
            <p:cNvSpPr/>
            <p:nvPr/>
          </p:nvSpPr>
          <p:spPr>
            <a:xfrm>
              <a:off x="6908850" y="4142600"/>
              <a:ext cx="56575" cy="17850"/>
            </a:xfrm>
            <a:custGeom>
              <a:avLst/>
              <a:gdLst/>
              <a:ahLst/>
              <a:cxnLst/>
              <a:rect l="l" t="t" r="r" b="b"/>
              <a:pathLst>
                <a:path w="2263" h="714" extrusionOk="0">
                  <a:moveTo>
                    <a:pt x="2150" y="238"/>
                  </a:moveTo>
                  <a:cubicBezTo>
                    <a:pt x="1463" y="1"/>
                    <a:pt x="726" y="88"/>
                    <a:pt x="113" y="476"/>
                  </a:cubicBezTo>
                  <a:cubicBezTo>
                    <a:pt x="1" y="551"/>
                    <a:pt x="101" y="713"/>
                    <a:pt x="226" y="663"/>
                  </a:cubicBezTo>
                  <a:cubicBezTo>
                    <a:pt x="788" y="326"/>
                    <a:pt x="1463" y="238"/>
                    <a:pt x="2100" y="413"/>
                  </a:cubicBezTo>
                  <a:cubicBezTo>
                    <a:pt x="2213" y="438"/>
                    <a:pt x="2263" y="263"/>
                    <a:pt x="2150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4"/>
            <p:cNvSpPr/>
            <p:nvPr/>
          </p:nvSpPr>
          <p:spPr>
            <a:xfrm>
              <a:off x="6909175" y="4149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25" y="400"/>
                  </a:moveTo>
                  <a:cubicBezTo>
                    <a:pt x="475" y="538"/>
                    <a:pt x="2250" y="850"/>
                    <a:pt x="2125" y="63"/>
                  </a:cubicBezTo>
                  <a:cubicBezTo>
                    <a:pt x="2112" y="25"/>
                    <a:pt x="2075" y="0"/>
                    <a:pt x="2037" y="13"/>
                  </a:cubicBezTo>
                  <a:cubicBezTo>
                    <a:pt x="1788" y="113"/>
                    <a:pt x="1613" y="250"/>
                    <a:pt x="1338" y="300"/>
                  </a:cubicBezTo>
                  <a:cubicBezTo>
                    <a:pt x="950" y="363"/>
                    <a:pt x="550" y="313"/>
                    <a:pt x="188" y="188"/>
                  </a:cubicBezTo>
                  <a:cubicBezTo>
                    <a:pt x="50" y="138"/>
                    <a:pt x="0" y="338"/>
                    <a:pt x="125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4"/>
            <p:cNvSpPr/>
            <p:nvPr/>
          </p:nvSpPr>
          <p:spPr>
            <a:xfrm>
              <a:off x="6877300" y="3810500"/>
              <a:ext cx="26600" cy="82825"/>
            </a:xfrm>
            <a:custGeom>
              <a:avLst/>
              <a:gdLst/>
              <a:ahLst/>
              <a:cxnLst/>
              <a:rect l="l" t="t" r="r" b="b"/>
              <a:pathLst>
                <a:path w="1064" h="3313" extrusionOk="0">
                  <a:moveTo>
                    <a:pt x="713" y="151"/>
                  </a:moveTo>
                  <a:cubicBezTo>
                    <a:pt x="776" y="713"/>
                    <a:pt x="738" y="1275"/>
                    <a:pt x="601" y="1813"/>
                  </a:cubicBezTo>
                  <a:cubicBezTo>
                    <a:pt x="463" y="2300"/>
                    <a:pt x="188" y="2713"/>
                    <a:pt x="26" y="3175"/>
                  </a:cubicBezTo>
                  <a:cubicBezTo>
                    <a:pt x="1" y="3262"/>
                    <a:pt x="101" y="3312"/>
                    <a:pt x="163" y="3262"/>
                  </a:cubicBezTo>
                  <a:cubicBezTo>
                    <a:pt x="938" y="2500"/>
                    <a:pt x="1063" y="1138"/>
                    <a:pt x="926" y="126"/>
                  </a:cubicBezTo>
                  <a:cubicBezTo>
                    <a:pt x="913" y="1"/>
                    <a:pt x="701" y="26"/>
                    <a:pt x="71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4"/>
            <p:cNvSpPr/>
            <p:nvPr/>
          </p:nvSpPr>
          <p:spPr>
            <a:xfrm>
              <a:off x="6868550" y="3792700"/>
              <a:ext cx="30975" cy="100625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438" y="3824"/>
                  </a:moveTo>
                  <a:cubicBezTo>
                    <a:pt x="338" y="3150"/>
                    <a:pt x="226" y="2450"/>
                    <a:pt x="388" y="1775"/>
                  </a:cubicBezTo>
                  <a:cubicBezTo>
                    <a:pt x="513" y="1225"/>
                    <a:pt x="838" y="738"/>
                    <a:pt x="1138" y="263"/>
                  </a:cubicBezTo>
                  <a:cubicBezTo>
                    <a:pt x="1238" y="125"/>
                    <a:pt x="1013" y="0"/>
                    <a:pt x="913" y="138"/>
                  </a:cubicBezTo>
                  <a:cubicBezTo>
                    <a:pt x="551" y="700"/>
                    <a:pt x="201" y="1288"/>
                    <a:pt x="88" y="1975"/>
                  </a:cubicBezTo>
                  <a:cubicBezTo>
                    <a:pt x="1" y="2612"/>
                    <a:pt x="126" y="3262"/>
                    <a:pt x="238" y="3887"/>
                  </a:cubicBezTo>
                  <a:cubicBezTo>
                    <a:pt x="263" y="4024"/>
                    <a:pt x="463" y="3962"/>
                    <a:pt x="43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4"/>
            <p:cNvSpPr/>
            <p:nvPr/>
          </p:nvSpPr>
          <p:spPr>
            <a:xfrm>
              <a:off x="6712050" y="4197600"/>
              <a:ext cx="8450" cy="8150"/>
            </a:xfrm>
            <a:custGeom>
              <a:avLst/>
              <a:gdLst/>
              <a:ahLst/>
              <a:cxnLst/>
              <a:rect l="l" t="t" r="r" b="b"/>
              <a:pathLst>
                <a:path w="338" h="326" extrusionOk="0">
                  <a:moveTo>
                    <a:pt x="88" y="313"/>
                  </a:moveTo>
                  <a:cubicBezTo>
                    <a:pt x="175" y="325"/>
                    <a:pt x="262" y="288"/>
                    <a:pt x="312" y="213"/>
                  </a:cubicBezTo>
                  <a:cubicBezTo>
                    <a:pt x="325" y="200"/>
                    <a:pt x="337" y="163"/>
                    <a:pt x="325" y="138"/>
                  </a:cubicBezTo>
                  <a:lnTo>
                    <a:pt x="300" y="50"/>
                  </a:lnTo>
                  <a:cubicBezTo>
                    <a:pt x="287" y="13"/>
                    <a:pt x="225" y="0"/>
                    <a:pt x="212" y="38"/>
                  </a:cubicBezTo>
                  <a:lnTo>
                    <a:pt x="75" y="175"/>
                  </a:lnTo>
                  <a:cubicBezTo>
                    <a:pt x="0" y="200"/>
                    <a:pt x="13" y="325"/>
                    <a:pt x="8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4"/>
            <p:cNvSpPr/>
            <p:nvPr/>
          </p:nvSpPr>
          <p:spPr>
            <a:xfrm>
              <a:off x="6655500" y="4190725"/>
              <a:ext cx="58750" cy="15025"/>
            </a:xfrm>
            <a:custGeom>
              <a:avLst/>
              <a:gdLst/>
              <a:ahLst/>
              <a:cxnLst/>
              <a:rect l="l" t="t" r="r" b="b"/>
              <a:pathLst>
                <a:path w="2350" h="601" extrusionOk="0">
                  <a:moveTo>
                    <a:pt x="2300" y="475"/>
                  </a:moveTo>
                  <a:cubicBezTo>
                    <a:pt x="1625" y="138"/>
                    <a:pt x="825" y="0"/>
                    <a:pt x="88" y="225"/>
                  </a:cubicBezTo>
                  <a:cubicBezTo>
                    <a:pt x="0" y="250"/>
                    <a:pt x="0" y="413"/>
                    <a:pt x="113" y="400"/>
                  </a:cubicBezTo>
                  <a:cubicBezTo>
                    <a:pt x="862" y="313"/>
                    <a:pt x="1537" y="313"/>
                    <a:pt x="2250" y="588"/>
                  </a:cubicBezTo>
                  <a:cubicBezTo>
                    <a:pt x="2312" y="600"/>
                    <a:pt x="2350" y="500"/>
                    <a:pt x="230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4"/>
            <p:cNvSpPr/>
            <p:nvPr/>
          </p:nvSpPr>
          <p:spPr>
            <a:xfrm>
              <a:off x="6655175" y="4183525"/>
              <a:ext cx="25325" cy="16900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201" y="613"/>
                  </a:moveTo>
                  <a:cubicBezTo>
                    <a:pt x="413" y="351"/>
                    <a:pt x="650" y="276"/>
                    <a:pt x="938" y="163"/>
                  </a:cubicBezTo>
                  <a:cubicBezTo>
                    <a:pt x="1013" y="126"/>
                    <a:pt x="1013" y="1"/>
                    <a:pt x="925" y="1"/>
                  </a:cubicBezTo>
                  <a:cubicBezTo>
                    <a:pt x="575" y="26"/>
                    <a:pt x="251" y="201"/>
                    <a:pt x="63" y="501"/>
                  </a:cubicBezTo>
                  <a:cubicBezTo>
                    <a:pt x="1" y="576"/>
                    <a:pt x="138" y="676"/>
                    <a:pt x="201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4"/>
            <p:cNvSpPr/>
            <p:nvPr/>
          </p:nvSpPr>
          <p:spPr>
            <a:xfrm>
              <a:off x="6694550" y="4145425"/>
              <a:ext cx="26575" cy="55325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1012" y="2075"/>
                  </a:moveTo>
                  <a:cubicBezTo>
                    <a:pt x="838" y="1775"/>
                    <a:pt x="700" y="1462"/>
                    <a:pt x="575" y="1125"/>
                  </a:cubicBezTo>
                  <a:cubicBezTo>
                    <a:pt x="463" y="775"/>
                    <a:pt x="525" y="475"/>
                    <a:pt x="575" y="125"/>
                  </a:cubicBezTo>
                  <a:cubicBezTo>
                    <a:pt x="588" y="25"/>
                    <a:pt x="450" y="0"/>
                    <a:pt x="413" y="75"/>
                  </a:cubicBezTo>
                  <a:cubicBezTo>
                    <a:pt x="0" y="775"/>
                    <a:pt x="463" y="1612"/>
                    <a:pt x="925" y="2162"/>
                  </a:cubicBezTo>
                  <a:cubicBezTo>
                    <a:pt x="975" y="2212"/>
                    <a:pt x="1062" y="2137"/>
                    <a:pt x="1025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4"/>
            <p:cNvSpPr/>
            <p:nvPr/>
          </p:nvSpPr>
          <p:spPr>
            <a:xfrm>
              <a:off x="6693600" y="4144175"/>
              <a:ext cx="16900" cy="34700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76" y="138"/>
                  </a:moveTo>
                  <a:cubicBezTo>
                    <a:pt x="113" y="450"/>
                    <a:pt x="1" y="875"/>
                    <a:pt x="51" y="1287"/>
                  </a:cubicBezTo>
                  <a:cubicBezTo>
                    <a:pt x="63" y="1387"/>
                    <a:pt x="201" y="1350"/>
                    <a:pt x="226" y="1262"/>
                  </a:cubicBezTo>
                  <a:cubicBezTo>
                    <a:pt x="238" y="875"/>
                    <a:pt x="301" y="575"/>
                    <a:pt x="576" y="288"/>
                  </a:cubicBezTo>
                  <a:cubicBezTo>
                    <a:pt x="676" y="150"/>
                    <a:pt x="476" y="0"/>
                    <a:pt x="376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4"/>
            <p:cNvSpPr/>
            <p:nvPr/>
          </p:nvSpPr>
          <p:spPr>
            <a:xfrm>
              <a:off x="6676725" y="4169150"/>
              <a:ext cx="22850" cy="11275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788" y="238"/>
                  </a:moveTo>
                  <a:cubicBezTo>
                    <a:pt x="576" y="176"/>
                    <a:pt x="363" y="76"/>
                    <a:pt x="138" y="26"/>
                  </a:cubicBezTo>
                  <a:cubicBezTo>
                    <a:pt x="51" y="1"/>
                    <a:pt x="1" y="113"/>
                    <a:pt x="88" y="163"/>
                  </a:cubicBezTo>
                  <a:cubicBezTo>
                    <a:pt x="288" y="288"/>
                    <a:pt x="513" y="376"/>
                    <a:pt x="738" y="426"/>
                  </a:cubicBezTo>
                  <a:cubicBezTo>
                    <a:pt x="863" y="451"/>
                    <a:pt x="913" y="276"/>
                    <a:pt x="78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4"/>
            <p:cNvSpPr/>
            <p:nvPr/>
          </p:nvSpPr>
          <p:spPr>
            <a:xfrm>
              <a:off x="6675800" y="4169150"/>
              <a:ext cx="16275" cy="19725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63" y="226"/>
                  </a:moveTo>
                  <a:cubicBezTo>
                    <a:pt x="150" y="413"/>
                    <a:pt x="275" y="588"/>
                    <a:pt x="438" y="726"/>
                  </a:cubicBezTo>
                  <a:cubicBezTo>
                    <a:pt x="513" y="788"/>
                    <a:pt x="650" y="701"/>
                    <a:pt x="588" y="613"/>
                  </a:cubicBezTo>
                  <a:cubicBezTo>
                    <a:pt x="488" y="438"/>
                    <a:pt x="363" y="288"/>
                    <a:pt x="250" y="126"/>
                  </a:cubicBezTo>
                  <a:cubicBezTo>
                    <a:pt x="175" y="1"/>
                    <a:pt x="0" y="101"/>
                    <a:pt x="75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4"/>
            <p:cNvSpPr/>
            <p:nvPr/>
          </p:nvSpPr>
          <p:spPr>
            <a:xfrm>
              <a:off x="6672975" y="418165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6" y="51"/>
                  </a:moveTo>
                  <a:cubicBezTo>
                    <a:pt x="413" y="1"/>
                    <a:pt x="226" y="26"/>
                    <a:pt x="88" y="113"/>
                  </a:cubicBezTo>
                  <a:cubicBezTo>
                    <a:pt x="1" y="163"/>
                    <a:pt x="63" y="276"/>
                    <a:pt x="138" y="251"/>
                  </a:cubicBezTo>
                  <a:lnTo>
                    <a:pt x="526" y="238"/>
                  </a:lnTo>
                  <a:cubicBezTo>
                    <a:pt x="638" y="263"/>
                    <a:pt x="701" y="88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4"/>
            <p:cNvSpPr/>
            <p:nvPr/>
          </p:nvSpPr>
          <p:spPr>
            <a:xfrm>
              <a:off x="6653000" y="4149475"/>
              <a:ext cx="28750" cy="23450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638" y="788"/>
                  </a:moveTo>
                  <a:cubicBezTo>
                    <a:pt x="1150" y="675"/>
                    <a:pt x="862" y="1"/>
                    <a:pt x="425" y="101"/>
                  </a:cubicBezTo>
                  <a:cubicBezTo>
                    <a:pt x="0" y="201"/>
                    <a:pt x="113" y="938"/>
                    <a:pt x="625" y="788"/>
                  </a:cubicBezTo>
                  <a:cubicBezTo>
                    <a:pt x="737" y="750"/>
                    <a:pt x="712" y="588"/>
                    <a:pt x="600" y="600"/>
                  </a:cubicBezTo>
                  <a:lnTo>
                    <a:pt x="600" y="613"/>
                  </a:lnTo>
                  <a:cubicBezTo>
                    <a:pt x="488" y="650"/>
                    <a:pt x="538" y="813"/>
                    <a:pt x="65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34"/>
            <p:cNvSpPr/>
            <p:nvPr/>
          </p:nvSpPr>
          <p:spPr>
            <a:xfrm>
              <a:off x="846700" y="4309125"/>
              <a:ext cx="551125" cy="190600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832" y="4662"/>
                  </a:moveTo>
                  <a:cubicBezTo>
                    <a:pt x="17009" y="0"/>
                    <a:pt x="10598" y="7623"/>
                    <a:pt x="4962" y="6311"/>
                  </a:cubicBezTo>
                  <a:cubicBezTo>
                    <a:pt x="1963" y="5611"/>
                    <a:pt x="1" y="3300"/>
                    <a:pt x="101" y="238"/>
                  </a:cubicBezTo>
                  <a:cubicBezTo>
                    <a:pt x="101" y="150"/>
                    <a:pt x="251" y="150"/>
                    <a:pt x="251" y="238"/>
                  </a:cubicBezTo>
                  <a:cubicBezTo>
                    <a:pt x="513" y="6511"/>
                    <a:pt x="7511" y="6724"/>
                    <a:pt x="11885" y="4887"/>
                  </a:cubicBezTo>
                  <a:cubicBezTo>
                    <a:pt x="13597" y="4162"/>
                    <a:pt x="15322" y="3175"/>
                    <a:pt x="17209" y="2950"/>
                  </a:cubicBezTo>
                  <a:cubicBezTo>
                    <a:pt x="19108" y="2725"/>
                    <a:pt x="20620" y="3225"/>
                    <a:pt x="21970" y="4524"/>
                  </a:cubicBezTo>
                  <a:cubicBezTo>
                    <a:pt x="22045" y="4612"/>
                    <a:pt x="21920" y="4737"/>
                    <a:pt x="21832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34"/>
            <p:cNvSpPr/>
            <p:nvPr/>
          </p:nvSpPr>
          <p:spPr>
            <a:xfrm>
              <a:off x="851700" y="4210725"/>
              <a:ext cx="180925" cy="121225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13" y="3174"/>
                  </a:moveTo>
                  <a:cubicBezTo>
                    <a:pt x="151" y="1162"/>
                    <a:pt x="2612" y="0"/>
                    <a:pt x="4412" y="537"/>
                  </a:cubicBezTo>
                  <a:cubicBezTo>
                    <a:pt x="5924" y="987"/>
                    <a:pt x="7236" y="3524"/>
                    <a:pt x="5849" y="4774"/>
                  </a:cubicBezTo>
                  <a:cubicBezTo>
                    <a:pt x="5774" y="4849"/>
                    <a:pt x="5662" y="4736"/>
                    <a:pt x="5724" y="4661"/>
                  </a:cubicBezTo>
                  <a:cubicBezTo>
                    <a:pt x="7124" y="3137"/>
                    <a:pt x="5462" y="837"/>
                    <a:pt x="3837" y="637"/>
                  </a:cubicBezTo>
                  <a:cubicBezTo>
                    <a:pt x="2287" y="437"/>
                    <a:pt x="325" y="1450"/>
                    <a:pt x="201" y="3174"/>
                  </a:cubicBezTo>
                  <a:cubicBezTo>
                    <a:pt x="201" y="3299"/>
                    <a:pt x="1" y="3299"/>
                    <a:pt x="13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34"/>
            <p:cNvSpPr/>
            <p:nvPr/>
          </p:nvSpPr>
          <p:spPr>
            <a:xfrm>
              <a:off x="905750" y="4276625"/>
              <a:ext cx="73125" cy="77200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62" y="2600"/>
                  </a:moveTo>
                  <a:cubicBezTo>
                    <a:pt x="2025" y="3087"/>
                    <a:pt x="800" y="2738"/>
                    <a:pt x="388" y="1850"/>
                  </a:cubicBezTo>
                  <a:cubicBezTo>
                    <a:pt x="0" y="1026"/>
                    <a:pt x="613" y="101"/>
                    <a:pt x="1488" y="13"/>
                  </a:cubicBezTo>
                  <a:cubicBezTo>
                    <a:pt x="1588" y="1"/>
                    <a:pt x="1625" y="188"/>
                    <a:pt x="1513" y="213"/>
                  </a:cubicBezTo>
                  <a:cubicBezTo>
                    <a:pt x="700" y="351"/>
                    <a:pt x="200" y="1176"/>
                    <a:pt x="663" y="1925"/>
                  </a:cubicBezTo>
                  <a:cubicBezTo>
                    <a:pt x="1138" y="2613"/>
                    <a:pt x="2037" y="2838"/>
                    <a:pt x="2775" y="2463"/>
                  </a:cubicBezTo>
                  <a:cubicBezTo>
                    <a:pt x="2850" y="2425"/>
                    <a:pt x="2925" y="2538"/>
                    <a:pt x="2850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34"/>
            <p:cNvSpPr/>
            <p:nvPr/>
          </p:nvSpPr>
          <p:spPr>
            <a:xfrm>
              <a:off x="952300" y="42825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34"/>
            <p:cNvSpPr/>
            <p:nvPr/>
          </p:nvSpPr>
          <p:spPr>
            <a:xfrm>
              <a:off x="759550" y="4357225"/>
              <a:ext cx="206825" cy="103750"/>
            </a:xfrm>
            <a:custGeom>
              <a:avLst/>
              <a:gdLst/>
              <a:ahLst/>
              <a:cxnLst/>
              <a:rect l="l" t="t" r="r" b="b"/>
              <a:pathLst>
                <a:path w="8273" h="4150" extrusionOk="0">
                  <a:moveTo>
                    <a:pt x="8135" y="4137"/>
                  </a:moveTo>
                  <a:cubicBezTo>
                    <a:pt x="6998" y="3887"/>
                    <a:pt x="5936" y="3425"/>
                    <a:pt x="4986" y="2775"/>
                  </a:cubicBezTo>
                  <a:cubicBezTo>
                    <a:pt x="3537" y="1763"/>
                    <a:pt x="2062" y="1"/>
                    <a:pt x="175" y="1276"/>
                  </a:cubicBezTo>
                  <a:cubicBezTo>
                    <a:pt x="100" y="1326"/>
                    <a:pt x="0" y="1201"/>
                    <a:pt x="75" y="1138"/>
                  </a:cubicBezTo>
                  <a:cubicBezTo>
                    <a:pt x="837" y="451"/>
                    <a:pt x="1787" y="451"/>
                    <a:pt x="2699" y="851"/>
                  </a:cubicBezTo>
                  <a:cubicBezTo>
                    <a:pt x="3374" y="1151"/>
                    <a:pt x="3912" y="1676"/>
                    <a:pt x="4474" y="2125"/>
                  </a:cubicBezTo>
                  <a:cubicBezTo>
                    <a:pt x="5549" y="3013"/>
                    <a:pt x="6811" y="3650"/>
                    <a:pt x="8173" y="3975"/>
                  </a:cubicBezTo>
                  <a:cubicBezTo>
                    <a:pt x="8273" y="4000"/>
                    <a:pt x="8235" y="4150"/>
                    <a:pt x="8135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34"/>
            <p:cNvSpPr/>
            <p:nvPr/>
          </p:nvSpPr>
          <p:spPr>
            <a:xfrm>
              <a:off x="1020100" y="4375975"/>
              <a:ext cx="88425" cy="80000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3424" y="2888"/>
                  </a:moveTo>
                  <a:cubicBezTo>
                    <a:pt x="2550" y="3087"/>
                    <a:pt x="1700" y="3200"/>
                    <a:pt x="888" y="2713"/>
                  </a:cubicBezTo>
                  <a:cubicBezTo>
                    <a:pt x="363" y="2388"/>
                    <a:pt x="0" y="1875"/>
                    <a:pt x="100" y="1225"/>
                  </a:cubicBezTo>
                  <a:cubicBezTo>
                    <a:pt x="188" y="613"/>
                    <a:pt x="688" y="138"/>
                    <a:pt x="1312" y="63"/>
                  </a:cubicBezTo>
                  <a:cubicBezTo>
                    <a:pt x="1787" y="13"/>
                    <a:pt x="2462" y="176"/>
                    <a:pt x="2512" y="726"/>
                  </a:cubicBezTo>
                  <a:cubicBezTo>
                    <a:pt x="2525" y="813"/>
                    <a:pt x="2387" y="813"/>
                    <a:pt x="2375" y="726"/>
                  </a:cubicBezTo>
                  <a:cubicBezTo>
                    <a:pt x="2312" y="1"/>
                    <a:pt x="1100" y="263"/>
                    <a:pt x="775" y="488"/>
                  </a:cubicBezTo>
                  <a:cubicBezTo>
                    <a:pt x="288" y="838"/>
                    <a:pt x="138" y="1500"/>
                    <a:pt x="438" y="2025"/>
                  </a:cubicBezTo>
                  <a:cubicBezTo>
                    <a:pt x="1050" y="3037"/>
                    <a:pt x="2400" y="2937"/>
                    <a:pt x="3374" y="2713"/>
                  </a:cubicBezTo>
                  <a:cubicBezTo>
                    <a:pt x="3487" y="2688"/>
                    <a:pt x="3537" y="2863"/>
                    <a:pt x="3424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34"/>
            <p:cNvSpPr/>
            <p:nvPr/>
          </p:nvSpPr>
          <p:spPr>
            <a:xfrm>
              <a:off x="1130700" y="4386300"/>
              <a:ext cx="33450" cy="43450"/>
            </a:xfrm>
            <a:custGeom>
              <a:avLst/>
              <a:gdLst/>
              <a:ahLst/>
              <a:cxnLst/>
              <a:rect l="l" t="t" r="r" b="b"/>
              <a:pathLst>
                <a:path w="1338" h="1738" extrusionOk="0">
                  <a:moveTo>
                    <a:pt x="1237" y="1550"/>
                  </a:moveTo>
                  <a:cubicBezTo>
                    <a:pt x="700" y="1737"/>
                    <a:pt x="0" y="1412"/>
                    <a:pt x="75" y="762"/>
                  </a:cubicBezTo>
                  <a:cubicBezTo>
                    <a:pt x="125" y="338"/>
                    <a:pt x="825" y="0"/>
                    <a:pt x="1087" y="425"/>
                  </a:cubicBezTo>
                  <a:cubicBezTo>
                    <a:pt x="1162" y="538"/>
                    <a:pt x="987" y="637"/>
                    <a:pt x="912" y="525"/>
                  </a:cubicBezTo>
                  <a:cubicBezTo>
                    <a:pt x="800" y="463"/>
                    <a:pt x="662" y="438"/>
                    <a:pt x="537" y="488"/>
                  </a:cubicBezTo>
                  <a:cubicBezTo>
                    <a:pt x="263" y="712"/>
                    <a:pt x="213" y="937"/>
                    <a:pt x="388" y="1137"/>
                  </a:cubicBezTo>
                  <a:cubicBezTo>
                    <a:pt x="550" y="1450"/>
                    <a:pt x="887" y="1487"/>
                    <a:pt x="1200" y="1400"/>
                  </a:cubicBezTo>
                  <a:cubicBezTo>
                    <a:pt x="1300" y="1362"/>
                    <a:pt x="1337" y="1525"/>
                    <a:pt x="1237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34"/>
            <p:cNvSpPr/>
            <p:nvPr/>
          </p:nvSpPr>
          <p:spPr>
            <a:xfrm>
              <a:off x="740475" y="437785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38" y="351"/>
                  </a:moveTo>
                  <a:cubicBezTo>
                    <a:pt x="1275" y="713"/>
                    <a:pt x="813" y="1275"/>
                    <a:pt x="413" y="950"/>
                  </a:cubicBezTo>
                  <a:cubicBezTo>
                    <a:pt x="1" y="626"/>
                    <a:pt x="476" y="1"/>
                    <a:pt x="888" y="301"/>
                  </a:cubicBezTo>
                  <a:cubicBezTo>
                    <a:pt x="950" y="351"/>
                    <a:pt x="900" y="463"/>
                    <a:pt x="813" y="451"/>
                  </a:cubicBezTo>
                  <a:lnTo>
                    <a:pt x="813" y="451"/>
                  </a:lnTo>
                  <a:cubicBezTo>
                    <a:pt x="776" y="376"/>
                    <a:pt x="875" y="276"/>
                    <a:pt x="950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34"/>
            <p:cNvSpPr/>
            <p:nvPr/>
          </p:nvSpPr>
          <p:spPr>
            <a:xfrm>
              <a:off x="816075" y="4313800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2963" y="4462"/>
                  </a:moveTo>
                  <a:cubicBezTo>
                    <a:pt x="1563" y="3363"/>
                    <a:pt x="538" y="1850"/>
                    <a:pt x="26" y="151"/>
                  </a:cubicBezTo>
                  <a:cubicBezTo>
                    <a:pt x="1" y="63"/>
                    <a:pt x="138" y="1"/>
                    <a:pt x="188" y="88"/>
                  </a:cubicBezTo>
                  <a:cubicBezTo>
                    <a:pt x="926" y="1700"/>
                    <a:pt x="1700" y="3188"/>
                    <a:pt x="3050" y="4375"/>
                  </a:cubicBezTo>
                  <a:cubicBezTo>
                    <a:pt x="3113" y="4437"/>
                    <a:pt x="3025" y="4525"/>
                    <a:pt x="29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34"/>
            <p:cNvSpPr/>
            <p:nvPr/>
          </p:nvSpPr>
          <p:spPr>
            <a:xfrm>
              <a:off x="799850" y="4293200"/>
              <a:ext cx="30950" cy="32500"/>
            </a:xfrm>
            <a:custGeom>
              <a:avLst/>
              <a:gdLst/>
              <a:ahLst/>
              <a:cxnLst/>
              <a:rect l="l" t="t" r="r" b="b"/>
              <a:pathLst>
                <a:path w="1238" h="1300" extrusionOk="0">
                  <a:moveTo>
                    <a:pt x="737" y="800"/>
                  </a:moveTo>
                  <a:lnTo>
                    <a:pt x="737" y="737"/>
                  </a:lnTo>
                  <a:cubicBezTo>
                    <a:pt x="812" y="662"/>
                    <a:pt x="925" y="750"/>
                    <a:pt x="875" y="850"/>
                  </a:cubicBezTo>
                  <a:cubicBezTo>
                    <a:pt x="637" y="1300"/>
                    <a:pt x="0" y="750"/>
                    <a:pt x="350" y="375"/>
                  </a:cubicBezTo>
                  <a:cubicBezTo>
                    <a:pt x="687" y="0"/>
                    <a:pt x="1237" y="550"/>
                    <a:pt x="850" y="912"/>
                  </a:cubicBezTo>
                  <a:cubicBezTo>
                    <a:pt x="762" y="975"/>
                    <a:pt x="675" y="875"/>
                    <a:pt x="725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34"/>
            <p:cNvSpPr/>
            <p:nvPr/>
          </p:nvSpPr>
          <p:spPr>
            <a:xfrm>
              <a:off x="848575" y="4298825"/>
              <a:ext cx="5650" cy="9375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13" y="263"/>
                  </a:moveTo>
                  <a:cubicBezTo>
                    <a:pt x="1" y="188"/>
                    <a:pt x="26" y="113"/>
                    <a:pt x="76" y="63"/>
                  </a:cubicBezTo>
                  <a:cubicBezTo>
                    <a:pt x="113" y="0"/>
                    <a:pt x="226" y="13"/>
                    <a:pt x="226" y="100"/>
                  </a:cubicBezTo>
                  <a:cubicBezTo>
                    <a:pt x="213" y="150"/>
                    <a:pt x="213" y="213"/>
                    <a:pt x="213" y="263"/>
                  </a:cubicBezTo>
                  <a:cubicBezTo>
                    <a:pt x="201" y="375"/>
                    <a:pt x="38" y="375"/>
                    <a:pt x="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34"/>
            <p:cNvSpPr/>
            <p:nvPr/>
          </p:nvSpPr>
          <p:spPr>
            <a:xfrm>
              <a:off x="980725" y="4331300"/>
              <a:ext cx="10025" cy="690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88" y="88"/>
                  </a:moveTo>
                  <a:cubicBezTo>
                    <a:pt x="151" y="51"/>
                    <a:pt x="226" y="26"/>
                    <a:pt x="301" y="13"/>
                  </a:cubicBezTo>
                  <a:cubicBezTo>
                    <a:pt x="351" y="1"/>
                    <a:pt x="401" y="63"/>
                    <a:pt x="351" y="113"/>
                  </a:cubicBezTo>
                  <a:cubicBezTo>
                    <a:pt x="301" y="176"/>
                    <a:pt x="226" y="226"/>
                    <a:pt x="151" y="251"/>
                  </a:cubicBezTo>
                  <a:cubicBezTo>
                    <a:pt x="63" y="276"/>
                    <a:pt x="1" y="138"/>
                    <a:pt x="8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34"/>
            <p:cNvSpPr/>
            <p:nvPr/>
          </p:nvSpPr>
          <p:spPr>
            <a:xfrm>
              <a:off x="839525" y="4440350"/>
              <a:ext cx="156850" cy="27825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6174" y="1100"/>
                  </a:moveTo>
                  <a:cubicBezTo>
                    <a:pt x="5311" y="1112"/>
                    <a:pt x="4449" y="1025"/>
                    <a:pt x="3612" y="850"/>
                  </a:cubicBezTo>
                  <a:cubicBezTo>
                    <a:pt x="2462" y="625"/>
                    <a:pt x="1337" y="175"/>
                    <a:pt x="163" y="500"/>
                  </a:cubicBezTo>
                  <a:cubicBezTo>
                    <a:pt x="38" y="525"/>
                    <a:pt x="0" y="362"/>
                    <a:pt x="113" y="313"/>
                  </a:cubicBezTo>
                  <a:cubicBezTo>
                    <a:pt x="900" y="0"/>
                    <a:pt x="1625" y="163"/>
                    <a:pt x="2437" y="337"/>
                  </a:cubicBezTo>
                  <a:cubicBezTo>
                    <a:pt x="3674" y="612"/>
                    <a:pt x="4899" y="862"/>
                    <a:pt x="6174" y="925"/>
                  </a:cubicBezTo>
                  <a:cubicBezTo>
                    <a:pt x="6274" y="937"/>
                    <a:pt x="6274" y="1087"/>
                    <a:pt x="6174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34"/>
            <p:cNvSpPr/>
            <p:nvPr/>
          </p:nvSpPr>
          <p:spPr>
            <a:xfrm>
              <a:off x="817950" y="4437225"/>
              <a:ext cx="33150" cy="31250"/>
            </a:xfrm>
            <a:custGeom>
              <a:avLst/>
              <a:gdLst/>
              <a:ahLst/>
              <a:cxnLst/>
              <a:rect l="l" t="t" r="r" b="b"/>
              <a:pathLst>
                <a:path w="1326" h="1250" extrusionOk="0">
                  <a:moveTo>
                    <a:pt x="876" y="550"/>
                  </a:moveTo>
                  <a:lnTo>
                    <a:pt x="763" y="587"/>
                  </a:lnTo>
                  <a:cubicBezTo>
                    <a:pt x="713" y="512"/>
                    <a:pt x="763" y="413"/>
                    <a:pt x="851" y="425"/>
                  </a:cubicBezTo>
                  <a:cubicBezTo>
                    <a:pt x="1326" y="587"/>
                    <a:pt x="851" y="1250"/>
                    <a:pt x="476" y="1012"/>
                  </a:cubicBezTo>
                  <a:cubicBezTo>
                    <a:pt x="1" y="712"/>
                    <a:pt x="551" y="0"/>
                    <a:pt x="976" y="438"/>
                  </a:cubicBezTo>
                  <a:cubicBezTo>
                    <a:pt x="1038" y="500"/>
                    <a:pt x="963" y="600"/>
                    <a:pt x="876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4"/>
            <p:cNvSpPr/>
            <p:nvPr/>
          </p:nvSpPr>
          <p:spPr>
            <a:xfrm>
              <a:off x="773900" y="4388175"/>
              <a:ext cx="72825" cy="2250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2813" y="263"/>
                  </a:moveTo>
                  <a:cubicBezTo>
                    <a:pt x="2500" y="562"/>
                    <a:pt x="2113" y="750"/>
                    <a:pt x="1688" y="800"/>
                  </a:cubicBezTo>
                  <a:cubicBezTo>
                    <a:pt x="1226" y="862"/>
                    <a:pt x="526" y="900"/>
                    <a:pt x="113" y="637"/>
                  </a:cubicBezTo>
                  <a:cubicBezTo>
                    <a:pt x="1" y="575"/>
                    <a:pt x="63" y="413"/>
                    <a:pt x="188" y="438"/>
                  </a:cubicBezTo>
                  <a:cubicBezTo>
                    <a:pt x="976" y="637"/>
                    <a:pt x="2013" y="687"/>
                    <a:pt x="2650" y="100"/>
                  </a:cubicBezTo>
                  <a:cubicBezTo>
                    <a:pt x="2763" y="0"/>
                    <a:pt x="2913" y="163"/>
                    <a:pt x="2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4"/>
            <p:cNvSpPr/>
            <p:nvPr/>
          </p:nvSpPr>
          <p:spPr>
            <a:xfrm>
              <a:off x="774525" y="4381600"/>
              <a:ext cx="70650" cy="23450"/>
            </a:xfrm>
            <a:custGeom>
              <a:avLst/>
              <a:gdLst/>
              <a:ahLst/>
              <a:cxnLst/>
              <a:rect l="l" t="t" r="r" b="b"/>
              <a:pathLst>
                <a:path w="2826" h="938" extrusionOk="0">
                  <a:moveTo>
                    <a:pt x="63" y="738"/>
                  </a:moveTo>
                  <a:cubicBezTo>
                    <a:pt x="588" y="51"/>
                    <a:pt x="2013" y="1"/>
                    <a:pt x="2725" y="376"/>
                  </a:cubicBezTo>
                  <a:cubicBezTo>
                    <a:pt x="2825" y="426"/>
                    <a:pt x="2750" y="563"/>
                    <a:pt x="2650" y="551"/>
                  </a:cubicBezTo>
                  <a:cubicBezTo>
                    <a:pt x="1938" y="438"/>
                    <a:pt x="776" y="176"/>
                    <a:pt x="213" y="850"/>
                  </a:cubicBezTo>
                  <a:cubicBezTo>
                    <a:pt x="151" y="938"/>
                    <a:pt x="1" y="825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4"/>
            <p:cNvSpPr/>
            <p:nvPr/>
          </p:nvSpPr>
          <p:spPr>
            <a:xfrm>
              <a:off x="927300" y="4396600"/>
              <a:ext cx="17850" cy="55950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301" y="2087"/>
                  </a:moveTo>
                  <a:cubicBezTo>
                    <a:pt x="476" y="1450"/>
                    <a:pt x="376" y="775"/>
                    <a:pt x="51" y="213"/>
                  </a:cubicBezTo>
                  <a:cubicBezTo>
                    <a:pt x="1" y="101"/>
                    <a:pt x="163" y="1"/>
                    <a:pt x="238" y="101"/>
                  </a:cubicBezTo>
                  <a:cubicBezTo>
                    <a:pt x="626" y="713"/>
                    <a:pt x="713" y="1450"/>
                    <a:pt x="476" y="2137"/>
                  </a:cubicBezTo>
                  <a:cubicBezTo>
                    <a:pt x="438" y="2237"/>
                    <a:pt x="288" y="2200"/>
                    <a:pt x="301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34"/>
            <p:cNvSpPr/>
            <p:nvPr/>
          </p:nvSpPr>
          <p:spPr>
            <a:xfrm>
              <a:off x="922000" y="4396600"/>
              <a:ext cx="15950" cy="54375"/>
            </a:xfrm>
            <a:custGeom>
              <a:avLst/>
              <a:gdLst/>
              <a:ahLst/>
              <a:cxnLst/>
              <a:rect l="l" t="t" r="r" b="b"/>
              <a:pathLst>
                <a:path w="638" h="2175" extrusionOk="0">
                  <a:moveTo>
                    <a:pt x="450" y="188"/>
                  </a:moveTo>
                  <a:cubicBezTo>
                    <a:pt x="313" y="550"/>
                    <a:pt x="275" y="950"/>
                    <a:pt x="338" y="1338"/>
                  </a:cubicBezTo>
                  <a:cubicBezTo>
                    <a:pt x="375" y="1613"/>
                    <a:pt x="525" y="1788"/>
                    <a:pt x="625" y="2038"/>
                  </a:cubicBezTo>
                  <a:cubicBezTo>
                    <a:pt x="638" y="2075"/>
                    <a:pt x="613" y="2112"/>
                    <a:pt x="563" y="2125"/>
                  </a:cubicBezTo>
                  <a:cubicBezTo>
                    <a:pt x="275" y="2175"/>
                    <a:pt x="163" y="1850"/>
                    <a:pt x="113" y="1613"/>
                  </a:cubicBezTo>
                  <a:cubicBezTo>
                    <a:pt x="0" y="1113"/>
                    <a:pt x="38" y="600"/>
                    <a:pt x="238" y="126"/>
                  </a:cubicBezTo>
                  <a:cubicBezTo>
                    <a:pt x="288" y="1"/>
                    <a:pt x="500" y="51"/>
                    <a:pt x="45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34"/>
            <p:cNvSpPr/>
            <p:nvPr/>
          </p:nvSpPr>
          <p:spPr>
            <a:xfrm>
              <a:off x="1194425" y="4364725"/>
              <a:ext cx="82825" cy="26900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3187" y="926"/>
                  </a:moveTo>
                  <a:cubicBezTo>
                    <a:pt x="2175" y="1076"/>
                    <a:pt x="800" y="926"/>
                    <a:pt x="50" y="163"/>
                  </a:cubicBezTo>
                  <a:cubicBezTo>
                    <a:pt x="0" y="113"/>
                    <a:pt x="50" y="1"/>
                    <a:pt x="125" y="26"/>
                  </a:cubicBezTo>
                  <a:cubicBezTo>
                    <a:pt x="600" y="188"/>
                    <a:pt x="1013" y="476"/>
                    <a:pt x="1500" y="601"/>
                  </a:cubicBezTo>
                  <a:cubicBezTo>
                    <a:pt x="2037" y="738"/>
                    <a:pt x="2600" y="776"/>
                    <a:pt x="3150" y="713"/>
                  </a:cubicBezTo>
                  <a:cubicBezTo>
                    <a:pt x="3275" y="701"/>
                    <a:pt x="3312" y="913"/>
                    <a:pt x="3187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34"/>
            <p:cNvSpPr/>
            <p:nvPr/>
          </p:nvSpPr>
          <p:spPr>
            <a:xfrm>
              <a:off x="1194425" y="4355975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138" y="238"/>
                  </a:moveTo>
                  <a:cubicBezTo>
                    <a:pt x="763" y="126"/>
                    <a:pt x="1413" y="1"/>
                    <a:pt x="2050" y="101"/>
                  </a:cubicBezTo>
                  <a:cubicBezTo>
                    <a:pt x="2737" y="201"/>
                    <a:pt x="3312" y="551"/>
                    <a:pt x="3887" y="926"/>
                  </a:cubicBezTo>
                  <a:cubicBezTo>
                    <a:pt x="4024" y="1013"/>
                    <a:pt x="3899" y="1238"/>
                    <a:pt x="3749" y="1151"/>
                  </a:cubicBezTo>
                  <a:cubicBezTo>
                    <a:pt x="3287" y="838"/>
                    <a:pt x="2800" y="526"/>
                    <a:pt x="2237" y="388"/>
                  </a:cubicBezTo>
                  <a:cubicBezTo>
                    <a:pt x="1575" y="226"/>
                    <a:pt x="863" y="338"/>
                    <a:pt x="200" y="451"/>
                  </a:cubicBezTo>
                  <a:cubicBezTo>
                    <a:pt x="63" y="463"/>
                    <a:pt x="0" y="263"/>
                    <a:pt x="13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34"/>
            <p:cNvSpPr/>
            <p:nvPr/>
          </p:nvSpPr>
          <p:spPr>
            <a:xfrm>
              <a:off x="593025" y="3689900"/>
              <a:ext cx="199650" cy="551150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3487" y="88"/>
                  </a:moveTo>
                  <a:cubicBezTo>
                    <a:pt x="4799" y="1426"/>
                    <a:pt x="5286" y="2938"/>
                    <a:pt x="5074" y="4837"/>
                  </a:cubicBezTo>
                  <a:cubicBezTo>
                    <a:pt x="4899" y="6237"/>
                    <a:pt x="4287" y="7487"/>
                    <a:pt x="3749" y="8761"/>
                  </a:cubicBezTo>
                  <a:cubicBezTo>
                    <a:pt x="1875" y="13235"/>
                    <a:pt x="0" y="21470"/>
                    <a:pt x="7773" y="21808"/>
                  </a:cubicBezTo>
                  <a:cubicBezTo>
                    <a:pt x="7861" y="21808"/>
                    <a:pt x="7861" y="21933"/>
                    <a:pt x="7773" y="21945"/>
                  </a:cubicBezTo>
                  <a:cubicBezTo>
                    <a:pt x="4737" y="22045"/>
                    <a:pt x="2400" y="20071"/>
                    <a:pt x="1700" y="17084"/>
                  </a:cubicBezTo>
                  <a:cubicBezTo>
                    <a:pt x="388" y="11435"/>
                    <a:pt x="7986" y="5012"/>
                    <a:pt x="3349" y="213"/>
                  </a:cubicBezTo>
                  <a:cubicBezTo>
                    <a:pt x="3274" y="138"/>
                    <a:pt x="3399" y="1"/>
                    <a:pt x="34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34"/>
            <p:cNvSpPr/>
            <p:nvPr/>
          </p:nvSpPr>
          <p:spPr>
            <a:xfrm>
              <a:off x="770150" y="4055125"/>
              <a:ext cx="121575" cy="180925"/>
            </a:xfrm>
            <a:custGeom>
              <a:avLst/>
              <a:gdLst/>
              <a:ahLst/>
              <a:cxnLst/>
              <a:rect l="l" t="t" r="r" b="b"/>
              <a:pathLst>
                <a:path w="4863" h="7237" extrusionOk="0">
                  <a:moveTo>
                    <a:pt x="1688" y="7036"/>
                  </a:moveTo>
                  <a:cubicBezTo>
                    <a:pt x="3413" y="6911"/>
                    <a:pt x="4425" y="4949"/>
                    <a:pt x="4225" y="3400"/>
                  </a:cubicBezTo>
                  <a:cubicBezTo>
                    <a:pt x="4025" y="1775"/>
                    <a:pt x="1725" y="113"/>
                    <a:pt x="201" y="1513"/>
                  </a:cubicBezTo>
                  <a:cubicBezTo>
                    <a:pt x="126" y="1588"/>
                    <a:pt x="1" y="1463"/>
                    <a:pt x="88" y="1388"/>
                  </a:cubicBezTo>
                  <a:cubicBezTo>
                    <a:pt x="1338" y="1"/>
                    <a:pt x="3875" y="1313"/>
                    <a:pt x="4325" y="2825"/>
                  </a:cubicBezTo>
                  <a:cubicBezTo>
                    <a:pt x="4862" y="4637"/>
                    <a:pt x="3700" y="7086"/>
                    <a:pt x="1688" y="7224"/>
                  </a:cubicBezTo>
                  <a:cubicBezTo>
                    <a:pt x="1563" y="7236"/>
                    <a:pt x="1563" y="7049"/>
                    <a:pt x="1688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34"/>
            <p:cNvSpPr/>
            <p:nvPr/>
          </p:nvSpPr>
          <p:spPr>
            <a:xfrm>
              <a:off x="748600" y="4108250"/>
              <a:ext cx="77200" cy="73425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625" y="163"/>
                  </a:moveTo>
                  <a:cubicBezTo>
                    <a:pt x="251" y="900"/>
                    <a:pt x="476" y="1800"/>
                    <a:pt x="1163" y="2274"/>
                  </a:cubicBezTo>
                  <a:cubicBezTo>
                    <a:pt x="1913" y="2749"/>
                    <a:pt x="2750" y="2237"/>
                    <a:pt x="2887" y="1425"/>
                  </a:cubicBezTo>
                  <a:cubicBezTo>
                    <a:pt x="2900" y="1325"/>
                    <a:pt x="3087" y="1337"/>
                    <a:pt x="3075" y="1450"/>
                  </a:cubicBezTo>
                  <a:cubicBezTo>
                    <a:pt x="3000" y="2324"/>
                    <a:pt x="2075" y="2937"/>
                    <a:pt x="1250" y="2549"/>
                  </a:cubicBezTo>
                  <a:cubicBezTo>
                    <a:pt x="351" y="2137"/>
                    <a:pt x="1" y="912"/>
                    <a:pt x="501" y="75"/>
                  </a:cubicBezTo>
                  <a:cubicBezTo>
                    <a:pt x="550" y="0"/>
                    <a:pt x="663" y="75"/>
                    <a:pt x="6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34"/>
            <p:cNvSpPr/>
            <p:nvPr/>
          </p:nvSpPr>
          <p:spPr>
            <a:xfrm>
              <a:off x="819525" y="4135100"/>
              <a:ext cx="325" cy="350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13" y="1"/>
                  </a:moveTo>
                  <a:lnTo>
                    <a:pt x="13" y="13"/>
                  </a:lnTo>
                  <a:cubicBezTo>
                    <a:pt x="13" y="13"/>
                    <a:pt x="0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34"/>
            <p:cNvSpPr/>
            <p:nvPr/>
          </p:nvSpPr>
          <p:spPr>
            <a:xfrm>
              <a:off x="641450" y="4121350"/>
              <a:ext cx="103750" cy="206550"/>
            </a:xfrm>
            <a:custGeom>
              <a:avLst/>
              <a:gdLst/>
              <a:ahLst/>
              <a:cxnLst/>
              <a:rect l="l" t="t" r="r" b="b"/>
              <a:pathLst>
                <a:path w="4150" h="8262" extrusionOk="0">
                  <a:moveTo>
                    <a:pt x="163" y="101"/>
                  </a:moveTo>
                  <a:cubicBezTo>
                    <a:pt x="450" y="1288"/>
                    <a:pt x="975" y="2400"/>
                    <a:pt x="1712" y="3375"/>
                  </a:cubicBezTo>
                  <a:cubicBezTo>
                    <a:pt x="2237" y="4087"/>
                    <a:pt x="2937" y="4737"/>
                    <a:pt x="3299" y="5562"/>
                  </a:cubicBezTo>
                  <a:cubicBezTo>
                    <a:pt x="3699" y="6474"/>
                    <a:pt x="3699" y="7436"/>
                    <a:pt x="3012" y="8199"/>
                  </a:cubicBezTo>
                  <a:cubicBezTo>
                    <a:pt x="2949" y="8261"/>
                    <a:pt x="2825" y="8174"/>
                    <a:pt x="2875" y="8086"/>
                  </a:cubicBezTo>
                  <a:cubicBezTo>
                    <a:pt x="4149" y="6212"/>
                    <a:pt x="2387" y="4725"/>
                    <a:pt x="1375" y="3275"/>
                  </a:cubicBezTo>
                  <a:cubicBezTo>
                    <a:pt x="725" y="2325"/>
                    <a:pt x="263" y="1263"/>
                    <a:pt x="13" y="138"/>
                  </a:cubicBezTo>
                  <a:cubicBezTo>
                    <a:pt x="0" y="38"/>
                    <a:pt x="138" y="1"/>
                    <a:pt x="1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34"/>
            <p:cNvSpPr/>
            <p:nvPr/>
          </p:nvSpPr>
          <p:spPr>
            <a:xfrm>
              <a:off x="646450" y="3978900"/>
              <a:ext cx="81250" cy="88750"/>
            </a:xfrm>
            <a:custGeom>
              <a:avLst/>
              <a:gdLst/>
              <a:ahLst/>
              <a:cxnLst/>
              <a:rect l="l" t="t" r="r" b="b"/>
              <a:pathLst>
                <a:path w="3250" h="3550" extrusionOk="0">
                  <a:moveTo>
                    <a:pt x="488" y="163"/>
                  </a:moveTo>
                  <a:cubicBezTo>
                    <a:pt x="263" y="1138"/>
                    <a:pt x="163" y="2500"/>
                    <a:pt x="1175" y="3112"/>
                  </a:cubicBezTo>
                  <a:cubicBezTo>
                    <a:pt x="1650" y="3375"/>
                    <a:pt x="2237" y="3287"/>
                    <a:pt x="2625" y="2900"/>
                  </a:cubicBezTo>
                  <a:cubicBezTo>
                    <a:pt x="2924" y="2575"/>
                    <a:pt x="3249" y="1250"/>
                    <a:pt x="2475" y="1163"/>
                  </a:cubicBezTo>
                  <a:cubicBezTo>
                    <a:pt x="2387" y="1163"/>
                    <a:pt x="2387" y="1025"/>
                    <a:pt x="2475" y="1038"/>
                  </a:cubicBezTo>
                  <a:cubicBezTo>
                    <a:pt x="3012" y="1088"/>
                    <a:pt x="3187" y="1762"/>
                    <a:pt x="3137" y="2237"/>
                  </a:cubicBezTo>
                  <a:cubicBezTo>
                    <a:pt x="3062" y="2850"/>
                    <a:pt x="2587" y="3350"/>
                    <a:pt x="1975" y="3450"/>
                  </a:cubicBezTo>
                  <a:cubicBezTo>
                    <a:pt x="1325" y="3550"/>
                    <a:pt x="813" y="3187"/>
                    <a:pt x="488" y="2650"/>
                  </a:cubicBezTo>
                  <a:cubicBezTo>
                    <a:pt x="0" y="1850"/>
                    <a:pt x="113" y="988"/>
                    <a:pt x="313" y="113"/>
                  </a:cubicBezTo>
                  <a:cubicBezTo>
                    <a:pt x="338" y="0"/>
                    <a:pt x="513" y="50"/>
                    <a:pt x="488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34"/>
            <p:cNvSpPr/>
            <p:nvPr/>
          </p:nvSpPr>
          <p:spPr>
            <a:xfrm>
              <a:off x="672675" y="3923300"/>
              <a:ext cx="43775" cy="33450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351" y="150"/>
                  </a:moveTo>
                  <a:cubicBezTo>
                    <a:pt x="263" y="462"/>
                    <a:pt x="301" y="787"/>
                    <a:pt x="613" y="962"/>
                  </a:cubicBezTo>
                  <a:cubicBezTo>
                    <a:pt x="813" y="1137"/>
                    <a:pt x="1026" y="1087"/>
                    <a:pt x="1263" y="800"/>
                  </a:cubicBezTo>
                  <a:cubicBezTo>
                    <a:pt x="1301" y="675"/>
                    <a:pt x="1288" y="537"/>
                    <a:pt x="1213" y="425"/>
                  </a:cubicBezTo>
                  <a:cubicBezTo>
                    <a:pt x="1101" y="350"/>
                    <a:pt x="1201" y="175"/>
                    <a:pt x="1326" y="250"/>
                  </a:cubicBezTo>
                  <a:cubicBezTo>
                    <a:pt x="1750" y="512"/>
                    <a:pt x="1413" y="1212"/>
                    <a:pt x="976" y="1262"/>
                  </a:cubicBezTo>
                  <a:cubicBezTo>
                    <a:pt x="326" y="1337"/>
                    <a:pt x="1" y="637"/>
                    <a:pt x="201" y="100"/>
                  </a:cubicBezTo>
                  <a:cubicBezTo>
                    <a:pt x="226" y="0"/>
                    <a:pt x="376" y="38"/>
                    <a:pt x="351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34"/>
            <p:cNvSpPr/>
            <p:nvPr/>
          </p:nvSpPr>
          <p:spPr>
            <a:xfrm>
              <a:off x="692375" y="4315375"/>
              <a:ext cx="32200" cy="31900"/>
            </a:xfrm>
            <a:custGeom>
              <a:avLst/>
              <a:gdLst/>
              <a:ahLst/>
              <a:cxnLst/>
              <a:rect l="l" t="t" r="r" b="b"/>
              <a:pathLst>
                <a:path w="1288" h="1276" extrusionOk="0">
                  <a:moveTo>
                    <a:pt x="838" y="463"/>
                  </a:moveTo>
                  <a:lnTo>
                    <a:pt x="838" y="463"/>
                  </a:lnTo>
                  <a:cubicBezTo>
                    <a:pt x="825" y="375"/>
                    <a:pt x="937" y="325"/>
                    <a:pt x="987" y="388"/>
                  </a:cubicBezTo>
                  <a:cubicBezTo>
                    <a:pt x="1287" y="800"/>
                    <a:pt x="663" y="1275"/>
                    <a:pt x="338" y="863"/>
                  </a:cubicBezTo>
                  <a:cubicBezTo>
                    <a:pt x="0" y="438"/>
                    <a:pt x="575" y="0"/>
                    <a:pt x="937" y="325"/>
                  </a:cubicBezTo>
                  <a:cubicBezTo>
                    <a:pt x="1012" y="388"/>
                    <a:pt x="912" y="488"/>
                    <a:pt x="8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34"/>
            <p:cNvSpPr/>
            <p:nvPr/>
          </p:nvSpPr>
          <p:spPr>
            <a:xfrm>
              <a:off x="675500" y="419385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0" y="50"/>
                  </a:moveTo>
                  <a:cubicBezTo>
                    <a:pt x="1338" y="1412"/>
                    <a:pt x="2825" y="2175"/>
                    <a:pt x="4437" y="2924"/>
                  </a:cubicBezTo>
                  <a:cubicBezTo>
                    <a:pt x="4524" y="2962"/>
                    <a:pt x="4462" y="3099"/>
                    <a:pt x="4374" y="3074"/>
                  </a:cubicBezTo>
                  <a:cubicBezTo>
                    <a:pt x="2675" y="2562"/>
                    <a:pt x="1163" y="1550"/>
                    <a:pt x="63" y="150"/>
                  </a:cubicBezTo>
                  <a:cubicBezTo>
                    <a:pt x="0" y="88"/>
                    <a:pt x="100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34"/>
            <p:cNvSpPr/>
            <p:nvPr/>
          </p:nvSpPr>
          <p:spPr>
            <a:xfrm>
              <a:off x="776725" y="4256950"/>
              <a:ext cx="32525" cy="3095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388"/>
                  </a:moveTo>
                  <a:cubicBezTo>
                    <a:pt x="750" y="1"/>
                    <a:pt x="1300" y="538"/>
                    <a:pt x="925" y="888"/>
                  </a:cubicBezTo>
                  <a:cubicBezTo>
                    <a:pt x="550" y="1238"/>
                    <a:pt x="0" y="600"/>
                    <a:pt x="450" y="350"/>
                  </a:cubicBezTo>
                  <a:cubicBezTo>
                    <a:pt x="550" y="313"/>
                    <a:pt x="638" y="425"/>
                    <a:pt x="563" y="500"/>
                  </a:cubicBezTo>
                  <a:lnTo>
                    <a:pt x="500" y="500"/>
                  </a:lnTo>
                  <a:cubicBezTo>
                    <a:pt x="425" y="563"/>
                    <a:pt x="325" y="463"/>
                    <a:pt x="388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34"/>
            <p:cNvSpPr/>
            <p:nvPr/>
          </p:nvSpPr>
          <p:spPr>
            <a:xfrm>
              <a:off x="793900" y="4233200"/>
              <a:ext cx="9725" cy="5975"/>
            </a:xfrm>
            <a:custGeom>
              <a:avLst/>
              <a:gdLst/>
              <a:ahLst/>
              <a:cxnLst/>
              <a:rect l="l" t="t" r="r" b="b"/>
              <a:pathLst>
                <a:path w="389" h="239" extrusionOk="0">
                  <a:moveTo>
                    <a:pt x="126" y="26"/>
                  </a:moveTo>
                  <a:cubicBezTo>
                    <a:pt x="176" y="26"/>
                    <a:pt x="238" y="13"/>
                    <a:pt x="288" y="13"/>
                  </a:cubicBezTo>
                  <a:cubicBezTo>
                    <a:pt x="376" y="1"/>
                    <a:pt x="388" y="113"/>
                    <a:pt x="338" y="163"/>
                  </a:cubicBezTo>
                  <a:cubicBezTo>
                    <a:pt x="276" y="213"/>
                    <a:pt x="201" y="238"/>
                    <a:pt x="126" y="226"/>
                  </a:cubicBezTo>
                  <a:cubicBezTo>
                    <a:pt x="1" y="226"/>
                    <a:pt x="1" y="26"/>
                    <a:pt x="126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34"/>
            <p:cNvSpPr/>
            <p:nvPr/>
          </p:nvSpPr>
          <p:spPr>
            <a:xfrm>
              <a:off x="764225" y="4097000"/>
              <a:ext cx="6900" cy="10025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5" y="250"/>
                  </a:moveTo>
                  <a:cubicBezTo>
                    <a:pt x="50" y="163"/>
                    <a:pt x="100" y="88"/>
                    <a:pt x="163" y="38"/>
                  </a:cubicBezTo>
                  <a:cubicBezTo>
                    <a:pt x="213" y="0"/>
                    <a:pt x="275" y="38"/>
                    <a:pt x="263" y="100"/>
                  </a:cubicBezTo>
                  <a:cubicBezTo>
                    <a:pt x="250" y="175"/>
                    <a:pt x="225" y="250"/>
                    <a:pt x="188" y="313"/>
                  </a:cubicBezTo>
                  <a:cubicBezTo>
                    <a:pt x="138" y="400"/>
                    <a:pt x="0" y="338"/>
                    <a:pt x="25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34"/>
            <p:cNvSpPr/>
            <p:nvPr/>
          </p:nvSpPr>
          <p:spPr>
            <a:xfrm>
              <a:off x="634250" y="4091375"/>
              <a:ext cx="27850" cy="156850"/>
            </a:xfrm>
            <a:custGeom>
              <a:avLst/>
              <a:gdLst/>
              <a:ahLst/>
              <a:cxnLst/>
              <a:rect l="l" t="t" r="r" b="b"/>
              <a:pathLst>
                <a:path w="1114" h="6274" extrusionOk="0">
                  <a:moveTo>
                    <a:pt x="188" y="100"/>
                  </a:moveTo>
                  <a:cubicBezTo>
                    <a:pt x="251" y="1375"/>
                    <a:pt x="501" y="2600"/>
                    <a:pt x="776" y="3837"/>
                  </a:cubicBezTo>
                  <a:cubicBezTo>
                    <a:pt x="963" y="4649"/>
                    <a:pt x="1113" y="5361"/>
                    <a:pt x="801" y="6161"/>
                  </a:cubicBezTo>
                  <a:cubicBezTo>
                    <a:pt x="751" y="6274"/>
                    <a:pt x="588" y="6236"/>
                    <a:pt x="613" y="6111"/>
                  </a:cubicBezTo>
                  <a:cubicBezTo>
                    <a:pt x="926" y="4936"/>
                    <a:pt x="488" y="3812"/>
                    <a:pt x="263" y="2650"/>
                  </a:cubicBezTo>
                  <a:cubicBezTo>
                    <a:pt x="88" y="1812"/>
                    <a:pt x="1" y="963"/>
                    <a:pt x="13" y="100"/>
                  </a:cubicBezTo>
                  <a:cubicBezTo>
                    <a:pt x="26" y="0"/>
                    <a:pt x="176" y="0"/>
                    <a:pt x="18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34"/>
            <p:cNvSpPr/>
            <p:nvPr/>
          </p:nvSpPr>
          <p:spPr>
            <a:xfrm>
              <a:off x="634250" y="4236325"/>
              <a:ext cx="31275" cy="33150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813" y="351"/>
                  </a:moveTo>
                  <a:cubicBezTo>
                    <a:pt x="1251" y="776"/>
                    <a:pt x="526" y="1325"/>
                    <a:pt x="238" y="851"/>
                  </a:cubicBezTo>
                  <a:cubicBezTo>
                    <a:pt x="1" y="476"/>
                    <a:pt x="663" y="1"/>
                    <a:pt x="813" y="476"/>
                  </a:cubicBezTo>
                  <a:cubicBezTo>
                    <a:pt x="826" y="563"/>
                    <a:pt x="726" y="626"/>
                    <a:pt x="663" y="563"/>
                  </a:cubicBezTo>
                  <a:lnTo>
                    <a:pt x="688" y="451"/>
                  </a:lnTo>
                  <a:cubicBezTo>
                    <a:pt x="638" y="363"/>
                    <a:pt x="751" y="276"/>
                    <a:pt x="813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34"/>
            <p:cNvSpPr/>
            <p:nvPr/>
          </p:nvSpPr>
          <p:spPr>
            <a:xfrm>
              <a:off x="691750" y="4241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0" y="263"/>
                  </a:moveTo>
                  <a:cubicBezTo>
                    <a:pt x="213" y="900"/>
                    <a:pt x="263" y="1937"/>
                    <a:pt x="463" y="2724"/>
                  </a:cubicBezTo>
                  <a:cubicBezTo>
                    <a:pt x="488" y="2837"/>
                    <a:pt x="325" y="2912"/>
                    <a:pt x="263" y="2812"/>
                  </a:cubicBezTo>
                  <a:cubicBezTo>
                    <a:pt x="0" y="2387"/>
                    <a:pt x="38" y="1687"/>
                    <a:pt x="100" y="1225"/>
                  </a:cubicBezTo>
                  <a:cubicBezTo>
                    <a:pt x="150" y="800"/>
                    <a:pt x="350" y="413"/>
                    <a:pt x="638" y="100"/>
                  </a:cubicBezTo>
                  <a:cubicBezTo>
                    <a:pt x="750" y="0"/>
                    <a:pt x="900" y="163"/>
                    <a:pt x="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34"/>
            <p:cNvSpPr/>
            <p:nvPr/>
          </p:nvSpPr>
          <p:spPr>
            <a:xfrm>
              <a:off x="697675" y="4242575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76" y="2612"/>
                  </a:moveTo>
                  <a:cubicBezTo>
                    <a:pt x="763" y="2063"/>
                    <a:pt x="501" y="888"/>
                    <a:pt x="388" y="176"/>
                  </a:cubicBezTo>
                  <a:cubicBezTo>
                    <a:pt x="376" y="76"/>
                    <a:pt x="501" y="1"/>
                    <a:pt x="563" y="101"/>
                  </a:cubicBezTo>
                  <a:cubicBezTo>
                    <a:pt x="938" y="800"/>
                    <a:pt x="875" y="2238"/>
                    <a:pt x="188" y="2750"/>
                  </a:cubicBezTo>
                  <a:cubicBezTo>
                    <a:pt x="113" y="2825"/>
                    <a:pt x="1" y="2675"/>
                    <a:pt x="76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34"/>
            <p:cNvSpPr/>
            <p:nvPr/>
          </p:nvSpPr>
          <p:spPr>
            <a:xfrm>
              <a:off x="649250" y="4142600"/>
              <a:ext cx="56900" cy="18150"/>
            </a:xfrm>
            <a:custGeom>
              <a:avLst/>
              <a:gdLst/>
              <a:ahLst/>
              <a:cxnLst/>
              <a:rect l="l" t="t" r="r" b="b"/>
              <a:pathLst>
                <a:path w="2276" h="726" extrusionOk="0">
                  <a:moveTo>
                    <a:pt x="126" y="238"/>
                  </a:moveTo>
                  <a:cubicBezTo>
                    <a:pt x="800" y="1"/>
                    <a:pt x="1550" y="88"/>
                    <a:pt x="2163" y="476"/>
                  </a:cubicBezTo>
                  <a:cubicBezTo>
                    <a:pt x="2275" y="538"/>
                    <a:pt x="2175" y="726"/>
                    <a:pt x="2050" y="663"/>
                  </a:cubicBezTo>
                  <a:cubicBezTo>
                    <a:pt x="1475" y="326"/>
                    <a:pt x="800" y="238"/>
                    <a:pt x="176" y="413"/>
                  </a:cubicBezTo>
                  <a:cubicBezTo>
                    <a:pt x="51" y="438"/>
                    <a:pt x="1" y="263"/>
                    <a:pt x="126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34"/>
            <p:cNvSpPr/>
            <p:nvPr/>
          </p:nvSpPr>
          <p:spPr>
            <a:xfrm>
              <a:off x="649575" y="4149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2112" y="400"/>
                  </a:moveTo>
                  <a:cubicBezTo>
                    <a:pt x="1762" y="538"/>
                    <a:pt x="0" y="850"/>
                    <a:pt x="125" y="63"/>
                  </a:cubicBezTo>
                  <a:cubicBezTo>
                    <a:pt x="125" y="25"/>
                    <a:pt x="175" y="0"/>
                    <a:pt x="213" y="13"/>
                  </a:cubicBezTo>
                  <a:cubicBezTo>
                    <a:pt x="463" y="113"/>
                    <a:pt x="638" y="250"/>
                    <a:pt x="912" y="300"/>
                  </a:cubicBezTo>
                  <a:cubicBezTo>
                    <a:pt x="1300" y="363"/>
                    <a:pt x="1687" y="313"/>
                    <a:pt x="2062" y="188"/>
                  </a:cubicBezTo>
                  <a:cubicBezTo>
                    <a:pt x="2200" y="138"/>
                    <a:pt x="2250" y="338"/>
                    <a:pt x="2112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34"/>
            <p:cNvSpPr/>
            <p:nvPr/>
          </p:nvSpPr>
          <p:spPr>
            <a:xfrm>
              <a:off x="710800" y="3810500"/>
              <a:ext cx="26575" cy="82825"/>
            </a:xfrm>
            <a:custGeom>
              <a:avLst/>
              <a:gdLst/>
              <a:ahLst/>
              <a:cxnLst/>
              <a:rect l="l" t="t" r="r" b="b"/>
              <a:pathLst>
                <a:path w="1063" h="3313" extrusionOk="0">
                  <a:moveTo>
                    <a:pt x="363" y="151"/>
                  </a:moveTo>
                  <a:cubicBezTo>
                    <a:pt x="300" y="713"/>
                    <a:pt x="338" y="1275"/>
                    <a:pt x="475" y="1813"/>
                  </a:cubicBezTo>
                  <a:cubicBezTo>
                    <a:pt x="600" y="2300"/>
                    <a:pt x="888" y="2713"/>
                    <a:pt x="1050" y="3175"/>
                  </a:cubicBezTo>
                  <a:cubicBezTo>
                    <a:pt x="1063" y="3262"/>
                    <a:pt x="975" y="3312"/>
                    <a:pt x="913" y="3262"/>
                  </a:cubicBezTo>
                  <a:cubicBezTo>
                    <a:pt x="138" y="2500"/>
                    <a:pt x="1" y="1138"/>
                    <a:pt x="150" y="126"/>
                  </a:cubicBezTo>
                  <a:cubicBezTo>
                    <a:pt x="163" y="1"/>
                    <a:pt x="375" y="26"/>
                    <a:pt x="36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34"/>
            <p:cNvSpPr/>
            <p:nvPr/>
          </p:nvSpPr>
          <p:spPr>
            <a:xfrm>
              <a:off x="715475" y="3792700"/>
              <a:ext cx="30975" cy="100625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788" y="3824"/>
                  </a:moveTo>
                  <a:cubicBezTo>
                    <a:pt x="901" y="3150"/>
                    <a:pt x="1013" y="2450"/>
                    <a:pt x="851" y="1775"/>
                  </a:cubicBezTo>
                  <a:cubicBezTo>
                    <a:pt x="713" y="1225"/>
                    <a:pt x="401" y="738"/>
                    <a:pt x="88" y="263"/>
                  </a:cubicBezTo>
                  <a:cubicBezTo>
                    <a:pt x="1" y="125"/>
                    <a:pt x="226" y="0"/>
                    <a:pt x="313" y="138"/>
                  </a:cubicBezTo>
                  <a:cubicBezTo>
                    <a:pt x="688" y="700"/>
                    <a:pt x="1038" y="1288"/>
                    <a:pt x="1138" y="1975"/>
                  </a:cubicBezTo>
                  <a:cubicBezTo>
                    <a:pt x="1238" y="2612"/>
                    <a:pt x="1113" y="3262"/>
                    <a:pt x="1001" y="3887"/>
                  </a:cubicBezTo>
                  <a:cubicBezTo>
                    <a:pt x="976" y="4024"/>
                    <a:pt x="776" y="3962"/>
                    <a:pt x="78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34"/>
            <p:cNvSpPr/>
            <p:nvPr/>
          </p:nvSpPr>
          <p:spPr>
            <a:xfrm>
              <a:off x="894500" y="4197600"/>
              <a:ext cx="8475" cy="8150"/>
            </a:xfrm>
            <a:custGeom>
              <a:avLst/>
              <a:gdLst/>
              <a:ahLst/>
              <a:cxnLst/>
              <a:rect l="l" t="t" r="r" b="b"/>
              <a:pathLst>
                <a:path w="339" h="326" extrusionOk="0">
                  <a:moveTo>
                    <a:pt x="238" y="313"/>
                  </a:moveTo>
                  <a:cubicBezTo>
                    <a:pt x="151" y="325"/>
                    <a:pt x="76" y="288"/>
                    <a:pt x="26" y="213"/>
                  </a:cubicBezTo>
                  <a:cubicBezTo>
                    <a:pt x="1" y="200"/>
                    <a:pt x="1" y="163"/>
                    <a:pt x="1" y="138"/>
                  </a:cubicBezTo>
                  <a:lnTo>
                    <a:pt x="38" y="50"/>
                  </a:lnTo>
                  <a:cubicBezTo>
                    <a:pt x="38" y="13"/>
                    <a:pt x="101" y="0"/>
                    <a:pt x="126" y="38"/>
                  </a:cubicBezTo>
                  <a:lnTo>
                    <a:pt x="263" y="175"/>
                  </a:lnTo>
                  <a:cubicBezTo>
                    <a:pt x="338" y="200"/>
                    <a:pt x="326" y="325"/>
                    <a:pt x="23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34"/>
            <p:cNvSpPr/>
            <p:nvPr/>
          </p:nvSpPr>
          <p:spPr>
            <a:xfrm>
              <a:off x="900450" y="4190725"/>
              <a:ext cx="59050" cy="15025"/>
            </a:xfrm>
            <a:custGeom>
              <a:avLst/>
              <a:gdLst/>
              <a:ahLst/>
              <a:cxnLst/>
              <a:rect l="l" t="t" r="r" b="b"/>
              <a:pathLst>
                <a:path w="2362" h="601" extrusionOk="0">
                  <a:moveTo>
                    <a:pt x="63" y="475"/>
                  </a:moveTo>
                  <a:cubicBezTo>
                    <a:pt x="737" y="138"/>
                    <a:pt x="1537" y="0"/>
                    <a:pt x="2274" y="225"/>
                  </a:cubicBezTo>
                  <a:cubicBezTo>
                    <a:pt x="2362" y="250"/>
                    <a:pt x="2349" y="413"/>
                    <a:pt x="2249" y="400"/>
                  </a:cubicBezTo>
                  <a:cubicBezTo>
                    <a:pt x="1500" y="313"/>
                    <a:pt x="825" y="313"/>
                    <a:pt x="113" y="588"/>
                  </a:cubicBezTo>
                  <a:cubicBezTo>
                    <a:pt x="50" y="600"/>
                    <a:pt x="0" y="500"/>
                    <a:pt x="63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34"/>
            <p:cNvSpPr/>
            <p:nvPr/>
          </p:nvSpPr>
          <p:spPr>
            <a:xfrm>
              <a:off x="934175" y="4183525"/>
              <a:ext cx="25325" cy="16900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825" y="613"/>
                  </a:moveTo>
                  <a:cubicBezTo>
                    <a:pt x="613" y="351"/>
                    <a:pt x="376" y="276"/>
                    <a:pt x="76" y="163"/>
                  </a:cubicBezTo>
                  <a:cubicBezTo>
                    <a:pt x="1" y="126"/>
                    <a:pt x="13" y="1"/>
                    <a:pt x="101" y="1"/>
                  </a:cubicBezTo>
                  <a:cubicBezTo>
                    <a:pt x="451" y="26"/>
                    <a:pt x="763" y="201"/>
                    <a:pt x="963" y="501"/>
                  </a:cubicBezTo>
                  <a:cubicBezTo>
                    <a:pt x="1013" y="576"/>
                    <a:pt x="888" y="676"/>
                    <a:pt x="825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34"/>
            <p:cNvSpPr/>
            <p:nvPr/>
          </p:nvSpPr>
          <p:spPr>
            <a:xfrm>
              <a:off x="893875" y="4145425"/>
              <a:ext cx="26575" cy="55325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38" y="2075"/>
                  </a:moveTo>
                  <a:cubicBezTo>
                    <a:pt x="213" y="1775"/>
                    <a:pt x="363" y="1462"/>
                    <a:pt x="488" y="1125"/>
                  </a:cubicBezTo>
                  <a:cubicBezTo>
                    <a:pt x="600" y="775"/>
                    <a:pt x="538" y="475"/>
                    <a:pt x="488" y="125"/>
                  </a:cubicBezTo>
                  <a:cubicBezTo>
                    <a:pt x="475" y="25"/>
                    <a:pt x="613" y="0"/>
                    <a:pt x="638" y="75"/>
                  </a:cubicBezTo>
                  <a:cubicBezTo>
                    <a:pt x="1063" y="775"/>
                    <a:pt x="600" y="1612"/>
                    <a:pt x="126" y="2162"/>
                  </a:cubicBezTo>
                  <a:cubicBezTo>
                    <a:pt x="76" y="2212"/>
                    <a:pt x="1" y="2137"/>
                    <a:pt x="26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34"/>
            <p:cNvSpPr/>
            <p:nvPr/>
          </p:nvSpPr>
          <p:spPr>
            <a:xfrm>
              <a:off x="904500" y="4144175"/>
              <a:ext cx="16900" cy="34700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00" y="138"/>
                  </a:moveTo>
                  <a:cubicBezTo>
                    <a:pt x="563" y="450"/>
                    <a:pt x="675" y="875"/>
                    <a:pt x="625" y="1287"/>
                  </a:cubicBezTo>
                  <a:cubicBezTo>
                    <a:pt x="600" y="1387"/>
                    <a:pt x="463" y="1350"/>
                    <a:pt x="450" y="1262"/>
                  </a:cubicBezTo>
                  <a:cubicBezTo>
                    <a:pt x="425" y="875"/>
                    <a:pt x="375" y="575"/>
                    <a:pt x="100" y="288"/>
                  </a:cubicBezTo>
                  <a:cubicBezTo>
                    <a:pt x="1" y="150"/>
                    <a:pt x="188" y="0"/>
                    <a:pt x="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34"/>
            <p:cNvSpPr/>
            <p:nvPr/>
          </p:nvSpPr>
          <p:spPr>
            <a:xfrm>
              <a:off x="915425" y="4169150"/>
              <a:ext cx="22525" cy="11275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113" y="238"/>
                  </a:moveTo>
                  <a:cubicBezTo>
                    <a:pt x="338" y="176"/>
                    <a:pt x="538" y="76"/>
                    <a:pt x="763" y="26"/>
                  </a:cubicBezTo>
                  <a:cubicBezTo>
                    <a:pt x="851" y="1"/>
                    <a:pt x="901" y="113"/>
                    <a:pt x="826" y="163"/>
                  </a:cubicBezTo>
                  <a:cubicBezTo>
                    <a:pt x="626" y="288"/>
                    <a:pt x="401" y="376"/>
                    <a:pt x="163" y="426"/>
                  </a:cubicBezTo>
                  <a:cubicBezTo>
                    <a:pt x="51" y="451"/>
                    <a:pt x="1" y="276"/>
                    <a:pt x="113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34"/>
            <p:cNvSpPr/>
            <p:nvPr/>
          </p:nvSpPr>
          <p:spPr>
            <a:xfrm>
              <a:off x="922925" y="4169150"/>
              <a:ext cx="15975" cy="19725"/>
            </a:xfrm>
            <a:custGeom>
              <a:avLst/>
              <a:gdLst/>
              <a:ahLst/>
              <a:cxnLst/>
              <a:rect l="l" t="t" r="r" b="b"/>
              <a:pathLst>
                <a:path w="639" h="789" extrusionOk="0">
                  <a:moveTo>
                    <a:pt x="588" y="226"/>
                  </a:moveTo>
                  <a:cubicBezTo>
                    <a:pt x="488" y="413"/>
                    <a:pt x="363" y="588"/>
                    <a:pt x="213" y="726"/>
                  </a:cubicBezTo>
                  <a:cubicBezTo>
                    <a:pt x="138" y="788"/>
                    <a:pt x="1" y="701"/>
                    <a:pt x="51" y="613"/>
                  </a:cubicBezTo>
                  <a:cubicBezTo>
                    <a:pt x="163" y="438"/>
                    <a:pt x="288" y="288"/>
                    <a:pt x="401" y="126"/>
                  </a:cubicBezTo>
                  <a:cubicBezTo>
                    <a:pt x="463" y="1"/>
                    <a:pt x="638" y="101"/>
                    <a:pt x="576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34"/>
            <p:cNvSpPr/>
            <p:nvPr/>
          </p:nvSpPr>
          <p:spPr>
            <a:xfrm>
              <a:off x="924500" y="418165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125" y="51"/>
                  </a:moveTo>
                  <a:cubicBezTo>
                    <a:pt x="288" y="1"/>
                    <a:pt x="463" y="26"/>
                    <a:pt x="613" y="113"/>
                  </a:cubicBezTo>
                  <a:cubicBezTo>
                    <a:pt x="700" y="163"/>
                    <a:pt x="638" y="276"/>
                    <a:pt x="550" y="251"/>
                  </a:cubicBezTo>
                  <a:lnTo>
                    <a:pt x="175" y="238"/>
                  </a:lnTo>
                  <a:cubicBezTo>
                    <a:pt x="50" y="263"/>
                    <a:pt x="0" y="88"/>
                    <a:pt x="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34"/>
            <p:cNvSpPr/>
            <p:nvPr/>
          </p:nvSpPr>
          <p:spPr>
            <a:xfrm>
              <a:off x="933250" y="4149475"/>
              <a:ext cx="28750" cy="23450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513" y="788"/>
                  </a:moveTo>
                  <a:cubicBezTo>
                    <a:pt x="0" y="675"/>
                    <a:pt x="288" y="1"/>
                    <a:pt x="713" y="101"/>
                  </a:cubicBezTo>
                  <a:cubicBezTo>
                    <a:pt x="1150" y="201"/>
                    <a:pt x="1025" y="938"/>
                    <a:pt x="525" y="788"/>
                  </a:cubicBezTo>
                  <a:cubicBezTo>
                    <a:pt x="413" y="750"/>
                    <a:pt x="425" y="588"/>
                    <a:pt x="550" y="600"/>
                  </a:cubicBezTo>
                  <a:lnTo>
                    <a:pt x="550" y="613"/>
                  </a:lnTo>
                  <a:cubicBezTo>
                    <a:pt x="663" y="650"/>
                    <a:pt x="613" y="813"/>
                    <a:pt x="50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34"/>
            <p:cNvSpPr/>
            <p:nvPr/>
          </p:nvSpPr>
          <p:spPr>
            <a:xfrm>
              <a:off x="3701275" y="1305225"/>
              <a:ext cx="111550" cy="104375"/>
            </a:xfrm>
            <a:custGeom>
              <a:avLst/>
              <a:gdLst/>
              <a:ahLst/>
              <a:cxnLst/>
              <a:rect l="l" t="t" r="r" b="b"/>
              <a:pathLst>
                <a:path w="4462" h="4175" extrusionOk="0">
                  <a:moveTo>
                    <a:pt x="1812" y="288"/>
                  </a:moveTo>
                  <a:cubicBezTo>
                    <a:pt x="3374" y="101"/>
                    <a:pt x="4461" y="1900"/>
                    <a:pt x="3337" y="3125"/>
                  </a:cubicBezTo>
                  <a:cubicBezTo>
                    <a:pt x="2450" y="4062"/>
                    <a:pt x="987" y="3612"/>
                    <a:pt x="88" y="2962"/>
                  </a:cubicBezTo>
                  <a:cubicBezTo>
                    <a:pt x="50" y="2937"/>
                    <a:pt x="0" y="3000"/>
                    <a:pt x="38" y="3025"/>
                  </a:cubicBezTo>
                  <a:cubicBezTo>
                    <a:pt x="1050" y="3962"/>
                    <a:pt x="2987" y="4175"/>
                    <a:pt x="3712" y="2787"/>
                  </a:cubicBezTo>
                  <a:cubicBezTo>
                    <a:pt x="4424" y="1438"/>
                    <a:pt x="3249" y="1"/>
                    <a:pt x="1812" y="176"/>
                  </a:cubicBezTo>
                  <a:cubicBezTo>
                    <a:pt x="1737" y="188"/>
                    <a:pt x="1737" y="288"/>
                    <a:pt x="1812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34"/>
            <p:cNvSpPr/>
            <p:nvPr/>
          </p:nvSpPr>
          <p:spPr>
            <a:xfrm>
              <a:off x="3442900" y="1237425"/>
              <a:ext cx="263700" cy="147175"/>
            </a:xfrm>
            <a:custGeom>
              <a:avLst/>
              <a:gdLst/>
              <a:ahLst/>
              <a:cxnLst/>
              <a:rect l="l" t="t" r="r" b="b"/>
              <a:pathLst>
                <a:path w="10548" h="5887" extrusionOk="0">
                  <a:moveTo>
                    <a:pt x="10523" y="5812"/>
                  </a:moveTo>
                  <a:cubicBezTo>
                    <a:pt x="9198" y="3937"/>
                    <a:pt x="7998" y="1513"/>
                    <a:pt x="5686" y="738"/>
                  </a:cubicBezTo>
                  <a:cubicBezTo>
                    <a:pt x="3949" y="151"/>
                    <a:pt x="1475" y="1"/>
                    <a:pt x="25" y="1263"/>
                  </a:cubicBezTo>
                  <a:cubicBezTo>
                    <a:pt x="0" y="1288"/>
                    <a:pt x="38" y="1338"/>
                    <a:pt x="75" y="1313"/>
                  </a:cubicBezTo>
                  <a:cubicBezTo>
                    <a:pt x="1700" y="113"/>
                    <a:pt x="4462" y="288"/>
                    <a:pt x="6224" y="1138"/>
                  </a:cubicBezTo>
                  <a:cubicBezTo>
                    <a:pt x="8136" y="2063"/>
                    <a:pt x="9248" y="4175"/>
                    <a:pt x="10448" y="5849"/>
                  </a:cubicBezTo>
                  <a:cubicBezTo>
                    <a:pt x="10485" y="5887"/>
                    <a:pt x="10548" y="5849"/>
                    <a:pt x="10523" y="5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34"/>
            <p:cNvSpPr/>
            <p:nvPr/>
          </p:nvSpPr>
          <p:spPr>
            <a:xfrm>
              <a:off x="3410100" y="1277100"/>
              <a:ext cx="100300" cy="85325"/>
            </a:xfrm>
            <a:custGeom>
              <a:avLst/>
              <a:gdLst/>
              <a:ahLst/>
              <a:cxnLst/>
              <a:rect l="l" t="t" r="r" b="b"/>
              <a:pathLst>
                <a:path w="4012" h="3413" extrusionOk="0">
                  <a:moveTo>
                    <a:pt x="1087" y="51"/>
                  </a:moveTo>
                  <a:cubicBezTo>
                    <a:pt x="575" y="913"/>
                    <a:pt x="388" y="2100"/>
                    <a:pt x="1225" y="2838"/>
                  </a:cubicBezTo>
                  <a:cubicBezTo>
                    <a:pt x="1700" y="3263"/>
                    <a:pt x="2837" y="3412"/>
                    <a:pt x="3387" y="2988"/>
                  </a:cubicBezTo>
                  <a:cubicBezTo>
                    <a:pt x="4012" y="2513"/>
                    <a:pt x="3924" y="1363"/>
                    <a:pt x="3187" y="1026"/>
                  </a:cubicBezTo>
                  <a:cubicBezTo>
                    <a:pt x="2749" y="826"/>
                    <a:pt x="2237" y="851"/>
                    <a:pt x="1812" y="1101"/>
                  </a:cubicBezTo>
                  <a:cubicBezTo>
                    <a:pt x="1175" y="1463"/>
                    <a:pt x="775" y="2425"/>
                    <a:pt x="25" y="2538"/>
                  </a:cubicBezTo>
                  <a:cubicBezTo>
                    <a:pt x="0" y="2538"/>
                    <a:pt x="0" y="2588"/>
                    <a:pt x="25" y="2588"/>
                  </a:cubicBezTo>
                  <a:cubicBezTo>
                    <a:pt x="438" y="2575"/>
                    <a:pt x="675" y="2300"/>
                    <a:pt x="950" y="2013"/>
                  </a:cubicBezTo>
                  <a:cubicBezTo>
                    <a:pt x="1225" y="1725"/>
                    <a:pt x="1512" y="1351"/>
                    <a:pt x="1862" y="1201"/>
                  </a:cubicBezTo>
                  <a:cubicBezTo>
                    <a:pt x="2724" y="838"/>
                    <a:pt x="3724" y="1088"/>
                    <a:pt x="3587" y="2200"/>
                  </a:cubicBezTo>
                  <a:cubicBezTo>
                    <a:pt x="3662" y="2550"/>
                    <a:pt x="3524" y="2775"/>
                    <a:pt x="3174" y="2850"/>
                  </a:cubicBezTo>
                  <a:cubicBezTo>
                    <a:pt x="3087" y="2975"/>
                    <a:pt x="2949" y="3063"/>
                    <a:pt x="2799" y="3063"/>
                  </a:cubicBezTo>
                  <a:cubicBezTo>
                    <a:pt x="2737" y="3063"/>
                    <a:pt x="2675" y="3063"/>
                    <a:pt x="2612" y="3063"/>
                  </a:cubicBezTo>
                  <a:cubicBezTo>
                    <a:pt x="2362" y="3100"/>
                    <a:pt x="2100" y="3088"/>
                    <a:pt x="1850" y="3038"/>
                  </a:cubicBezTo>
                  <a:cubicBezTo>
                    <a:pt x="488" y="2688"/>
                    <a:pt x="613" y="1038"/>
                    <a:pt x="1150" y="88"/>
                  </a:cubicBezTo>
                  <a:cubicBezTo>
                    <a:pt x="1175" y="38"/>
                    <a:pt x="1112" y="1"/>
                    <a:pt x="1087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34"/>
            <p:cNvSpPr/>
            <p:nvPr/>
          </p:nvSpPr>
          <p:spPr>
            <a:xfrm>
              <a:off x="3347925" y="1331775"/>
              <a:ext cx="55325" cy="13775"/>
            </a:xfrm>
            <a:custGeom>
              <a:avLst/>
              <a:gdLst/>
              <a:ahLst/>
              <a:cxnLst/>
              <a:rect l="l" t="t" r="r" b="b"/>
              <a:pathLst>
                <a:path w="2213" h="551" extrusionOk="0">
                  <a:moveTo>
                    <a:pt x="2162" y="401"/>
                  </a:moveTo>
                  <a:cubicBezTo>
                    <a:pt x="1387" y="476"/>
                    <a:pt x="775" y="251"/>
                    <a:pt x="50" y="13"/>
                  </a:cubicBezTo>
                  <a:cubicBezTo>
                    <a:pt x="13" y="1"/>
                    <a:pt x="0" y="63"/>
                    <a:pt x="25" y="76"/>
                  </a:cubicBezTo>
                  <a:cubicBezTo>
                    <a:pt x="625" y="501"/>
                    <a:pt x="1475" y="551"/>
                    <a:pt x="2162" y="476"/>
                  </a:cubicBezTo>
                  <a:cubicBezTo>
                    <a:pt x="2212" y="476"/>
                    <a:pt x="2212" y="401"/>
                    <a:pt x="2162" y="4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34"/>
            <p:cNvSpPr/>
            <p:nvPr/>
          </p:nvSpPr>
          <p:spPr>
            <a:xfrm>
              <a:off x="3593475" y="1301475"/>
              <a:ext cx="82500" cy="96575"/>
            </a:xfrm>
            <a:custGeom>
              <a:avLst/>
              <a:gdLst/>
              <a:ahLst/>
              <a:cxnLst/>
              <a:rect l="l" t="t" r="r" b="b"/>
              <a:pathLst>
                <a:path w="3300" h="3863" extrusionOk="0">
                  <a:moveTo>
                    <a:pt x="2200" y="76"/>
                  </a:moveTo>
                  <a:cubicBezTo>
                    <a:pt x="2725" y="738"/>
                    <a:pt x="3187" y="1563"/>
                    <a:pt x="2938" y="2450"/>
                  </a:cubicBezTo>
                  <a:cubicBezTo>
                    <a:pt x="2813" y="2912"/>
                    <a:pt x="2488" y="3287"/>
                    <a:pt x="2050" y="3500"/>
                  </a:cubicBezTo>
                  <a:cubicBezTo>
                    <a:pt x="1775" y="3662"/>
                    <a:pt x="1463" y="3737"/>
                    <a:pt x="1138" y="3737"/>
                  </a:cubicBezTo>
                  <a:cubicBezTo>
                    <a:pt x="413" y="3725"/>
                    <a:pt x="263" y="3300"/>
                    <a:pt x="688" y="2475"/>
                  </a:cubicBezTo>
                  <a:cubicBezTo>
                    <a:pt x="726" y="2512"/>
                    <a:pt x="788" y="2475"/>
                    <a:pt x="763" y="2425"/>
                  </a:cubicBezTo>
                  <a:cubicBezTo>
                    <a:pt x="476" y="2063"/>
                    <a:pt x="138" y="2475"/>
                    <a:pt x="88" y="2812"/>
                  </a:cubicBezTo>
                  <a:cubicBezTo>
                    <a:pt x="1" y="3487"/>
                    <a:pt x="676" y="3862"/>
                    <a:pt x="1263" y="3837"/>
                  </a:cubicBezTo>
                  <a:cubicBezTo>
                    <a:pt x="2063" y="3812"/>
                    <a:pt x="2838" y="3250"/>
                    <a:pt x="3050" y="2475"/>
                  </a:cubicBezTo>
                  <a:cubicBezTo>
                    <a:pt x="3300" y="1563"/>
                    <a:pt x="2825" y="700"/>
                    <a:pt x="2238" y="26"/>
                  </a:cubicBezTo>
                  <a:cubicBezTo>
                    <a:pt x="2213" y="1"/>
                    <a:pt x="2175" y="38"/>
                    <a:pt x="2200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34"/>
            <p:cNvSpPr/>
            <p:nvPr/>
          </p:nvSpPr>
          <p:spPr>
            <a:xfrm>
              <a:off x="3666275" y="1329600"/>
              <a:ext cx="22825" cy="110925"/>
            </a:xfrm>
            <a:custGeom>
              <a:avLst/>
              <a:gdLst/>
              <a:ahLst/>
              <a:cxnLst/>
              <a:rect l="l" t="t" r="r" b="b"/>
              <a:pathLst>
                <a:path w="913" h="4437" extrusionOk="0">
                  <a:moveTo>
                    <a:pt x="38" y="113"/>
                  </a:moveTo>
                  <a:cubicBezTo>
                    <a:pt x="888" y="1113"/>
                    <a:pt x="913" y="3249"/>
                    <a:pt x="338" y="4374"/>
                  </a:cubicBezTo>
                  <a:cubicBezTo>
                    <a:pt x="325" y="4412"/>
                    <a:pt x="363" y="4437"/>
                    <a:pt x="388" y="4399"/>
                  </a:cubicBezTo>
                  <a:cubicBezTo>
                    <a:pt x="913" y="3712"/>
                    <a:pt x="825" y="2725"/>
                    <a:pt x="738" y="1925"/>
                  </a:cubicBezTo>
                  <a:cubicBezTo>
                    <a:pt x="663" y="1250"/>
                    <a:pt x="550" y="563"/>
                    <a:pt x="100" y="50"/>
                  </a:cubicBezTo>
                  <a:cubicBezTo>
                    <a:pt x="63" y="0"/>
                    <a:pt x="1" y="63"/>
                    <a:pt x="3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34"/>
            <p:cNvSpPr/>
            <p:nvPr/>
          </p:nvSpPr>
          <p:spPr>
            <a:xfrm>
              <a:off x="3666600" y="1439875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350" y="38"/>
                  </a:moveTo>
                  <a:cubicBezTo>
                    <a:pt x="262" y="1"/>
                    <a:pt x="162" y="13"/>
                    <a:pt x="87" y="88"/>
                  </a:cubicBezTo>
                  <a:cubicBezTo>
                    <a:pt x="25" y="151"/>
                    <a:pt x="0" y="238"/>
                    <a:pt x="25" y="326"/>
                  </a:cubicBezTo>
                  <a:cubicBezTo>
                    <a:pt x="25" y="363"/>
                    <a:pt x="38" y="388"/>
                    <a:pt x="50" y="413"/>
                  </a:cubicBezTo>
                  <a:cubicBezTo>
                    <a:pt x="87" y="438"/>
                    <a:pt x="125" y="451"/>
                    <a:pt x="162" y="463"/>
                  </a:cubicBezTo>
                  <a:cubicBezTo>
                    <a:pt x="287" y="488"/>
                    <a:pt x="412" y="413"/>
                    <a:pt x="462" y="288"/>
                  </a:cubicBezTo>
                  <a:cubicBezTo>
                    <a:pt x="487" y="163"/>
                    <a:pt x="375" y="38"/>
                    <a:pt x="250" y="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34"/>
            <p:cNvSpPr/>
            <p:nvPr/>
          </p:nvSpPr>
          <p:spPr>
            <a:xfrm>
              <a:off x="3665025" y="1437700"/>
              <a:ext cx="17825" cy="16275"/>
            </a:xfrm>
            <a:custGeom>
              <a:avLst/>
              <a:gdLst/>
              <a:ahLst/>
              <a:cxnLst/>
              <a:rect l="l" t="t" r="r" b="b"/>
              <a:pathLst>
                <a:path w="713" h="651" extrusionOk="0">
                  <a:moveTo>
                    <a:pt x="438" y="63"/>
                  </a:moveTo>
                  <a:cubicBezTo>
                    <a:pt x="263" y="0"/>
                    <a:pt x="88" y="100"/>
                    <a:pt x="38" y="263"/>
                  </a:cubicBezTo>
                  <a:cubicBezTo>
                    <a:pt x="1" y="425"/>
                    <a:pt x="51" y="575"/>
                    <a:pt x="225" y="600"/>
                  </a:cubicBezTo>
                  <a:cubicBezTo>
                    <a:pt x="625" y="650"/>
                    <a:pt x="713" y="88"/>
                    <a:pt x="313" y="88"/>
                  </a:cubicBezTo>
                  <a:cubicBezTo>
                    <a:pt x="263" y="88"/>
                    <a:pt x="250" y="163"/>
                    <a:pt x="300" y="175"/>
                  </a:cubicBezTo>
                  <a:cubicBezTo>
                    <a:pt x="413" y="500"/>
                    <a:pt x="400" y="575"/>
                    <a:pt x="250" y="388"/>
                  </a:cubicBezTo>
                  <a:cubicBezTo>
                    <a:pt x="76" y="288"/>
                    <a:pt x="125" y="213"/>
                    <a:pt x="400" y="188"/>
                  </a:cubicBezTo>
                  <a:cubicBezTo>
                    <a:pt x="475" y="213"/>
                    <a:pt x="513" y="88"/>
                    <a:pt x="4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34"/>
            <p:cNvSpPr/>
            <p:nvPr/>
          </p:nvSpPr>
          <p:spPr>
            <a:xfrm>
              <a:off x="3437900" y="12718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25" y="63"/>
                  </a:moveTo>
                  <a:lnTo>
                    <a:pt x="25" y="100"/>
                  </a:lnTo>
                  <a:cubicBezTo>
                    <a:pt x="38" y="125"/>
                    <a:pt x="75" y="125"/>
                    <a:pt x="88" y="100"/>
                  </a:cubicBezTo>
                  <a:lnTo>
                    <a:pt x="88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34"/>
            <p:cNvSpPr/>
            <p:nvPr/>
          </p:nvSpPr>
          <p:spPr>
            <a:xfrm>
              <a:off x="3308550" y="1315225"/>
              <a:ext cx="42200" cy="17825"/>
            </a:xfrm>
            <a:custGeom>
              <a:avLst/>
              <a:gdLst/>
              <a:ahLst/>
              <a:cxnLst/>
              <a:rect l="l" t="t" r="r" b="b"/>
              <a:pathLst>
                <a:path w="1688" h="713" extrusionOk="0">
                  <a:moveTo>
                    <a:pt x="1650" y="613"/>
                  </a:moveTo>
                  <a:cubicBezTo>
                    <a:pt x="1463" y="88"/>
                    <a:pt x="501" y="0"/>
                    <a:pt x="51" y="150"/>
                  </a:cubicBezTo>
                  <a:cubicBezTo>
                    <a:pt x="1" y="163"/>
                    <a:pt x="1" y="250"/>
                    <a:pt x="63" y="250"/>
                  </a:cubicBezTo>
                  <a:cubicBezTo>
                    <a:pt x="301" y="200"/>
                    <a:pt x="551" y="200"/>
                    <a:pt x="801" y="238"/>
                  </a:cubicBezTo>
                  <a:cubicBezTo>
                    <a:pt x="1038" y="275"/>
                    <a:pt x="1450" y="388"/>
                    <a:pt x="1550" y="650"/>
                  </a:cubicBezTo>
                  <a:cubicBezTo>
                    <a:pt x="1575" y="713"/>
                    <a:pt x="1688" y="688"/>
                    <a:pt x="1663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34"/>
            <p:cNvSpPr/>
            <p:nvPr/>
          </p:nvSpPr>
          <p:spPr>
            <a:xfrm>
              <a:off x="3308250" y="13177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38" y="113"/>
                  </a:moveTo>
                  <a:cubicBezTo>
                    <a:pt x="400" y="475"/>
                    <a:pt x="1112" y="788"/>
                    <a:pt x="1625" y="650"/>
                  </a:cubicBezTo>
                  <a:cubicBezTo>
                    <a:pt x="1687" y="625"/>
                    <a:pt x="1662" y="550"/>
                    <a:pt x="1600" y="550"/>
                  </a:cubicBezTo>
                  <a:cubicBezTo>
                    <a:pt x="1050" y="600"/>
                    <a:pt x="513" y="425"/>
                    <a:pt x="113" y="50"/>
                  </a:cubicBezTo>
                  <a:cubicBezTo>
                    <a:pt x="63" y="0"/>
                    <a:pt x="0" y="75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34"/>
            <p:cNvSpPr/>
            <p:nvPr/>
          </p:nvSpPr>
          <p:spPr>
            <a:xfrm>
              <a:off x="3377600" y="1341475"/>
              <a:ext cx="33150" cy="30000"/>
            </a:xfrm>
            <a:custGeom>
              <a:avLst/>
              <a:gdLst/>
              <a:ahLst/>
              <a:cxnLst/>
              <a:rect l="l" t="t" r="r" b="b"/>
              <a:pathLst>
                <a:path w="1326" h="1200" extrusionOk="0">
                  <a:moveTo>
                    <a:pt x="1275" y="25"/>
                  </a:moveTo>
                  <a:cubicBezTo>
                    <a:pt x="938" y="0"/>
                    <a:pt x="663" y="188"/>
                    <a:pt x="400" y="388"/>
                  </a:cubicBezTo>
                  <a:cubicBezTo>
                    <a:pt x="163" y="563"/>
                    <a:pt x="1" y="850"/>
                    <a:pt x="1" y="1162"/>
                  </a:cubicBezTo>
                  <a:cubicBezTo>
                    <a:pt x="1" y="1200"/>
                    <a:pt x="63" y="1200"/>
                    <a:pt x="76" y="1162"/>
                  </a:cubicBezTo>
                  <a:cubicBezTo>
                    <a:pt x="88" y="887"/>
                    <a:pt x="238" y="625"/>
                    <a:pt x="463" y="450"/>
                  </a:cubicBezTo>
                  <a:cubicBezTo>
                    <a:pt x="700" y="263"/>
                    <a:pt x="950" y="88"/>
                    <a:pt x="1275" y="100"/>
                  </a:cubicBezTo>
                  <a:cubicBezTo>
                    <a:pt x="1325" y="100"/>
                    <a:pt x="1325" y="25"/>
                    <a:pt x="1275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34"/>
            <p:cNvSpPr/>
            <p:nvPr/>
          </p:nvSpPr>
          <p:spPr>
            <a:xfrm>
              <a:off x="3376975" y="1342100"/>
              <a:ext cx="33150" cy="29375"/>
            </a:xfrm>
            <a:custGeom>
              <a:avLst/>
              <a:gdLst/>
              <a:ahLst/>
              <a:cxnLst/>
              <a:rect l="l" t="t" r="r" b="b"/>
              <a:pathLst>
                <a:path w="1326" h="1175" extrusionOk="0">
                  <a:moveTo>
                    <a:pt x="63" y="1175"/>
                  </a:moveTo>
                  <a:cubicBezTo>
                    <a:pt x="625" y="1087"/>
                    <a:pt x="1200" y="688"/>
                    <a:pt x="1313" y="100"/>
                  </a:cubicBezTo>
                  <a:cubicBezTo>
                    <a:pt x="1325" y="38"/>
                    <a:pt x="1250" y="0"/>
                    <a:pt x="1213" y="63"/>
                  </a:cubicBezTo>
                  <a:cubicBezTo>
                    <a:pt x="1075" y="300"/>
                    <a:pt x="1013" y="525"/>
                    <a:pt x="775" y="713"/>
                  </a:cubicBezTo>
                  <a:cubicBezTo>
                    <a:pt x="563" y="875"/>
                    <a:pt x="313" y="1012"/>
                    <a:pt x="38" y="1100"/>
                  </a:cubicBezTo>
                  <a:cubicBezTo>
                    <a:pt x="1" y="1112"/>
                    <a:pt x="13" y="1175"/>
                    <a:pt x="6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34"/>
            <p:cNvSpPr/>
            <p:nvPr/>
          </p:nvSpPr>
          <p:spPr>
            <a:xfrm>
              <a:off x="3680025" y="1349275"/>
              <a:ext cx="38450" cy="86875"/>
            </a:xfrm>
            <a:custGeom>
              <a:avLst/>
              <a:gdLst/>
              <a:ahLst/>
              <a:cxnLst/>
              <a:rect l="l" t="t" r="r" b="b"/>
              <a:pathLst>
                <a:path w="1538" h="3475" extrusionOk="0">
                  <a:moveTo>
                    <a:pt x="38" y="88"/>
                  </a:moveTo>
                  <a:cubicBezTo>
                    <a:pt x="738" y="1075"/>
                    <a:pt x="1213" y="2213"/>
                    <a:pt x="1437" y="3412"/>
                  </a:cubicBezTo>
                  <a:cubicBezTo>
                    <a:pt x="1450" y="3475"/>
                    <a:pt x="1537" y="3450"/>
                    <a:pt x="1537" y="3387"/>
                  </a:cubicBezTo>
                  <a:cubicBezTo>
                    <a:pt x="1313" y="2175"/>
                    <a:pt x="825" y="1038"/>
                    <a:pt x="88" y="38"/>
                  </a:cubicBezTo>
                  <a:cubicBezTo>
                    <a:pt x="63" y="1"/>
                    <a:pt x="0" y="38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34"/>
            <p:cNvSpPr/>
            <p:nvPr/>
          </p:nvSpPr>
          <p:spPr>
            <a:xfrm>
              <a:off x="3711275" y="1433625"/>
              <a:ext cx="17500" cy="16275"/>
            </a:xfrm>
            <a:custGeom>
              <a:avLst/>
              <a:gdLst/>
              <a:ahLst/>
              <a:cxnLst/>
              <a:rect l="l" t="t" r="r" b="b"/>
              <a:pathLst>
                <a:path w="700" h="651" extrusionOk="0">
                  <a:moveTo>
                    <a:pt x="187" y="88"/>
                  </a:moveTo>
                  <a:cubicBezTo>
                    <a:pt x="0" y="301"/>
                    <a:pt x="225" y="651"/>
                    <a:pt x="462" y="451"/>
                  </a:cubicBezTo>
                  <a:cubicBezTo>
                    <a:pt x="700" y="251"/>
                    <a:pt x="362" y="1"/>
                    <a:pt x="150" y="101"/>
                  </a:cubicBezTo>
                  <a:cubicBezTo>
                    <a:pt x="113" y="113"/>
                    <a:pt x="138" y="176"/>
                    <a:pt x="175" y="176"/>
                  </a:cubicBezTo>
                  <a:cubicBezTo>
                    <a:pt x="212" y="176"/>
                    <a:pt x="250" y="176"/>
                    <a:pt x="287" y="176"/>
                  </a:cubicBezTo>
                  <a:cubicBezTo>
                    <a:pt x="375" y="188"/>
                    <a:pt x="362" y="176"/>
                    <a:pt x="250" y="151"/>
                  </a:cubicBezTo>
                  <a:cubicBezTo>
                    <a:pt x="287" y="101"/>
                    <a:pt x="225" y="38"/>
                    <a:pt x="1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34"/>
            <p:cNvSpPr/>
            <p:nvPr/>
          </p:nvSpPr>
          <p:spPr>
            <a:xfrm>
              <a:off x="3642850" y="1338025"/>
              <a:ext cx="30325" cy="81875"/>
            </a:xfrm>
            <a:custGeom>
              <a:avLst/>
              <a:gdLst/>
              <a:ahLst/>
              <a:cxnLst/>
              <a:rect l="l" t="t" r="r" b="b"/>
              <a:pathLst>
                <a:path w="1213" h="3275" extrusionOk="0">
                  <a:moveTo>
                    <a:pt x="988" y="63"/>
                  </a:moveTo>
                  <a:cubicBezTo>
                    <a:pt x="1125" y="1275"/>
                    <a:pt x="800" y="2288"/>
                    <a:pt x="13" y="3212"/>
                  </a:cubicBezTo>
                  <a:cubicBezTo>
                    <a:pt x="0" y="3250"/>
                    <a:pt x="38" y="3275"/>
                    <a:pt x="63" y="3262"/>
                  </a:cubicBezTo>
                  <a:cubicBezTo>
                    <a:pt x="1000" y="2538"/>
                    <a:pt x="1212" y="1163"/>
                    <a:pt x="1087" y="63"/>
                  </a:cubicBezTo>
                  <a:cubicBezTo>
                    <a:pt x="1087" y="1"/>
                    <a:pt x="988" y="1"/>
                    <a:pt x="9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34"/>
            <p:cNvSpPr/>
            <p:nvPr/>
          </p:nvSpPr>
          <p:spPr>
            <a:xfrm>
              <a:off x="3633475" y="1414575"/>
              <a:ext cx="12825" cy="15025"/>
            </a:xfrm>
            <a:custGeom>
              <a:avLst/>
              <a:gdLst/>
              <a:ahLst/>
              <a:cxnLst/>
              <a:rect l="l" t="t" r="r" b="b"/>
              <a:pathLst>
                <a:path w="513" h="601" extrusionOk="0">
                  <a:moveTo>
                    <a:pt x="25" y="263"/>
                  </a:moveTo>
                  <a:cubicBezTo>
                    <a:pt x="0" y="563"/>
                    <a:pt x="450" y="600"/>
                    <a:pt x="475" y="300"/>
                  </a:cubicBezTo>
                  <a:cubicBezTo>
                    <a:pt x="513" y="0"/>
                    <a:pt x="75" y="25"/>
                    <a:pt x="75" y="313"/>
                  </a:cubicBezTo>
                  <a:cubicBezTo>
                    <a:pt x="88" y="350"/>
                    <a:pt x="125" y="363"/>
                    <a:pt x="150" y="338"/>
                  </a:cubicBezTo>
                  <a:cubicBezTo>
                    <a:pt x="200" y="275"/>
                    <a:pt x="188" y="250"/>
                    <a:pt x="100" y="263"/>
                  </a:cubicBezTo>
                  <a:cubicBezTo>
                    <a:pt x="100" y="213"/>
                    <a:pt x="25" y="213"/>
                    <a:pt x="25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34"/>
            <p:cNvSpPr/>
            <p:nvPr/>
          </p:nvSpPr>
          <p:spPr>
            <a:xfrm>
              <a:off x="3232325" y="1254625"/>
              <a:ext cx="237475" cy="60300"/>
            </a:xfrm>
            <a:custGeom>
              <a:avLst/>
              <a:gdLst/>
              <a:ahLst/>
              <a:cxnLst/>
              <a:rect l="l" t="t" r="r" b="b"/>
              <a:pathLst>
                <a:path w="9499" h="2412" extrusionOk="0">
                  <a:moveTo>
                    <a:pt x="9448" y="13"/>
                  </a:moveTo>
                  <a:cubicBezTo>
                    <a:pt x="6136" y="1262"/>
                    <a:pt x="3437" y="2412"/>
                    <a:pt x="113" y="375"/>
                  </a:cubicBezTo>
                  <a:cubicBezTo>
                    <a:pt x="51" y="338"/>
                    <a:pt x="1" y="438"/>
                    <a:pt x="63" y="475"/>
                  </a:cubicBezTo>
                  <a:cubicBezTo>
                    <a:pt x="1475" y="1425"/>
                    <a:pt x="2737" y="1825"/>
                    <a:pt x="4449" y="1662"/>
                  </a:cubicBezTo>
                  <a:cubicBezTo>
                    <a:pt x="6374" y="1475"/>
                    <a:pt x="7686" y="762"/>
                    <a:pt x="9461" y="75"/>
                  </a:cubicBezTo>
                  <a:cubicBezTo>
                    <a:pt x="9498" y="63"/>
                    <a:pt x="9486" y="0"/>
                    <a:pt x="944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34"/>
            <p:cNvSpPr/>
            <p:nvPr/>
          </p:nvSpPr>
          <p:spPr>
            <a:xfrm>
              <a:off x="3717200" y="1309300"/>
              <a:ext cx="31900" cy="49700"/>
            </a:xfrm>
            <a:custGeom>
              <a:avLst/>
              <a:gdLst/>
              <a:ahLst/>
              <a:cxnLst/>
              <a:rect l="l" t="t" r="r" b="b"/>
              <a:pathLst>
                <a:path w="1276" h="1988" extrusionOk="0">
                  <a:moveTo>
                    <a:pt x="1213" y="13"/>
                  </a:moveTo>
                  <a:cubicBezTo>
                    <a:pt x="650" y="113"/>
                    <a:pt x="113" y="450"/>
                    <a:pt x="50" y="1062"/>
                  </a:cubicBezTo>
                  <a:cubicBezTo>
                    <a:pt x="0" y="1550"/>
                    <a:pt x="375" y="1975"/>
                    <a:pt x="863" y="1987"/>
                  </a:cubicBezTo>
                  <a:cubicBezTo>
                    <a:pt x="938" y="1975"/>
                    <a:pt x="938" y="1862"/>
                    <a:pt x="863" y="1875"/>
                  </a:cubicBezTo>
                  <a:cubicBezTo>
                    <a:pt x="288" y="1850"/>
                    <a:pt x="13" y="1275"/>
                    <a:pt x="238" y="775"/>
                  </a:cubicBezTo>
                  <a:cubicBezTo>
                    <a:pt x="425" y="362"/>
                    <a:pt x="813" y="163"/>
                    <a:pt x="1238" y="75"/>
                  </a:cubicBezTo>
                  <a:cubicBezTo>
                    <a:pt x="1275" y="63"/>
                    <a:pt x="1250" y="0"/>
                    <a:pt x="121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34"/>
            <p:cNvSpPr/>
            <p:nvPr/>
          </p:nvSpPr>
          <p:spPr>
            <a:xfrm>
              <a:off x="3471650" y="1283975"/>
              <a:ext cx="62800" cy="31575"/>
            </a:xfrm>
            <a:custGeom>
              <a:avLst/>
              <a:gdLst/>
              <a:ahLst/>
              <a:cxnLst/>
              <a:rect l="l" t="t" r="r" b="b"/>
              <a:pathLst>
                <a:path w="2512" h="1263" extrusionOk="0">
                  <a:moveTo>
                    <a:pt x="63" y="738"/>
                  </a:moveTo>
                  <a:cubicBezTo>
                    <a:pt x="687" y="713"/>
                    <a:pt x="1187" y="1263"/>
                    <a:pt x="1825" y="1051"/>
                  </a:cubicBezTo>
                  <a:cubicBezTo>
                    <a:pt x="2237" y="901"/>
                    <a:pt x="2512" y="501"/>
                    <a:pt x="2499" y="51"/>
                  </a:cubicBezTo>
                  <a:cubicBezTo>
                    <a:pt x="2499" y="13"/>
                    <a:pt x="2437" y="1"/>
                    <a:pt x="2424" y="51"/>
                  </a:cubicBezTo>
                  <a:cubicBezTo>
                    <a:pt x="2312" y="838"/>
                    <a:pt x="1637" y="1151"/>
                    <a:pt x="937" y="851"/>
                  </a:cubicBezTo>
                  <a:cubicBezTo>
                    <a:pt x="662" y="701"/>
                    <a:pt x="362" y="638"/>
                    <a:pt x="63" y="651"/>
                  </a:cubicBezTo>
                  <a:cubicBezTo>
                    <a:pt x="13" y="651"/>
                    <a:pt x="0" y="738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34"/>
            <p:cNvSpPr/>
            <p:nvPr/>
          </p:nvSpPr>
          <p:spPr>
            <a:xfrm>
              <a:off x="3504750" y="1268675"/>
              <a:ext cx="30950" cy="21275"/>
            </a:xfrm>
            <a:custGeom>
              <a:avLst/>
              <a:gdLst/>
              <a:ahLst/>
              <a:cxnLst/>
              <a:rect l="l" t="t" r="r" b="b"/>
              <a:pathLst>
                <a:path w="1238" h="851" extrusionOk="0">
                  <a:moveTo>
                    <a:pt x="1125" y="813"/>
                  </a:moveTo>
                  <a:cubicBezTo>
                    <a:pt x="1238" y="525"/>
                    <a:pt x="1063" y="275"/>
                    <a:pt x="788" y="163"/>
                  </a:cubicBezTo>
                  <a:cubicBezTo>
                    <a:pt x="563" y="63"/>
                    <a:pt x="163" y="0"/>
                    <a:pt x="26" y="238"/>
                  </a:cubicBezTo>
                  <a:cubicBezTo>
                    <a:pt x="1" y="263"/>
                    <a:pt x="38" y="313"/>
                    <a:pt x="63" y="288"/>
                  </a:cubicBezTo>
                  <a:cubicBezTo>
                    <a:pt x="388" y="38"/>
                    <a:pt x="1238" y="275"/>
                    <a:pt x="1050" y="800"/>
                  </a:cubicBezTo>
                  <a:cubicBezTo>
                    <a:pt x="1038" y="838"/>
                    <a:pt x="1100" y="850"/>
                    <a:pt x="1125" y="8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34"/>
            <p:cNvSpPr/>
            <p:nvPr/>
          </p:nvSpPr>
          <p:spPr>
            <a:xfrm>
              <a:off x="3694400" y="1371450"/>
              <a:ext cx="81250" cy="56275"/>
            </a:xfrm>
            <a:custGeom>
              <a:avLst/>
              <a:gdLst/>
              <a:ahLst/>
              <a:cxnLst/>
              <a:rect l="l" t="t" r="r" b="b"/>
              <a:pathLst>
                <a:path w="3250" h="2251" extrusionOk="0">
                  <a:moveTo>
                    <a:pt x="25" y="88"/>
                  </a:moveTo>
                  <a:cubicBezTo>
                    <a:pt x="825" y="1051"/>
                    <a:pt x="1787" y="2250"/>
                    <a:pt x="3187" y="1963"/>
                  </a:cubicBezTo>
                  <a:cubicBezTo>
                    <a:pt x="3249" y="1950"/>
                    <a:pt x="3224" y="1863"/>
                    <a:pt x="3162" y="1863"/>
                  </a:cubicBezTo>
                  <a:cubicBezTo>
                    <a:pt x="1775" y="2050"/>
                    <a:pt x="887" y="988"/>
                    <a:pt x="88" y="38"/>
                  </a:cubicBezTo>
                  <a:cubicBezTo>
                    <a:pt x="50" y="1"/>
                    <a:pt x="0" y="51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34"/>
            <p:cNvSpPr/>
            <p:nvPr/>
          </p:nvSpPr>
          <p:spPr>
            <a:xfrm>
              <a:off x="3515075" y="1320225"/>
              <a:ext cx="30950" cy="15325"/>
            </a:xfrm>
            <a:custGeom>
              <a:avLst/>
              <a:gdLst/>
              <a:ahLst/>
              <a:cxnLst/>
              <a:rect l="l" t="t" r="r" b="b"/>
              <a:pathLst>
                <a:path w="1238" h="613" extrusionOk="0">
                  <a:moveTo>
                    <a:pt x="63" y="113"/>
                  </a:moveTo>
                  <a:cubicBezTo>
                    <a:pt x="475" y="125"/>
                    <a:pt x="862" y="288"/>
                    <a:pt x="1150" y="575"/>
                  </a:cubicBezTo>
                  <a:cubicBezTo>
                    <a:pt x="1187" y="613"/>
                    <a:pt x="1237" y="563"/>
                    <a:pt x="1212" y="525"/>
                  </a:cubicBezTo>
                  <a:cubicBezTo>
                    <a:pt x="1087" y="363"/>
                    <a:pt x="912" y="238"/>
                    <a:pt x="712" y="163"/>
                  </a:cubicBezTo>
                  <a:cubicBezTo>
                    <a:pt x="512" y="50"/>
                    <a:pt x="288" y="0"/>
                    <a:pt x="63" y="25"/>
                  </a:cubicBezTo>
                  <a:cubicBezTo>
                    <a:pt x="13" y="25"/>
                    <a:pt x="0" y="113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34"/>
            <p:cNvSpPr/>
            <p:nvPr/>
          </p:nvSpPr>
          <p:spPr>
            <a:xfrm>
              <a:off x="3512250" y="1319900"/>
              <a:ext cx="34075" cy="21900"/>
            </a:xfrm>
            <a:custGeom>
              <a:avLst/>
              <a:gdLst/>
              <a:ahLst/>
              <a:cxnLst/>
              <a:rect l="l" t="t" r="r" b="b"/>
              <a:pathLst>
                <a:path w="1363" h="876" extrusionOk="0">
                  <a:moveTo>
                    <a:pt x="1263" y="551"/>
                  </a:moveTo>
                  <a:cubicBezTo>
                    <a:pt x="825" y="751"/>
                    <a:pt x="313" y="463"/>
                    <a:pt x="126" y="51"/>
                  </a:cubicBezTo>
                  <a:cubicBezTo>
                    <a:pt x="101" y="1"/>
                    <a:pt x="1" y="38"/>
                    <a:pt x="26" y="88"/>
                  </a:cubicBezTo>
                  <a:cubicBezTo>
                    <a:pt x="226" y="576"/>
                    <a:pt x="825" y="876"/>
                    <a:pt x="1313" y="626"/>
                  </a:cubicBezTo>
                  <a:cubicBezTo>
                    <a:pt x="1363" y="601"/>
                    <a:pt x="1313" y="526"/>
                    <a:pt x="1263" y="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34"/>
            <p:cNvSpPr/>
            <p:nvPr/>
          </p:nvSpPr>
          <p:spPr>
            <a:xfrm>
              <a:off x="3177975" y="1278975"/>
              <a:ext cx="132175" cy="60025"/>
            </a:xfrm>
            <a:custGeom>
              <a:avLst/>
              <a:gdLst/>
              <a:ahLst/>
              <a:cxnLst/>
              <a:rect l="l" t="t" r="r" b="b"/>
              <a:pathLst>
                <a:path w="5287" h="2401" extrusionOk="0">
                  <a:moveTo>
                    <a:pt x="5236" y="576"/>
                  </a:moveTo>
                  <a:cubicBezTo>
                    <a:pt x="3649" y="263"/>
                    <a:pt x="213" y="1"/>
                    <a:pt x="0" y="2350"/>
                  </a:cubicBezTo>
                  <a:cubicBezTo>
                    <a:pt x="0" y="2400"/>
                    <a:pt x="63" y="2388"/>
                    <a:pt x="63" y="2350"/>
                  </a:cubicBezTo>
                  <a:cubicBezTo>
                    <a:pt x="363" y="63"/>
                    <a:pt x="3674" y="363"/>
                    <a:pt x="5211" y="651"/>
                  </a:cubicBezTo>
                  <a:cubicBezTo>
                    <a:pt x="5261" y="663"/>
                    <a:pt x="5286" y="588"/>
                    <a:pt x="5236" y="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34"/>
            <p:cNvSpPr/>
            <p:nvPr/>
          </p:nvSpPr>
          <p:spPr>
            <a:xfrm>
              <a:off x="3184525" y="1311175"/>
              <a:ext cx="61575" cy="65000"/>
            </a:xfrm>
            <a:custGeom>
              <a:avLst/>
              <a:gdLst/>
              <a:ahLst/>
              <a:cxnLst/>
              <a:rect l="l" t="t" r="r" b="b"/>
              <a:pathLst>
                <a:path w="2463" h="2600" extrusionOk="0">
                  <a:moveTo>
                    <a:pt x="950" y="25"/>
                  </a:moveTo>
                  <a:cubicBezTo>
                    <a:pt x="275" y="350"/>
                    <a:pt x="1" y="1187"/>
                    <a:pt x="450" y="1825"/>
                  </a:cubicBezTo>
                  <a:cubicBezTo>
                    <a:pt x="850" y="2412"/>
                    <a:pt x="1913" y="2599"/>
                    <a:pt x="2412" y="2025"/>
                  </a:cubicBezTo>
                  <a:cubicBezTo>
                    <a:pt x="2462" y="1975"/>
                    <a:pt x="2387" y="1900"/>
                    <a:pt x="2337" y="1950"/>
                  </a:cubicBezTo>
                  <a:cubicBezTo>
                    <a:pt x="1875" y="2474"/>
                    <a:pt x="900" y="2312"/>
                    <a:pt x="525" y="1762"/>
                  </a:cubicBezTo>
                  <a:cubicBezTo>
                    <a:pt x="126" y="1175"/>
                    <a:pt x="338" y="375"/>
                    <a:pt x="988" y="75"/>
                  </a:cubicBezTo>
                  <a:cubicBezTo>
                    <a:pt x="1025" y="63"/>
                    <a:pt x="988" y="0"/>
                    <a:pt x="9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34"/>
            <p:cNvSpPr/>
            <p:nvPr/>
          </p:nvSpPr>
          <p:spPr>
            <a:xfrm>
              <a:off x="3219825" y="1318975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751" y="1850"/>
                  </a:moveTo>
                  <a:cubicBezTo>
                    <a:pt x="1213" y="1663"/>
                    <a:pt x="1438" y="1138"/>
                    <a:pt x="1238" y="675"/>
                  </a:cubicBezTo>
                  <a:cubicBezTo>
                    <a:pt x="1050" y="213"/>
                    <a:pt x="513" y="0"/>
                    <a:pt x="51" y="200"/>
                  </a:cubicBezTo>
                  <a:cubicBezTo>
                    <a:pt x="1" y="225"/>
                    <a:pt x="38" y="300"/>
                    <a:pt x="88" y="288"/>
                  </a:cubicBezTo>
                  <a:cubicBezTo>
                    <a:pt x="513" y="163"/>
                    <a:pt x="963" y="288"/>
                    <a:pt x="1138" y="713"/>
                  </a:cubicBezTo>
                  <a:cubicBezTo>
                    <a:pt x="1300" y="1138"/>
                    <a:pt x="1113" y="1600"/>
                    <a:pt x="713" y="1787"/>
                  </a:cubicBezTo>
                  <a:cubicBezTo>
                    <a:pt x="676" y="1812"/>
                    <a:pt x="713" y="1862"/>
                    <a:pt x="751" y="1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34"/>
            <p:cNvSpPr/>
            <p:nvPr/>
          </p:nvSpPr>
          <p:spPr>
            <a:xfrm>
              <a:off x="3208275" y="1322725"/>
              <a:ext cx="17200" cy="30650"/>
            </a:xfrm>
            <a:custGeom>
              <a:avLst/>
              <a:gdLst/>
              <a:ahLst/>
              <a:cxnLst/>
              <a:rect l="l" t="t" r="r" b="b"/>
              <a:pathLst>
                <a:path w="688" h="1226" extrusionOk="0">
                  <a:moveTo>
                    <a:pt x="650" y="38"/>
                  </a:moveTo>
                  <a:cubicBezTo>
                    <a:pt x="300" y="0"/>
                    <a:pt x="63" y="375"/>
                    <a:pt x="63" y="688"/>
                  </a:cubicBezTo>
                  <a:cubicBezTo>
                    <a:pt x="50" y="988"/>
                    <a:pt x="350" y="1213"/>
                    <a:pt x="638" y="1125"/>
                  </a:cubicBezTo>
                  <a:cubicBezTo>
                    <a:pt x="688" y="1100"/>
                    <a:pt x="663" y="1013"/>
                    <a:pt x="613" y="1038"/>
                  </a:cubicBezTo>
                  <a:cubicBezTo>
                    <a:pt x="0" y="1225"/>
                    <a:pt x="63" y="75"/>
                    <a:pt x="650" y="113"/>
                  </a:cubicBezTo>
                  <a:cubicBezTo>
                    <a:pt x="688" y="113"/>
                    <a:pt x="688" y="38"/>
                    <a:pt x="650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34"/>
            <p:cNvSpPr/>
            <p:nvPr/>
          </p:nvSpPr>
          <p:spPr>
            <a:xfrm>
              <a:off x="3454150" y="131242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1750" y="75"/>
                  </a:moveTo>
                  <a:cubicBezTo>
                    <a:pt x="2112" y="1387"/>
                    <a:pt x="1300" y="2474"/>
                    <a:pt x="38" y="2799"/>
                  </a:cubicBezTo>
                  <a:cubicBezTo>
                    <a:pt x="0" y="2812"/>
                    <a:pt x="13" y="2862"/>
                    <a:pt x="38" y="2862"/>
                  </a:cubicBezTo>
                  <a:cubicBezTo>
                    <a:pt x="1425" y="2762"/>
                    <a:pt x="2212" y="1325"/>
                    <a:pt x="1825" y="50"/>
                  </a:cubicBezTo>
                  <a:cubicBezTo>
                    <a:pt x="1812" y="0"/>
                    <a:pt x="1725" y="13"/>
                    <a:pt x="1750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4"/>
            <p:cNvSpPr/>
            <p:nvPr/>
          </p:nvSpPr>
          <p:spPr>
            <a:xfrm>
              <a:off x="3796875" y="1305225"/>
              <a:ext cx="111550" cy="104375"/>
            </a:xfrm>
            <a:custGeom>
              <a:avLst/>
              <a:gdLst/>
              <a:ahLst/>
              <a:cxnLst/>
              <a:rect l="l" t="t" r="r" b="b"/>
              <a:pathLst>
                <a:path w="4462" h="4175" extrusionOk="0">
                  <a:moveTo>
                    <a:pt x="2662" y="176"/>
                  </a:moveTo>
                  <a:cubicBezTo>
                    <a:pt x="1212" y="1"/>
                    <a:pt x="38" y="1438"/>
                    <a:pt x="750" y="2787"/>
                  </a:cubicBezTo>
                  <a:cubicBezTo>
                    <a:pt x="1475" y="4175"/>
                    <a:pt x="3424" y="3950"/>
                    <a:pt x="4424" y="3025"/>
                  </a:cubicBezTo>
                  <a:cubicBezTo>
                    <a:pt x="4461" y="2987"/>
                    <a:pt x="4411" y="2937"/>
                    <a:pt x="4386" y="2962"/>
                  </a:cubicBezTo>
                  <a:cubicBezTo>
                    <a:pt x="3474" y="3612"/>
                    <a:pt x="2012" y="4062"/>
                    <a:pt x="1137" y="3125"/>
                  </a:cubicBezTo>
                  <a:cubicBezTo>
                    <a:pt x="0" y="1900"/>
                    <a:pt x="1075" y="88"/>
                    <a:pt x="2662" y="276"/>
                  </a:cubicBezTo>
                  <a:cubicBezTo>
                    <a:pt x="2724" y="288"/>
                    <a:pt x="2724" y="176"/>
                    <a:pt x="2662" y="1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4"/>
            <p:cNvSpPr/>
            <p:nvPr/>
          </p:nvSpPr>
          <p:spPr>
            <a:xfrm>
              <a:off x="3903100" y="1237750"/>
              <a:ext cx="263700" cy="146850"/>
            </a:xfrm>
            <a:custGeom>
              <a:avLst/>
              <a:gdLst/>
              <a:ahLst/>
              <a:cxnLst/>
              <a:rect l="l" t="t" r="r" b="b"/>
              <a:pathLst>
                <a:path w="10548" h="5874" extrusionOk="0">
                  <a:moveTo>
                    <a:pt x="100" y="5836"/>
                  </a:moveTo>
                  <a:cubicBezTo>
                    <a:pt x="1300" y="4162"/>
                    <a:pt x="2412" y="2062"/>
                    <a:pt x="4324" y="1138"/>
                  </a:cubicBezTo>
                  <a:cubicBezTo>
                    <a:pt x="6086" y="275"/>
                    <a:pt x="8848" y="100"/>
                    <a:pt x="10485" y="1312"/>
                  </a:cubicBezTo>
                  <a:cubicBezTo>
                    <a:pt x="10510" y="1325"/>
                    <a:pt x="10547" y="1275"/>
                    <a:pt x="10522" y="1262"/>
                  </a:cubicBezTo>
                  <a:cubicBezTo>
                    <a:pt x="9073" y="0"/>
                    <a:pt x="6586" y="138"/>
                    <a:pt x="4861" y="725"/>
                  </a:cubicBezTo>
                  <a:cubicBezTo>
                    <a:pt x="2549" y="1512"/>
                    <a:pt x="1350" y="3924"/>
                    <a:pt x="25" y="5799"/>
                  </a:cubicBezTo>
                  <a:cubicBezTo>
                    <a:pt x="0" y="5836"/>
                    <a:pt x="63" y="5874"/>
                    <a:pt x="88" y="5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4"/>
            <p:cNvSpPr/>
            <p:nvPr/>
          </p:nvSpPr>
          <p:spPr>
            <a:xfrm>
              <a:off x="4098975" y="1277425"/>
              <a:ext cx="100925" cy="84375"/>
            </a:xfrm>
            <a:custGeom>
              <a:avLst/>
              <a:gdLst/>
              <a:ahLst/>
              <a:cxnLst/>
              <a:rect l="l" t="t" r="r" b="b"/>
              <a:pathLst>
                <a:path w="4037" h="3375" extrusionOk="0">
                  <a:moveTo>
                    <a:pt x="2875" y="88"/>
                  </a:moveTo>
                  <a:cubicBezTo>
                    <a:pt x="3412" y="1025"/>
                    <a:pt x="3525" y="2400"/>
                    <a:pt x="2375" y="2950"/>
                  </a:cubicBezTo>
                  <a:cubicBezTo>
                    <a:pt x="2087" y="3062"/>
                    <a:pt x="1775" y="3100"/>
                    <a:pt x="1475" y="3062"/>
                  </a:cubicBezTo>
                  <a:cubicBezTo>
                    <a:pt x="1400" y="3050"/>
                    <a:pt x="1325" y="3075"/>
                    <a:pt x="1250" y="3062"/>
                  </a:cubicBezTo>
                  <a:cubicBezTo>
                    <a:pt x="488" y="2937"/>
                    <a:pt x="513" y="2737"/>
                    <a:pt x="438" y="2200"/>
                  </a:cubicBezTo>
                  <a:cubicBezTo>
                    <a:pt x="325" y="1300"/>
                    <a:pt x="938" y="963"/>
                    <a:pt x="1713" y="1113"/>
                  </a:cubicBezTo>
                  <a:cubicBezTo>
                    <a:pt x="2300" y="1225"/>
                    <a:pt x="2600" y="1512"/>
                    <a:pt x="3000" y="1925"/>
                  </a:cubicBezTo>
                  <a:cubicBezTo>
                    <a:pt x="3300" y="2237"/>
                    <a:pt x="3550" y="2562"/>
                    <a:pt x="3999" y="2575"/>
                  </a:cubicBezTo>
                  <a:cubicBezTo>
                    <a:pt x="4024" y="2575"/>
                    <a:pt x="4037" y="2537"/>
                    <a:pt x="3999" y="2537"/>
                  </a:cubicBezTo>
                  <a:cubicBezTo>
                    <a:pt x="3287" y="2425"/>
                    <a:pt x="2900" y="1525"/>
                    <a:pt x="2312" y="1150"/>
                  </a:cubicBezTo>
                  <a:cubicBezTo>
                    <a:pt x="1875" y="850"/>
                    <a:pt x="1325" y="800"/>
                    <a:pt x="838" y="1025"/>
                  </a:cubicBezTo>
                  <a:cubicBezTo>
                    <a:pt x="113" y="1350"/>
                    <a:pt x="0" y="2487"/>
                    <a:pt x="638" y="2987"/>
                  </a:cubicBezTo>
                  <a:cubicBezTo>
                    <a:pt x="1163" y="3375"/>
                    <a:pt x="2237" y="3250"/>
                    <a:pt x="2712" y="2887"/>
                  </a:cubicBezTo>
                  <a:cubicBezTo>
                    <a:pt x="3650" y="2187"/>
                    <a:pt x="3462" y="925"/>
                    <a:pt x="2937" y="38"/>
                  </a:cubicBezTo>
                  <a:cubicBezTo>
                    <a:pt x="2912" y="0"/>
                    <a:pt x="2837" y="38"/>
                    <a:pt x="287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4"/>
            <p:cNvSpPr/>
            <p:nvPr/>
          </p:nvSpPr>
          <p:spPr>
            <a:xfrm>
              <a:off x="4206450" y="1331775"/>
              <a:ext cx="55625" cy="13775"/>
            </a:xfrm>
            <a:custGeom>
              <a:avLst/>
              <a:gdLst/>
              <a:ahLst/>
              <a:cxnLst/>
              <a:rect l="l" t="t" r="r" b="b"/>
              <a:pathLst>
                <a:path w="2225" h="551" extrusionOk="0">
                  <a:moveTo>
                    <a:pt x="50" y="476"/>
                  </a:moveTo>
                  <a:cubicBezTo>
                    <a:pt x="750" y="551"/>
                    <a:pt x="1600" y="501"/>
                    <a:pt x="2187" y="76"/>
                  </a:cubicBezTo>
                  <a:cubicBezTo>
                    <a:pt x="2225" y="63"/>
                    <a:pt x="2200" y="1"/>
                    <a:pt x="2162" y="13"/>
                  </a:cubicBezTo>
                  <a:cubicBezTo>
                    <a:pt x="1437" y="251"/>
                    <a:pt x="838" y="476"/>
                    <a:pt x="50" y="401"/>
                  </a:cubicBezTo>
                  <a:cubicBezTo>
                    <a:pt x="0" y="401"/>
                    <a:pt x="0" y="476"/>
                    <a:pt x="50" y="4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4"/>
            <p:cNvSpPr/>
            <p:nvPr/>
          </p:nvSpPr>
          <p:spPr>
            <a:xfrm>
              <a:off x="3934650" y="1301475"/>
              <a:ext cx="81250" cy="96575"/>
            </a:xfrm>
            <a:custGeom>
              <a:avLst/>
              <a:gdLst/>
              <a:ahLst/>
              <a:cxnLst/>
              <a:rect l="l" t="t" r="r" b="b"/>
              <a:pathLst>
                <a:path w="3250" h="3863" extrusionOk="0">
                  <a:moveTo>
                    <a:pt x="1025" y="26"/>
                  </a:moveTo>
                  <a:cubicBezTo>
                    <a:pt x="463" y="675"/>
                    <a:pt x="0" y="1488"/>
                    <a:pt x="188" y="2375"/>
                  </a:cubicBezTo>
                  <a:cubicBezTo>
                    <a:pt x="363" y="3200"/>
                    <a:pt x="1162" y="3800"/>
                    <a:pt x="2000" y="3837"/>
                  </a:cubicBezTo>
                  <a:cubicBezTo>
                    <a:pt x="2587" y="3862"/>
                    <a:pt x="3249" y="3475"/>
                    <a:pt x="3174" y="2812"/>
                  </a:cubicBezTo>
                  <a:cubicBezTo>
                    <a:pt x="3137" y="2475"/>
                    <a:pt x="2799" y="2050"/>
                    <a:pt x="2512" y="2425"/>
                  </a:cubicBezTo>
                  <a:cubicBezTo>
                    <a:pt x="2475" y="2462"/>
                    <a:pt x="2550" y="2500"/>
                    <a:pt x="2575" y="2462"/>
                  </a:cubicBezTo>
                  <a:cubicBezTo>
                    <a:pt x="3012" y="3300"/>
                    <a:pt x="2862" y="3725"/>
                    <a:pt x="2125" y="3737"/>
                  </a:cubicBezTo>
                  <a:cubicBezTo>
                    <a:pt x="1800" y="3737"/>
                    <a:pt x="1487" y="3650"/>
                    <a:pt x="1212" y="3500"/>
                  </a:cubicBezTo>
                  <a:cubicBezTo>
                    <a:pt x="775" y="3287"/>
                    <a:pt x="463" y="2900"/>
                    <a:pt x="325" y="2437"/>
                  </a:cubicBezTo>
                  <a:cubicBezTo>
                    <a:pt x="75" y="1563"/>
                    <a:pt x="538" y="738"/>
                    <a:pt x="1062" y="63"/>
                  </a:cubicBezTo>
                  <a:cubicBezTo>
                    <a:pt x="1087" y="38"/>
                    <a:pt x="1050" y="1"/>
                    <a:pt x="1025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4"/>
            <p:cNvSpPr/>
            <p:nvPr/>
          </p:nvSpPr>
          <p:spPr>
            <a:xfrm>
              <a:off x="3920275" y="1329900"/>
              <a:ext cx="23150" cy="110625"/>
            </a:xfrm>
            <a:custGeom>
              <a:avLst/>
              <a:gdLst/>
              <a:ahLst/>
              <a:cxnLst/>
              <a:rect l="l" t="t" r="r" b="b"/>
              <a:pathLst>
                <a:path w="926" h="4425" extrusionOk="0">
                  <a:moveTo>
                    <a:pt x="825" y="38"/>
                  </a:moveTo>
                  <a:cubicBezTo>
                    <a:pt x="375" y="551"/>
                    <a:pt x="263" y="1238"/>
                    <a:pt x="188" y="1913"/>
                  </a:cubicBezTo>
                  <a:cubicBezTo>
                    <a:pt x="100" y="2725"/>
                    <a:pt x="13" y="3712"/>
                    <a:pt x="538" y="4400"/>
                  </a:cubicBezTo>
                  <a:cubicBezTo>
                    <a:pt x="563" y="4425"/>
                    <a:pt x="600" y="4400"/>
                    <a:pt x="588" y="4362"/>
                  </a:cubicBezTo>
                  <a:cubicBezTo>
                    <a:pt x="0" y="3250"/>
                    <a:pt x="38" y="1101"/>
                    <a:pt x="888" y="101"/>
                  </a:cubicBezTo>
                  <a:cubicBezTo>
                    <a:pt x="925" y="63"/>
                    <a:pt x="863" y="1"/>
                    <a:pt x="825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4"/>
            <p:cNvSpPr/>
            <p:nvPr/>
          </p:nvSpPr>
          <p:spPr>
            <a:xfrm>
              <a:off x="3931200" y="1439875"/>
              <a:ext cx="11900" cy="11900"/>
            </a:xfrm>
            <a:custGeom>
              <a:avLst/>
              <a:gdLst/>
              <a:ahLst/>
              <a:cxnLst/>
              <a:rect l="l" t="t" r="r" b="b"/>
              <a:pathLst>
                <a:path w="476" h="476" extrusionOk="0">
                  <a:moveTo>
                    <a:pt x="126" y="38"/>
                  </a:moveTo>
                  <a:cubicBezTo>
                    <a:pt x="213" y="1"/>
                    <a:pt x="313" y="13"/>
                    <a:pt x="388" y="88"/>
                  </a:cubicBezTo>
                  <a:cubicBezTo>
                    <a:pt x="451" y="151"/>
                    <a:pt x="476" y="238"/>
                    <a:pt x="451" y="326"/>
                  </a:cubicBezTo>
                  <a:cubicBezTo>
                    <a:pt x="451" y="363"/>
                    <a:pt x="438" y="388"/>
                    <a:pt x="413" y="413"/>
                  </a:cubicBezTo>
                  <a:cubicBezTo>
                    <a:pt x="388" y="438"/>
                    <a:pt x="351" y="451"/>
                    <a:pt x="313" y="463"/>
                  </a:cubicBezTo>
                  <a:cubicBezTo>
                    <a:pt x="188" y="476"/>
                    <a:pt x="63" y="413"/>
                    <a:pt x="13" y="288"/>
                  </a:cubicBezTo>
                  <a:cubicBezTo>
                    <a:pt x="1" y="163"/>
                    <a:pt x="101" y="51"/>
                    <a:pt x="238" y="51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4"/>
            <p:cNvSpPr/>
            <p:nvPr/>
          </p:nvSpPr>
          <p:spPr>
            <a:xfrm>
              <a:off x="3926825" y="1437075"/>
              <a:ext cx="22225" cy="17200"/>
            </a:xfrm>
            <a:custGeom>
              <a:avLst/>
              <a:gdLst/>
              <a:ahLst/>
              <a:cxnLst/>
              <a:rect l="l" t="t" r="r" b="b"/>
              <a:pathLst>
                <a:path w="889" h="688" extrusionOk="0">
                  <a:moveTo>
                    <a:pt x="313" y="213"/>
                  </a:moveTo>
                  <a:cubicBezTo>
                    <a:pt x="588" y="238"/>
                    <a:pt x="651" y="313"/>
                    <a:pt x="476" y="413"/>
                  </a:cubicBezTo>
                  <a:cubicBezTo>
                    <a:pt x="313" y="600"/>
                    <a:pt x="301" y="525"/>
                    <a:pt x="413" y="200"/>
                  </a:cubicBezTo>
                  <a:cubicBezTo>
                    <a:pt x="451" y="175"/>
                    <a:pt x="451" y="113"/>
                    <a:pt x="401" y="113"/>
                  </a:cubicBezTo>
                  <a:cubicBezTo>
                    <a:pt x="1" y="113"/>
                    <a:pt x="88" y="688"/>
                    <a:pt x="488" y="625"/>
                  </a:cubicBezTo>
                  <a:cubicBezTo>
                    <a:pt x="888" y="563"/>
                    <a:pt x="663" y="0"/>
                    <a:pt x="276" y="88"/>
                  </a:cubicBezTo>
                  <a:cubicBezTo>
                    <a:pt x="213" y="113"/>
                    <a:pt x="238" y="213"/>
                    <a:pt x="313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4"/>
            <p:cNvSpPr/>
            <p:nvPr/>
          </p:nvSpPr>
          <p:spPr>
            <a:xfrm>
              <a:off x="4168650" y="12718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25" y="63"/>
                  </a:moveTo>
                  <a:lnTo>
                    <a:pt x="38" y="100"/>
                  </a:lnTo>
                  <a:cubicBezTo>
                    <a:pt x="50" y="125"/>
                    <a:pt x="88" y="125"/>
                    <a:pt x="100" y="100"/>
                  </a:cubicBezTo>
                  <a:lnTo>
                    <a:pt x="100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4"/>
            <p:cNvSpPr/>
            <p:nvPr/>
          </p:nvSpPr>
          <p:spPr>
            <a:xfrm>
              <a:off x="4259250" y="1315225"/>
              <a:ext cx="41875" cy="17825"/>
            </a:xfrm>
            <a:custGeom>
              <a:avLst/>
              <a:gdLst/>
              <a:ahLst/>
              <a:cxnLst/>
              <a:rect l="l" t="t" r="r" b="b"/>
              <a:pathLst>
                <a:path w="1675" h="713" extrusionOk="0">
                  <a:moveTo>
                    <a:pt x="125" y="650"/>
                  </a:moveTo>
                  <a:cubicBezTo>
                    <a:pt x="225" y="388"/>
                    <a:pt x="650" y="275"/>
                    <a:pt x="875" y="238"/>
                  </a:cubicBezTo>
                  <a:cubicBezTo>
                    <a:pt x="1125" y="200"/>
                    <a:pt x="1375" y="200"/>
                    <a:pt x="1612" y="250"/>
                  </a:cubicBezTo>
                  <a:cubicBezTo>
                    <a:pt x="1675" y="250"/>
                    <a:pt x="1675" y="163"/>
                    <a:pt x="1625" y="150"/>
                  </a:cubicBezTo>
                  <a:cubicBezTo>
                    <a:pt x="1175" y="0"/>
                    <a:pt x="225" y="88"/>
                    <a:pt x="25" y="613"/>
                  </a:cubicBezTo>
                  <a:cubicBezTo>
                    <a:pt x="0" y="675"/>
                    <a:pt x="100" y="713"/>
                    <a:pt x="125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4"/>
            <p:cNvSpPr/>
            <p:nvPr/>
          </p:nvSpPr>
          <p:spPr>
            <a:xfrm>
              <a:off x="4259250" y="13177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587" y="50"/>
                  </a:moveTo>
                  <a:cubicBezTo>
                    <a:pt x="1175" y="425"/>
                    <a:pt x="638" y="600"/>
                    <a:pt x="88" y="550"/>
                  </a:cubicBezTo>
                  <a:cubicBezTo>
                    <a:pt x="25" y="550"/>
                    <a:pt x="0" y="625"/>
                    <a:pt x="63" y="650"/>
                  </a:cubicBezTo>
                  <a:cubicBezTo>
                    <a:pt x="575" y="788"/>
                    <a:pt x="1287" y="475"/>
                    <a:pt x="1650" y="113"/>
                  </a:cubicBezTo>
                  <a:cubicBezTo>
                    <a:pt x="1687" y="75"/>
                    <a:pt x="1625" y="0"/>
                    <a:pt x="1587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4"/>
            <p:cNvSpPr/>
            <p:nvPr/>
          </p:nvSpPr>
          <p:spPr>
            <a:xfrm>
              <a:off x="4198950" y="1341475"/>
              <a:ext cx="33450" cy="30325"/>
            </a:xfrm>
            <a:custGeom>
              <a:avLst/>
              <a:gdLst/>
              <a:ahLst/>
              <a:cxnLst/>
              <a:rect l="l" t="t" r="r" b="b"/>
              <a:pathLst>
                <a:path w="1338" h="1213" extrusionOk="0">
                  <a:moveTo>
                    <a:pt x="50" y="100"/>
                  </a:moveTo>
                  <a:cubicBezTo>
                    <a:pt x="363" y="88"/>
                    <a:pt x="625" y="263"/>
                    <a:pt x="863" y="450"/>
                  </a:cubicBezTo>
                  <a:cubicBezTo>
                    <a:pt x="1088" y="625"/>
                    <a:pt x="1238" y="887"/>
                    <a:pt x="1250" y="1162"/>
                  </a:cubicBezTo>
                  <a:cubicBezTo>
                    <a:pt x="1250" y="1212"/>
                    <a:pt x="1338" y="1200"/>
                    <a:pt x="1325" y="1162"/>
                  </a:cubicBezTo>
                  <a:cubicBezTo>
                    <a:pt x="1325" y="850"/>
                    <a:pt x="1175" y="563"/>
                    <a:pt x="925" y="388"/>
                  </a:cubicBezTo>
                  <a:cubicBezTo>
                    <a:pt x="663" y="188"/>
                    <a:pt x="400" y="0"/>
                    <a:pt x="50" y="25"/>
                  </a:cubicBezTo>
                  <a:cubicBezTo>
                    <a:pt x="0" y="25"/>
                    <a:pt x="0" y="113"/>
                    <a:pt x="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4"/>
            <p:cNvSpPr/>
            <p:nvPr/>
          </p:nvSpPr>
          <p:spPr>
            <a:xfrm>
              <a:off x="4199250" y="1342100"/>
              <a:ext cx="33475" cy="29375"/>
            </a:xfrm>
            <a:custGeom>
              <a:avLst/>
              <a:gdLst/>
              <a:ahLst/>
              <a:cxnLst/>
              <a:rect l="l" t="t" r="r" b="b"/>
              <a:pathLst>
                <a:path w="1339" h="1175" extrusionOk="0">
                  <a:moveTo>
                    <a:pt x="1288" y="1100"/>
                  </a:moveTo>
                  <a:cubicBezTo>
                    <a:pt x="1026" y="1012"/>
                    <a:pt x="776" y="887"/>
                    <a:pt x="551" y="713"/>
                  </a:cubicBezTo>
                  <a:cubicBezTo>
                    <a:pt x="313" y="538"/>
                    <a:pt x="263" y="288"/>
                    <a:pt x="113" y="63"/>
                  </a:cubicBezTo>
                  <a:cubicBezTo>
                    <a:pt x="76" y="0"/>
                    <a:pt x="1" y="38"/>
                    <a:pt x="13" y="100"/>
                  </a:cubicBezTo>
                  <a:cubicBezTo>
                    <a:pt x="126" y="688"/>
                    <a:pt x="713" y="1087"/>
                    <a:pt x="1263" y="1175"/>
                  </a:cubicBezTo>
                  <a:cubicBezTo>
                    <a:pt x="1313" y="1175"/>
                    <a:pt x="1338" y="1112"/>
                    <a:pt x="1288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4"/>
            <p:cNvSpPr/>
            <p:nvPr/>
          </p:nvSpPr>
          <p:spPr>
            <a:xfrm>
              <a:off x="3890900" y="1349275"/>
              <a:ext cx="38775" cy="86875"/>
            </a:xfrm>
            <a:custGeom>
              <a:avLst/>
              <a:gdLst/>
              <a:ahLst/>
              <a:cxnLst/>
              <a:rect l="l" t="t" r="r" b="b"/>
              <a:pathLst>
                <a:path w="1551" h="3475" extrusionOk="0">
                  <a:moveTo>
                    <a:pt x="1450" y="51"/>
                  </a:moveTo>
                  <a:cubicBezTo>
                    <a:pt x="725" y="1038"/>
                    <a:pt x="238" y="2175"/>
                    <a:pt x="13" y="3387"/>
                  </a:cubicBezTo>
                  <a:cubicBezTo>
                    <a:pt x="1" y="3450"/>
                    <a:pt x="101" y="3475"/>
                    <a:pt x="113" y="3412"/>
                  </a:cubicBezTo>
                  <a:cubicBezTo>
                    <a:pt x="338" y="2213"/>
                    <a:pt x="813" y="1075"/>
                    <a:pt x="1513" y="88"/>
                  </a:cubicBezTo>
                  <a:cubicBezTo>
                    <a:pt x="1550" y="38"/>
                    <a:pt x="1475" y="1"/>
                    <a:pt x="145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4"/>
            <p:cNvSpPr/>
            <p:nvPr/>
          </p:nvSpPr>
          <p:spPr>
            <a:xfrm>
              <a:off x="3880600" y="1433625"/>
              <a:ext cx="18150" cy="16600"/>
            </a:xfrm>
            <a:custGeom>
              <a:avLst/>
              <a:gdLst/>
              <a:ahLst/>
              <a:cxnLst/>
              <a:rect l="l" t="t" r="r" b="b"/>
              <a:pathLst>
                <a:path w="726" h="664" extrusionOk="0">
                  <a:moveTo>
                    <a:pt x="475" y="151"/>
                  </a:moveTo>
                  <a:cubicBezTo>
                    <a:pt x="363" y="176"/>
                    <a:pt x="350" y="188"/>
                    <a:pt x="438" y="176"/>
                  </a:cubicBezTo>
                  <a:cubicBezTo>
                    <a:pt x="475" y="163"/>
                    <a:pt x="513" y="163"/>
                    <a:pt x="550" y="176"/>
                  </a:cubicBezTo>
                  <a:cubicBezTo>
                    <a:pt x="588" y="176"/>
                    <a:pt x="600" y="113"/>
                    <a:pt x="563" y="101"/>
                  </a:cubicBezTo>
                  <a:cubicBezTo>
                    <a:pt x="350" y="1"/>
                    <a:pt x="0" y="238"/>
                    <a:pt x="250" y="451"/>
                  </a:cubicBezTo>
                  <a:cubicBezTo>
                    <a:pt x="513" y="663"/>
                    <a:pt x="725" y="288"/>
                    <a:pt x="538" y="88"/>
                  </a:cubicBezTo>
                  <a:cubicBezTo>
                    <a:pt x="500" y="38"/>
                    <a:pt x="450" y="101"/>
                    <a:pt x="47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34"/>
            <p:cNvSpPr/>
            <p:nvPr/>
          </p:nvSpPr>
          <p:spPr>
            <a:xfrm>
              <a:off x="3936525" y="1338025"/>
              <a:ext cx="30325" cy="81875"/>
            </a:xfrm>
            <a:custGeom>
              <a:avLst/>
              <a:gdLst/>
              <a:ahLst/>
              <a:cxnLst/>
              <a:rect l="l" t="t" r="r" b="b"/>
              <a:pathLst>
                <a:path w="1213" h="3275" extrusionOk="0">
                  <a:moveTo>
                    <a:pt x="125" y="63"/>
                  </a:moveTo>
                  <a:cubicBezTo>
                    <a:pt x="0" y="1163"/>
                    <a:pt x="213" y="2538"/>
                    <a:pt x="1150" y="3262"/>
                  </a:cubicBezTo>
                  <a:cubicBezTo>
                    <a:pt x="1175" y="3275"/>
                    <a:pt x="1212" y="3250"/>
                    <a:pt x="1187" y="3212"/>
                  </a:cubicBezTo>
                  <a:cubicBezTo>
                    <a:pt x="413" y="2275"/>
                    <a:pt x="88" y="1275"/>
                    <a:pt x="225" y="63"/>
                  </a:cubicBezTo>
                  <a:cubicBezTo>
                    <a:pt x="225" y="1"/>
                    <a:pt x="138" y="1"/>
                    <a:pt x="1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34"/>
            <p:cNvSpPr/>
            <p:nvPr/>
          </p:nvSpPr>
          <p:spPr>
            <a:xfrm>
              <a:off x="3963375" y="1414575"/>
              <a:ext cx="13475" cy="15650"/>
            </a:xfrm>
            <a:custGeom>
              <a:avLst/>
              <a:gdLst/>
              <a:ahLst/>
              <a:cxnLst/>
              <a:rect l="l" t="t" r="r" b="b"/>
              <a:pathLst>
                <a:path w="539" h="626" extrusionOk="0">
                  <a:moveTo>
                    <a:pt x="413" y="263"/>
                  </a:moveTo>
                  <a:cubicBezTo>
                    <a:pt x="326" y="263"/>
                    <a:pt x="313" y="275"/>
                    <a:pt x="363" y="338"/>
                  </a:cubicBezTo>
                  <a:cubicBezTo>
                    <a:pt x="388" y="363"/>
                    <a:pt x="426" y="350"/>
                    <a:pt x="438" y="313"/>
                  </a:cubicBezTo>
                  <a:cubicBezTo>
                    <a:pt x="438" y="25"/>
                    <a:pt x="1" y="0"/>
                    <a:pt x="38" y="300"/>
                  </a:cubicBezTo>
                  <a:cubicBezTo>
                    <a:pt x="38" y="625"/>
                    <a:pt x="538" y="575"/>
                    <a:pt x="488" y="263"/>
                  </a:cubicBezTo>
                  <a:cubicBezTo>
                    <a:pt x="476" y="225"/>
                    <a:pt x="426" y="225"/>
                    <a:pt x="4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34"/>
            <p:cNvSpPr/>
            <p:nvPr/>
          </p:nvSpPr>
          <p:spPr>
            <a:xfrm>
              <a:off x="4139900" y="1254625"/>
              <a:ext cx="237775" cy="60000"/>
            </a:xfrm>
            <a:custGeom>
              <a:avLst/>
              <a:gdLst/>
              <a:ahLst/>
              <a:cxnLst/>
              <a:rect l="l" t="t" r="r" b="b"/>
              <a:pathLst>
                <a:path w="9511" h="2400" extrusionOk="0">
                  <a:moveTo>
                    <a:pt x="38" y="75"/>
                  </a:moveTo>
                  <a:cubicBezTo>
                    <a:pt x="1813" y="762"/>
                    <a:pt x="3137" y="1475"/>
                    <a:pt x="5049" y="1662"/>
                  </a:cubicBezTo>
                  <a:cubicBezTo>
                    <a:pt x="6774" y="1837"/>
                    <a:pt x="8023" y="1437"/>
                    <a:pt x="9448" y="475"/>
                  </a:cubicBezTo>
                  <a:cubicBezTo>
                    <a:pt x="9511" y="438"/>
                    <a:pt x="9448" y="338"/>
                    <a:pt x="9386" y="375"/>
                  </a:cubicBezTo>
                  <a:cubicBezTo>
                    <a:pt x="6061" y="2400"/>
                    <a:pt x="3387" y="1262"/>
                    <a:pt x="63" y="13"/>
                  </a:cubicBezTo>
                  <a:cubicBezTo>
                    <a:pt x="26" y="0"/>
                    <a:pt x="1" y="50"/>
                    <a:pt x="3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4"/>
            <p:cNvSpPr/>
            <p:nvPr/>
          </p:nvSpPr>
          <p:spPr>
            <a:xfrm>
              <a:off x="3860900" y="1309600"/>
              <a:ext cx="31900" cy="49400"/>
            </a:xfrm>
            <a:custGeom>
              <a:avLst/>
              <a:gdLst/>
              <a:ahLst/>
              <a:cxnLst/>
              <a:rect l="l" t="t" r="r" b="b"/>
              <a:pathLst>
                <a:path w="1276" h="1976" extrusionOk="0">
                  <a:moveTo>
                    <a:pt x="38" y="63"/>
                  </a:moveTo>
                  <a:cubicBezTo>
                    <a:pt x="451" y="151"/>
                    <a:pt x="851" y="350"/>
                    <a:pt x="1026" y="763"/>
                  </a:cubicBezTo>
                  <a:cubicBezTo>
                    <a:pt x="1251" y="1263"/>
                    <a:pt x="976" y="1838"/>
                    <a:pt x="401" y="1863"/>
                  </a:cubicBezTo>
                  <a:cubicBezTo>
                    <a:pt x="326" y="1850"/>
                    <a:pt x="326" y="1963"/>
                    <a:pt x="401" y="1975"/>
                  </a:cubicBezTo>
                  <a:cubicBezTo>
                    <a:pt x="901" y="1963"/>
                    <a:pt x="1276" y="1538"/>
                    <a:pt x="1213" y="1050"/>
                  </a:cubicBezTo>
                  <a:cubicBezTo>
                    <a:pt x="1163" y="438"/>
                    <a:pt x="613" y="101"/>
                    <a:pt x="63" y="1"/>
                  </a:cubicBezTo>
                  <a:cubicBezTo>
                    <a:pt x="26" y="1"/>
                    <a:pt x="1" y="51"/>
                    <a:pt x="51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4"/>
            <p:cNvSpPr/>
            <p:nvPr/>
          </p:nvSpPr>
          <p:spPr>
            <a:xfrm>
              <a:off x="4075225" y="1283975"/>
              <a:ext cx="62825" cy="31575"/>
            </a:xfrm>
            <a:custGeom>
              <a:avLst/>
              <a:gdLst/>
              <a:ahLst/>
              <a:cxnLst/>
              <a:rect l="l" t="t" r="r" b="b"/>
              <a:pathLst>
                <a:path w="2513" h="1263" extrusionOk="0">
                  <a:moveTo>
                    <a:pt x="2450" y="651"/>
                  </a:moveTo>
                  <a:cubicBezTo>
                    <a:pt x="2150" y="638"/>
                    <a:pt x="1850" y="701"/>
                    <a:pt x="1588" y="851"/>
                  </a:cubicBezTo>
                  <a:cubicBezTo>
                    <a:pt x="888" y="1151"/>
                    <a:pt x="201" y="851"/>
                    <a:pt x="88" y="51"/>
                  </a:cubicBezTo>
                  <a:cubicBezTo>
                    <a:pt x="88" y="1"/>
                    <a:pt x="13" y="13"/>
                    <a:pt x="26" y="51"/>
                  </a:cubicBezTo>
                  <a:cubicBezTo>
                    <a:pt x="1" y="501"/>
                    <a:pt x="276" y="901"/>
                    <a:pt x="701" y="1051"/>
                  </a:cubicBezTo>
                  <a:cubicBezTo>
                    <a:pt x="1325" y="1263"/>
                    <a:pt x="1825" y="713"/>
                    <a:pt x="2450" y="738"/>
                  </a:cubicBezTo>
                  <a:cubicBezTo>
                    <a:pt x="2513" y="738"/>
                    <a:pt x="2513" y="651"/>
                    <a:pt x="2450" y="6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4"/>
            <p:cNvSpPr/>
            <p:nvPr/>
          </p:nvSpPr>
          <p:spPr>
            <a:xfrm>
              <a:off x="4073975" y="1268675"/>
              <a:ext cx="30950" cy="21275"/>
            </a:xfrm>
            <a:custGeom>
              <a:avLst/>
              <a:gdLst/>
              <a:ahLst/>
              <a:cxnLst/>
              <a:rect l="l" t="t" r="r" b="b"/>
              <a:pathLst>
                <a:path w="1238" h="851" extrusionOk="0">
                  <a:moveTo>
                    <a:pt x="188" y="800"/>
                  </a:moveTo>
                  <a:cubicBezTo>
                    <a:pt x="1" y="275"/>
                    <a:pt x="851" y="38"/>
                    <a:pt x="1175" y="288"/>
                  </a:cubicBezTo>
                  <a:cubicBezTo>
                    <a:pt x="1200" y="313"/>
                    <a:pt x="1238" y="263"/>
                    <a:pt x="1225" y="238"/>
                  </a:cubicBezTo>
                  <a:cubicBezTo>
                    <a:pt x="1063" y="0"/>
                    <a:pt x="676" y="63"/>
                    <a:pt x="451" y="163"/>
                  </a:cubicBezTo>
                  <a:cubicBezTo>
                    <a:pt x="176" y="275"/>
                    <a:pt x="1" y="525"/>
                    <a:pt x="113" y="813"/>
                  </a:cubicBezTo>
                  <a:cubicBezTo>
                    <a:pt x="138" y="850"/>
                    <a:pt x="201" y="838"/>
                    <a:pt x="188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34"/>
            <p:cNvSpPr/>
            <p:nvPr/>
          </p:nvSpPr>
          <p:spPr>
            <a:xfrm>
              <a:off x="3834050" y="1371450"/>
              <a:ext cx="81250" cy="56275"/>
            </a:xfrm>
            <a:custGeom>
              <a:avLst/>
              <a:gdLst/>
              <a:ahLst/>
              <a:cxnLst/>
              <a:rect l="l" t="t" r="r" b="b"/>
              <a:pathLst>
                <a:path w="3250" h="2251" extrusionOk="0">
                  <a:moveTo>
                    <a:pt x="3162" y="38"/>
                  </a:moveTo>
                  <a:cubicBezTo>
                    <a:pt x="2362" y="988"/>
                    <a:pt x="1475" y="2063"/>
                    <a:pt x="88" y="1875"/>
                  </a:cubicBezTo>
                  <a:cubicBezTo>
                    <a:pt x="25" y="1863"/>
                    <a:pt x="0" y="1950"/>
                    <a:pt x="63" y="1963"/>
                  </a:cubicBezTo>
                  <a:cubicBezTo>
                    <a:pt x="1462" y="2250"/>
                    <a:pt x="2425" y="1051"/>
                    <a:pt x="3224" y="88"/>
                  </a:cubicBezTo>
                  <a:cubicBezTo>
                    <a:pt x="3249" y="51"/>
                    <a:pt x="3199" y="1"/>
                    <a:pt x="3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34"/>
            <p:cNvSpPr/>
            <p:nvPr/>
          </p:nvSpPr>
          <p:spPr>
            <a:xfrm>
              <a:off x="4063675" y="1320225"/>
              <a:ext cx="30950" cy="15025"/>
            </a:xfrm>
            <a:custGeom>
              <a:avLst/>
              <a:gdLst/>
              <a:ahLst/>
              <a:cxnLst/>
              <a:rect l="l" t="t" r="r" b="b"/>
              <a:pathLst>
                <a:path w="1238" h="601" extrusionOk="0">
                  <a:moveTo>
                    <a:pt x="1175" y="13"/>
                  </a:moveTo>
                  <a:cubicBezTo>
                    <a:pt x="950" y="0"/>
                    <a:pt x="725" y="50"/>
                    <a:pt x="525" y="163"/>
                  </a:cubicBezTo>
                  <a:cubicBezTo>
                    <a:pt x="325" y="225"/>
                    <a:pt x="150" y="350"/>
                    <a:pt x="25" y="513"/>
                  </a:cubicBezTo>
                  <a:cubicBezTo>
                    <a:pt x="0" y="563"/>
                    <a:pt x="50" y="600"/>
                    <a:pt x="100" y="575"/>
                  </a:cubicBezTo>
                  <a:cubicBezTo>
                    <a:pt x="388" y="288"/>
                    <a:pt x="763" y="125"/>
                    <a:pt x="1175" y="100"/>
                  </a:cubicBezTo>
                  <a:cubicBezTo>
                    <a:pt x="1238" y="100"/>
                    <a:pt x="1225" y="13"/>
                    <a:pt x="1175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34"/>
            <p:cNvSpPr/>
            <p:nvPr/>
          </p:nvSpPr>
          <p:spPr>
            <a:xfrm>
              <a:off x="4063350" y="1319900"/>
              <a:ext cx="34075" cy="21900"/>
            </a:xfrm>
            <a:custGeom>
              <a:avLst/>
              <a:gdLst/>
              <a:ahLst/>
              <a:cxnLst/>
              <a:rect l="l" t="t" r="r" b="b"/>
              <a:pathLst>
                <a:path w="1363" h="876" extrusionOk="0">
                  <a:moveTo>
                    <a:pt x="51" y="638"/>
                  </a:moveTo>
                  <a:cubicBezTo>
                    <a:pt x="538" y="876"/>
                    <a:pt x="1151" y="576"/>
                    <a:pt x="1338" y="88"/>
                  </a:cubicBezTo>
                  <a:cubicBezTo>
                    <a:pt x="1363" y="38"/>
                    <a:pt x="1276" y="1"/>
                    <a:pt x="1251" y="51"/>
                  </a:cubicBezTo>
                  <a:cubicBezTo>
                    <a:pt x="1051" y="463"/>
                    <a:pt x="538" y="763"/>
                    <a:pt x="101" y="551"/>
                  </a:cubicBezTo>
                  <a:cubicBezTo>
                    <a:pt x="51" y="526"/>
                    <a:pt x="1" y="601"/>
                    <a:pt x="51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34"/>
            <p:cNvSpPr/>
            <p:nvPr/>
          </p:nvSpPr>
          <p:spPr>
            <a:xfrm>
              <a:off x="4299850" y="1278975"/>
              <a:ext cx="132500" cy="60025"/>
            </a:xfrm>
            <a:custGeom>
              <a:avLst/>
              <a:gdLst/>
              <a:ahLst/>
              <a:cxnLst/>
              <a:rect l="l" t="t" r="r" b="b"/>
              <a:pathLst>
                <a:path w="5300" h="2401" extrusionOk="0">
                  <a:moveTo>
                    <a:pt x="63" y="651"/>
                  </a:moveTo>
                  <a:cubicBezTo>
                    <a:pt x="1600" y="363"/>
                    <a:pt x="4912" y="51"/>
                    <a:pt x="5224" y="2350"/>
                  </a:cubicBezTo>
                  <a:cubicBezTo>
                    <a:pt x="5224" y="2388"/>
                    <a:pt x="5299" y="2400"/>
                    <a:pt x="5287" y="2350"/>
                  </a:cubicBezTo>
                  <a:cubicBezTo>
                    <a:pt x="5075" y="1"/>
                    <a:pt x="1638" y="276"/>
                    <a:pt x="51" y="576"/>
                  </a:cubicBezTo>
                  <a:cubicBezTo>
                    <a:pt x="1" y="588"/>
                    <a:pt x="26" y="663"/>
                    <a:pt x="76" y="6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34"/>
            <p:cNvSpPr/>
            <p:nvPr/>
          </p:nvSpPr>
          <p:spPr>
            <a:xfrm>
              <a:off x="4363900" y="1311175"/>
              <a:ext cx="60950" cy="65000"/>
            </a:xfrm>
            <a:custGeom>
              <a:avLst/>
              <a:gdLst/>
              <a:ahLst/>
              <a:cxnLst/>
              <a:rect l="l" t="t" r="r" b="b"/>
              <a:pathLst>
                <a:path w="2438" h="2600" extrusionOk="0">
                  <a:moveTo>
                    <a:pt x="1463" y="75"/>
                  </a:moveTo>
                  <a:cubicBezTo>
                    <a:pt x="2088" y="400"/>
                    <a:pt x="2350" y="1175"/>
                    <a:pt x="1938" y="1762"/>
                  </a:cubicBezTo>
                  <a:cubicBezTo>
                    <a:pt x="1550" y="2299"/>
                    <a:pt x="588" y="2474"/>
                    <a:pt x="113" y="1950"/>
                  </a:cubicBezTo>
                  <a:cubicBezTo>
                    <a:pt x="76" y="1900"/>
                    <a:pt x="1" y="1975"/>
                    <a:pt x="38" y="2025"/>
                  </a:cubicBezTo>
                  <a:cubicBezTo>
                    <a:pt x="538" y="2599"/>
                    <a:pt x="1600" y="2412"/>
                    <a:pt x="2013" y="1825"/>
                  </a:cubicBezTo>
                  <a:cubicBezTo>
                    <a:pt x="2438" y="1187"/>
                    <a:pt x="2200" y="325"/>
                    <a:pt x="1500" y="13"/>
                  </a:cubicBezTo>
                  <a:cubicBezTo>
                    <a:pt x="1463" y="0"/>
                    <a:pt x="1438" y="50"/>
                    <a:pt x="147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34"/>
            <p:cNvSpPr/>
            <p:nvPr/>
          </p:nvSpPr>
          <p:spPr>
            <a:xfrm>
              <a:off x="4353900" y="1318975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726" y="1787"/>
                  </a:moveTo>
                  <a:cubicBezTo>
                    <a:pt x="326" y="1600"/>
                    <a:pt x="138" y="1138"/>
                    <a:pt x="301" y="725"/>
                  </a:cubicBezTo>
                  <a:cubicBezTo>
                    <a:pt x="476" y="275"/>
                    <a:pt x="926" y="163"/>
                    <a:pt x="1363" y="288"/>
                  </a:cubicBezTo>
                  <a:cubicBezTo>
                    <a:pt x="1400" y="300"/>
                    <a:pt x="1438" y="225"/>
                    <a:pt x="1388" y="200"/>
                  </a:cubicBezTo>
                  <a:cubicBezTo>
                    <a:pt x="938" y="0"/>
                    <a:pt x="401" y="213"/>
                    <a:pt x="201" y="675"/>
                  </a:cubicBezTo>
                  <a:cubicBezTo>
                    <a:pt x="1" y="1138"/>
                    <a:pt x="226" y="1675"/>
                    <a:pt x="688" y="1850"/>
                  </a:cubicBezTo>
                  <a:cubicBezTo>
                    <a:pt x="738" y="1862"/>
                    <a:pt x="763" y="1812"/>
                    <a:pt x="726" y="1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34"/>
            <p:cNvSpPr/>
            <p:nvPr/>
          </p:nvSpPr>
          <p:spPr>
            <a:xfrm>
              <a:off x="4384200" y="1322725"/>
              <a:ext cx="17225" cy="30650"/>
            </a:xfrm>
            <a:custGeom>
              <a:avLst/>
              <a:gdLst/>
              <a:ahLst/>
              <a:cxnLst/>
              <a:rect l="l" t="t" r="r" b="b"/>
              <a:pathLst>
                <a:path w="689" h="1226" extrusionOk="0">
                  <a:moveTo>
                    <a:pt x="51" y="113"/>
                  </a:moveTo>
                  <a:cubicBezTo>
                    <a:pt x="638" y="75"/>
                    <a:pt x="688" y="1225"/>
                    <a:pt x="76" y="1038"/>
                  </a:cubicBezTo>
                  <a:cubicBezTo>
                    <a:pt x="26" y="1013"/>
                    <a:pt x="1" y="1100"/>
                    <a:pt x="63" y="1125"/>
                  </a:cubicBezTo>
                  <a:cubicBezTo>
                    <a:pt x="351" y="1213"/>
                    <a:pt x="638" y="988"/>
                    <a:pt x="626" y="688"/>
                  </a:cubicBezTo>
                  <a:cubicBezTo>
                    <a:pt x="626" y="375"/>
                    <a:pt x="388" y="0"/>
                    <a:pt x="38" y="38"/>
                  </a:cubicBezTo>
                  <a:cubicBezTo>
                    <a:pt x="1" y="38"/>
                    <a:pt x="1" y="113"/>
                    <a:pt x="51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34"/>
            <p:cNvSpPr/>
            <p:nvPr/>
          </p:nvSpPr>
          <p:spPr>
            <a:xfrm>
              <a:off x="4100225" y="131242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375" y="50"/>
                  </a:moveTo>
                  <a:cubicBezTo>
                    <a:pt x="0" y="1325"/>
                    <a:pt x="775" y="2762"/>
                    <a:pt x="2175" y="2862"/>
                  </a:cubicBezTo>
                  <a:cubicBezTo>
                    <a:pt x="2200" y="2862"/>
                    <a:pt x="2212" y="2812"/>
                    <a:pt x="2175" y="2812"/>
                  </a:cubicBezTo>
                  <a:cubicBezTo>
                    <a:pt x="913" y="2474"/>
                    <a:pt x="100" y="1400"/>
                    <a:pt x="450" y="75"/>
                  </a:cubicBezTo>
                  <a:cubicBezTo>
                    <a:pt x="463" y="25"/>
                    <a:pt x="388" y="0"/>
                    <a:pt x="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34"/>
            <p:cNvSpPr/>
            <p:nvPr/>
          </p:nvSpPr>
          <p:spPr>
            <a:xfrm>
              <a:off x="3780925" y="1389575"/>
              <a:ext cx="20025" cy="15350"/>
            </a:xfrm>
            <a:custGeom>
              <a:avLst/>
              <a:gdLst/>
              <a:ahLst/>
              <a:cxnLst/>
              <a:rect l="l" t="t" r="r" b="b"/>
              <a:pathLst>
                <a:path w="801" h="614" extrusionOk="0">
                  <a:moveTo>
                    <a:pt x="676" y="51"/>
                  </a:moveTo>
                  <a:cubicBezTo>
                    <a:pt x="538" y="276"/>
                    <a:pt x="301" y="438"/>
                    <a:pt x="38" y="501"/>
                  </a:cubicBezTo>
                  <a:cubicBezTo>
                    <a:pt x="1" y="526"/>
                    <a:pt x="1" y="613"/>
                    <a:pt x="63" y="601"/>
                  </a:cubicBezTo>
                  <a:cubicBezTo>
                    <a:pt x="363" y="563"/>
                    <a:pt x="626" y="376"/>
                    <a:pt x="763" y="101"/>
                  </a:cubicBezTo>
                  <a:cubicBezTo>
                    <a:pt x="801" y="51"/>
                    <a:pt x="713" y="1"/>
                    <a:pt x="6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34"/>
            <p:cNvSpPr/>
            <p:nvPr/>
          </p:nvSpPr>
          <p:spPr>
            <a:xfrm>
              <a:off x="3780300" y="1402400"/>
              <a:ext cx="16900" cy="5950"/>
            </a:xfrm>
            <a:custGeom>
              <a:avLst/>
              <a:gdLst/>
              <a:ahLst/>
              <a:cxnLst/>
              <a:rect l="l" t="t" r="r" b="b"/>
              <a:pathLst>
                <a:path w="676" h="238" extrusionOk="0">
                  <a:moveTo>
                    <a:pt x="63" y="125"/>
                  </a:moveTo>
                  <a:cubicBezTo>
                    <a:pt x="238" y="213"/>
                    <a:pt x="426" y="238"/>
                    <a:pt x="613" y="213"/>
                  </a:cubicBezTo>
                  <a:cubicBezTo>
                    <a:pt x="676" y="200"/>
                    <a:pt x="651" y="100"/>
                    <a:pt x="601" y="100"/>
                  </a:cubicBezTo>
                  <a:cubicBezTo>
                    <a:pt x="426" y="100"/>
                    <a:pt x="263" y="75"/>
                    <a:pt x="101" y="25"/>
                  </a:cubicBezTo>
                  <a:cubicBezTo>
                    <a:pt x="26" y="0"/>
                    <a:pt x="1" y="100"/>
                    <a:pt x="63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34"/>
            <p:cNvSpPr/>
            <p:nvPr/>
          </p:nvSpPr>
          <p:spPr>
            <a:xfrm>
              <a:off x="3799050" y="1384900"/>
              <a:ext cx="9400" cy="7525"/>
            </a:xfrm>
            <a:custGeom>
              <a:avLst/>
              <a:gdLst/>
              <a:ahLst/>
              <a:cxnLst/>
              <a:rect l="l" t="t" r="r" b="b"/>
              <a:pathLst>
                <a:path w="376" h="301" extrusionOk="0">
                  <a:moveTo>
                    <a:pt x="113" y="225"/>
                  </a:moveTo>
                  <a:cubicBezTo>
                    <a:pt x="163" y="188"/>
                    <a:pt x="238" y="213"/>
                    <a:pt x="276" y="263"/>
                  </a:cubicBezTo>
                  <a:cubicBezTo>
                    <a:pt x="301" y="300"/>
                    <a:pt x="376" y="263"/>
                    <a:pt x="351" y="213"/>
                  </a:cubicBezTo>
                  <a:cubicBezTo>
                    <a:pt x="301" y="63"/>
                    <a:pt x="126" y="0"/>
                    <a:pt x="38" y="163"/>
                  </a:cubicBezTo>
                  <a:cubicBezTo>
                    <a:pt x="1" y="213"/>
                    <a:pt x="76" y="263"/>
                    <a:pt x="11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34"/>
            <p:cNvSpPr/>
            <p:nvPr/>
          </p:nvSpPr>
          <p:spPr>
            <a:xfrm>
              <a:off x="3806550" y="1390200"/>
              <a:ext cx="20025" cy="15650"/>
            </a:xfrm>
            <a:custGeom>
              <a:avLst/>
              <a:gdLst/>
              <a:ahLst/>
              <a:cxnLst/>
              <a:rect l="l" t="t" r="r" b="b"/>
              <a:pathLst>
                <a:path w="801" h="626" extrusionOk="0">
                  <a:moveTo>
                    <a:pt x="26" y="88"/>
                  </a:moveTo>
                  <a:cubicBezTo>
                    <a:pt x="188" y="338"/>
                    <a:pt x="450" y="626"/>
                    <a:pt x="763" y="563"/>
                  </a:cubicBezTo>
                  <a:cubicBezTo>
                    <a:pt x="800" y="551"/>
                    <a:pt x="800" y="488"/>
                    <a:pt x="763" y="476"/>
                  </a:cubicBezTo>
                  <a:cubicBezTo>
                    <a:pt x="488" y="413"/>
                    <a:pt x="250" y="263"/>
                    <a:pt x="101" y="38"/>
                  </a:cubicBezTo>
                  <a:cubicBezTo>
                    <a:pt x="63" y="1"/>
                    <a:pt x="1" y="51"/>
                    <a:pt x="26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34"/>
            <p:cNvSpPr/>
            <p:nvPr/>
          </p:nvSpPr>
          <p:spPr>
            <a:xfrm>
              <a:off x="3801875" y="1399900"/>
              <a:ext cx="24375" cy="10325"/>
            </a:xfrm>
            <a:custGeom>
              <a:avLst/>
              <a:gdLst/>
              <a:ahLst/>
              <a:cxnLst/>
              <a:rect l="l" t="t" r="r" b="b"/>
              <a:pathLst>
                <a:path w="975" h="413" extrusionOk="0">
                  <a:moveTo>
                    <a:pt x="862" y="125"/>
                  </a:moveTo>
                  <a:cubicBezTo>
                    <a:pt x="612" y="288"/>
                    <a:pt x="362" y="225"/>
                    <a:pt x="138" y="50"/>
                  </a:cubicBezTo>
                  <a:cubicBezTo>
                    <a:pt x="88" y="0"/>
                    <a:pt x="0" y="88"/>
                    <a:pt x="63" y="138"/>
                  </a:cubicBezTo>
                  <a:cubicBezTo>
                    <a:pt x="288" y="375"/>
                    <a:pt x="662" y="412"/>
                    <a:pt x="925" y="200"/>
                  </a:cubicBezTo>
                  <a:cubicBezTo>
                    <a:pt x="975" y="163"/>
                    <a:pt x="912" y="88"/>
                    <a:pt x="862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34"/>
            <p:cNvSpPr/>
            <p:nvPr/>
          </p:nvSpPr>
          <p:spPr>
            <a:xfrm>
              <a:off x="3791550" y="1399900"/>
              <a:ext cx="13475" cy="7825"/>
            </a:xfrm>
            <a:custGeom>
              <a:avLst/>
              <a:gdLst/>
              <a:ahLst/>
              <a:cxnLst/>
              <a:rect l="l" t="t" r="r" b="b"/>
              <a:pathLst>
                <a:path w="539" h="313" extrusionOk="0">
                  <a:moveTo>
                    <a:pt x="413" y="50"/>
                  </a:moveTo>
                  <a:cubicBezTo>
                    <a:pt x="313" y="138"/>
                    <a:pt x="188" y="200"/>
                    <a:pt x="63" y="213"/>
                  </a:cubicBezTo>
                  <a:cubicBezTo>
                    <a:pt x="1" y="213"/>
                    <a:pt x="26" y="300"/>
                    <a:pt x="76" y="300"/>
                  </a:cubicBezTo>
                  <a:cubicBezTo>
                    <a:pt x="238" y="313"/>
                    <a:pt x="388" y="250"/>
                    <a:pt x="501" y="138"/>
                  </a:cubicBezTo>
                  <a:cubicBezTo>
                    <a:pt x="538" y="75"/>
                    <a:pt x="476" y="0"/>
                    <a:pt x="413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34"/>
            <p:cNvSpPr/>
            <p:nvPr/>
          </p:nvSpPr>
          <p:spPr>
            <a:xfrm>
              <a:off x="3796550" y="1409275"/>
              <a:ext cx="14400" cy="12500"/>
            </a:xfrm>
            <a:custGeom>
              <a:avLst/>
              <a:gdLst/>
              <a:ahLst/>
              <a:cxnLst/>
              <a:rect l="l" t="t" r="r" b="b"/>
              <a:pathLst>
                <a:path w="576" h="500" extrusionOk="0">
                  <a:moveTo>
                    <a:pt x="301" y="25"/>
                  </a:moveTo>
                  <a:cubicBezTo>
                    <a:pt x="176" y="37"/>
                    <a:pt x="38" y="75"/>
                    <a:pt x="26" y="212"/>
                  </a:cubicBezTo>
                  <a:cubicBezTo>
                    <a:pt x="1" y="337"/>
                    <a:pt x="101" y="437"/>
                    <a:pt x="213" y="437"/>
                  </a:cubicBezTo>
                  <a:cubicBezTo>
                    <a:pt x="513" y="500"/>
                    <a:pt x="575" y="37"/>
                    <a:pt x="276" y="13"/>
                  </a:cubicBezTo>
                  <a:cubicBezTo>
                    <a:pt x="201" y="0"/>
                    <a:pt x="188" y="125"/>
                    <a:pt x="263" y="137"/>
                  </a:cubicBezTo>
                  <a:lnTo>
                    <a:pt x="301" y="150"/>
                  </a:lnTo>
                  <a:cubicBezTo>
                    <a:pt x="376" y="150"/>
                    <a:pt x="376" y="25"/>
                    <a:pt x="301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34"/>
            <p:cNvSpPr/>
            <p:nvPr/>
          </p:nvSpPr>
          <p:spPr>
            <a:xfrm>
              <a:off x="3796550" y="4276950"/>
              <a:ext cx="111875" cy="104375"/>
            </a:xfrm>
            <a:custGeom>
              <a:avLst/>
              <a:gdLst/>
              <a:ahLst/>
              <a:cxnLst/>
              <a:rect l="l" t="t" r="r" b="b"/>
              <a:pathLst>
                <a:path w="4475" h="4175" extrusionOk="0">
                  <a:moveTo>
                    <a:pt x="2675" y="3887"/>
                  </a:moveTo>
                  <a:cubicBezTo>
                    <a:pt x="1100" y="4074"/>
                    <a:pt x="1" y="2275"/>
                    <a:pt x="1150" y="1050"/>
                  </a:cubicBezTo>
                  <a:cubicBezTo>
                    <a:pt x="2025" y="113"/>
                    <a:pt x="3487" y="563"/>
                    <a:pt x="4399" y="1212"/>
                  </a:cubicBezTo>
                  <a:cubicBezTo>
                    <a:pt x="4424" y="1237"/>
                    <a:pt x="4474" y="1175"/>
                    <a:pt x="4437" y="1150"/>
                  </a:cubicBezTo>
                  <a:cubicBezTo>
                    <a:pt x="3425" y="213"/>
                    <a:pt x="1488" y="0"/>
                    <a:pt x="763" y="1375"/>
                  </a:cubicBezTo>
                  <a:cubicBezTo>
                    <a:pt x="51" y="2725"/>
                    <a:pt x="1225" y="4174"/>
                    <a:pt x="2675" y="3999"/>
                  </a:cubicBezTo>
                  <a:cubicBezTo>
                    <a:pt x="2737" y="3999"/>
                    <a:pt x="2737" y="3874"/>
                    <a:pt x="2675" y="38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34"/>
            <p:cNvSpPr/>
            <p:nvPr/>
          </p:nvSpPr>
          <p:spPr>
            <a:xfrm>
              <a:off x="3903400" y="4301950"/>
              <a:ext cx="263400" cy="146850"/>
            </a:xfrm>
            <a:custGeom>
              <a:avLst/>
              <a:gdLst/>
              <a:ahLst/>
              <a:cxnLst/>
              <a:rect l="l" t="t" r="r" b="b"/>
              <a:pathLst>
                <a:path w="10536" h="5874" extrusionOk="0">
                  <a:moveTo>
                    <a:pt x="26" y="75"/>
                  </a:moveTo>
                  <a:cubicBezTo>
                    <a:pt x="1338" y="1950"/>
                    <a:pt x="2537" y="4361"/>
                    <a:pt x="4862" y="5136"/>
                  </a:cubicBezTo>
                  <a:cubicBezTo>
                    <a:pt x="6586" y="5724"/>
                    <a:pt x="9073" y="5873"/>
                    <a:pt x="10510" y="4611"/>
                  </a:cubicBezTo>
                  <a:cubicBezTo>
                    <a:pt x="10535" y="4586"/>
                    <a:pt x="10510" y="4536"/>
                    <a:pt x="10473" y="4561"/>
                  </a:cubicBezTo>
                  <a:cubicBezTo>
                    <a:pt x="8848" y="5761"/>
                    <a:pt x="6074" y="5586"/>
                    <a:pt x="4324" y="4736"/>
                  </a:cubicBezTo>
                  <a:cubicBezTo>
                    <a:pt x="2412" y="3812"/>
                    <a:pt x="1300" y="1700"/>
                    <a:pt x="88" y="38"/>
                  </a:cubicBezTo>
                  <a:cubicBezTo>
                    <a:pt x="63" y="0"/>
                    <a:pt x="1" y="38"/>
                    <a:pt x="26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34"/>
            <p:cNvSpPr/>
            <p:nvPr/>
          </p:nvSpPr>
          <p:spPr>
            <a:xfrm>
              <a:off x="4099600" y="4324125"/>
              <a:ext cx="100300" cy="85000"/>
            </a:xfrm>
            <a:custGeom>
              <a:avLst/>
              <a:gdLst/>
              <a:ahLst/>
              <a:cxnLst/>
              <a:rect l="l" t="t" r="r" b="b"/>
              <a:pathLst>
                <a:path w="4012" h="3400" extrusionOk="0">
                  <a:moveTo>
                    <a:pt x="2925" y="3362"/>
                  </a:moveTo>
                  <a:cubicBezTo>
                    <a:pt x="3425" y="2500"/>
                    <a:pt x="3612" y="1312"/>
                    <a:pt x="2787" y="575"/>
                  </a:cubicBezTo>
                  <a:cubicBezTo>
                    <a:pt x="2312" y="150"/>
                    <a:pt x="1175" y="0"/>
                    <a:pt x="625" y="413"/>
                  </a:cubicBezTo>
                  <a:cubicBezTo>
                    <a:pt x="0" y="900"/>
                    <a:pt x="88" y="2050"/>
                    <a:pt x="813" y="2375"/>
                  </a:cubicBezTo>
                  <a:cubicBezTo>
                    <a:pt x="1263" y="2575"/>
                    <a:pt x="1775" y="2550"/>
                    <a:pt x="2187" y="2300"/>
                  </a:cubicBezTo>
                  <a:cubicBezTo>
                    <a:pt x="2837" y="1937"/>
                    <a:pt x="3237" y="975"/>
                    <a:pt x="3987" y="863"/>
                  </a:cubicBezTo>
                  <a:cubicBezTo>
                    <a:pt x="4012" y="863"/>
                    <a:pt x="3999" y="825"/>
                    <a:pt x="3987" y="825"/>
                  </a:cubicBezTo>
                  <a:cubicBezTo>
                    <a:pt x="3575" y="838"/>
                    <a:pt x="3337" y="1100"/>
                    <a:pt x="3062" y="1387"/>
                  </a:cubicBezTo>
                  <a:cubicBezTo>
                    <a:pt x="2787" y="1675"/>
                    <a:pt x="2500" y="2050"/>
                    <a:pt x="2137" y="2200"/>
                  </a:cubicBezTo>
                  <a:cubicBezTo>
                    <a:pt x="1275" y="2575"/>
                    <a:pt x="288" y="2325"/>
                    <a:pt x="425" y="1200"/>
                  </a:cubicBezTo>
                  <a:cubicBezTo>
                    <a:pt x="350" y="850"/>
                    <a:pt x="488" y="638"/>
                    <a:pt x="838" y="550"/>
                  </a:cubicBezTo>
                  <a:cubicBezTo>
                    <a:pt x="913" y="425"/>
                    <a:pt x="1050" y="338"/>
                    <a:pt x="1213" y="338"/>
                  </a:cubicBezTo>
                  <a:cubicBezTo>
                    <a:pt x="1275" y="338"/>
                    <a:pt x="1325" y="338"/>
                    <a:pt x="1388" y="338"/>
                  </a:cubicBezTo>
                  <a:cubicBezTo>
                    <a:pt x="1650" y="313"/>
                    <a:pt x="1900" y="325"/>
                    <a:pt x="2150" y="375"/>
                  </a:cubicBezTo>
                  <a:cubicBezTo>
                    <a:pt x="3525" y="713"/>
                    <a:pt x="3387" y="2375"/>
                    <a:pt x="2850" y="3312"/>
                  </a:cubicBezTo>
                  <a:cubicBezTo>
                    <a:pt x="2825" y="3362"/>
                    <a:pt x="2900" y="3399"/>
                    <a:pt x="2925" y="33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34"/>
            <p:cNvSpPr/>
            <p:nvPr/>
          </p:nvSpPr>
          <p:spPr>
            <a:xfrm>
              <a:off x="4206450" y="4341000"/>
              <a:ext cx="55325" cy="13450"/>
            </a:xfrm>
            <a:custGeom>
              <a:avLst/>
              <a:gdLst/>
              <a:ahLst/>
              <a:cxnLst/>
              <a:rect l="l" t="t" r="r" b="b"/>
              <a:pathLst>
                <a:path w="2213" h="538" extrusionOk="0">
                  <a:moveTo>
                    <a:pt x="50" y="150"/>
                  </a:moveTo>
                  <a:cubicBezTo>
                    <a:pt x="838" y="75"/>
                    <a:pt x="1437" y="300"/>
                    <a:pt x="2162" y="525"/>
                  </a:cubicBezTo>
                  <a:cubicBezTo>
                    <a:pt x="2200" y="537"/>
                    <a:pt x="2212" y="488"/>
                    <a:pt x="2187" y="475"/>
                  </a:cubicBezTo>
                  <a:cubicBezTo>
                    <a:pt x="1600" y="50"/>
                    <a:pt x="750" y="0"/>
                    <a:pt x="50" y="75"/>
                  </a:cubicBezTo>
                  <a:cubicBezTo>
                    <a:pt x="0" y="75"/>
                    <a:pt x="0" y="150"/>
                    <a:pt x="50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34"/>
            <p:cNvSpPr/>
            <p:nvPr/>
          </p:nvSpPr>
          <p:spPr>
            <a:xfrm>
              <a:off x="3933700" y="4288500"/>
              <a:ext cx="82500" cy="96575"/>
            </a:xfrm>
            <a:custGeom>
              <a:avLst/>
              <a:gdLst/>
              <a:ahLst/>
              <a:cxnLst/>
              <a:rect l="l" t="t" r="r" b="b"/>
              <a:pathLst>
                <a:path w="3300" h="3863" extrusionOk="0">
                  <a:moveTo>
                    <a:pt x="1100" y="3787"/>
                  </a:moveTo>
                  <a:cubicBezTo>
                    <a:pt x="576" y="3125"/>
                    <a:pt x="113" y="2300"/>
                    <a:pt x="363" y="1413"/>
                  </a:cubicBezTo>
                  <a:cubicBezTo>
                    <a:pt x="501" y="950"/>
                    <a:pt x="813" y="563"/>
                    <a:pt x="1250" y="363"/>
                  </a:cubicBezTo>
                  <a:cubicBezTo>
                    <a:pt x="1525" y="201"/>
                    <a:pt x="1838" y="126"/>
                    <a:pt x="2163" y="126"/>
                  </a:cubicBezTo>
                  <a:cubicBezTo>
                    <a:pt x="2887" y="138"/>
                    <a:pt x="3037" y="563"/>
                    <a:pt x="2613" y="1388"/>
                  </a:cubicBezTo>
                  <a:cubicBezTo>
                    <a:pt x="2588" y="1350"/>
                    <a:pt x="2513" y="1388"/>
                    <a:pt x="2550" y="1438"/>
                  </a:cubicBezTo>
                  <a:cubicBezTo>
                    <a:pt x="2837" y="1800"/>
                    <a:pt x="3175" y="1388"/>
                    <a:pt x="3212" y="1050"/>
                  </a:cubicBezTo>
                  <a:cubicBezTo>
                    <a:pt x="3300" y="376"/>
                    <a:pt x="2625" y="1"/>
                    <a:pt x="2038" y="26"/>
                  </a:cubicBezTo>
                  <a:cubicBezTo>
                    <a:pt x="1250" y="51"/>
                    <a:pt x="463" y="601"/>
                    <a:pt x="251" y="1388"/>
                  </a:cubicBezTo>
                  <a:cubicBezTo>
                    <a:pt x="1" y="2300"/>
                    <a:pt x="476" y="3162"/>
                    <a:pt x="1063" y="3837"/>
                  </a:cubicBezTo>
                  <a:cubicBezTo>
                    <a:pt x="1088" y="3862"/>
                    <a:pt x="1125" y="3825"/>
                    <a:pt x="1100" y="3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34"/>
            <p:cNvSpPr/>
            <p:nvPr/>
          </p:nvSpPr>
          <p:spPr>
            <a:xfrm>
              <a:off x="3920575" y="4246025"/>
              <a:ext cx="22850" cy="110925"/>
            </a:xfrm>
            <a:custGeom>
              <a:avLst/>
              <a:gdLst/>
              <a:ahLst/>
              <a:cxnLst/>
              <a:rect l="l" t="t" r="r" b="b"/>
              <a:pathLst>
                <a:path w="914" h="4437" extrusionOk="0">
                  <a:moveTo>
                    <a:pt x="876" y="4324"/>
                  </a:moveTo>
                  <a:cubicBezTo>
                    <a:pt x="26" y="3324"/>
                    <a:pt x="1" y="1187"/>
                    <a:pt x="588" y="63"/>
                  </a:cubicBezTo>
                  <a:cubicBezTo>
                    <a:pt x="588" y="25"/>
                    <a:pt x="551" y="0"/>
                    <a:pt x="526" y="25"/>
                  </a:cubicBezTo>
                  <a:cubicBezTo>
                    <a:pt x="1" y="712"/>
                    <a:pt x="88" y="1712"/>
                    <a:pt x="176" y="2512"/>
                  </a:cubicBezTo>
                  <a:cubicBezTo>
                    <a:pt x="251" y="3187"/>
                    <a:pt x="363" y="3862"/>
                    <a:pt x="826" y="4386"/>
                  </a:cubicBezTo>
                  <a:cubicBezTo>
                    <a:pt x="851" y="4436"/>
                    <a:pt x="913" y="4374"/>
                    <a:pt x="876" y="43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34"/>
            <p:cNvSpPr/>
            <p:nvPr/>
          </p:nvSpPr>
          <p:spPr>
            <a:xfrm>
              <a:off x="3930900" y="4234450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138" y="451"/>
                  </a:moveTo>
                  <a:cubicBezTo>
                    <a:pt x="225" y="488"/>
                    <a:pt x="325" y="476"/>
                    <a:pt x="400" y="401"/>
                  </a:cubicBezTo>
                  <a:cubicBezTo>
                    <a:pt x="463" y="338"/>
                    <a:pt x="488" y="251"/>
                    <a:pt x="463" y="163"/>
                  </a:cubicBezTo>
                  <a:cubicBezTo>
                    <a:pt x="463" y="126"/>
                    <a:pt x="450" y="101"/>
                    <a:pt x="425" y="76"/>
                  </a:cubicBezTo>
                  <a:cubicBezTo>
                    <a:pt x="400" y="51"/>
                    <a:pt x="363" y="26"/>
                    <a:pt x="325" y="26"/>
                  </a:cubicBezTo>
                  <a:cubicBezTo>
                    <a:pt x="200" y="1"/>
                    <a:pt x="75" y="76"/>
                    <a:pt x="25" y="188"/>
                  </a:cubicBezTo>
                  <a:cubicBezTo>
                    <a:pt x="0" y="313"/>
                    <a:pt x="113" y="438"/>
                    <a:pt x="238" y="4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34"/>
            <p:cNvSpPr/>
            <p:nvPr/>
          </p:nvSpPr>
          <p:spPr>
            <a:xfrm>
              <a:off x="3926825" y="4232575"/>
              <a:ext cx="18475" cy="15975"/>
            </a:xfrm>
            <a:custGeom>
              <a:avLst/>
              <a:gdLst/>
              <a:ahLst/>
              <a:cxnLst/>
              <a:rect l="l" t="t" r="r" b="b"/>
              <a:pathLst>
                <a:path w="739" h="639" extrusionOk="0">
                  <a:moveTo>
                    <a:pt x="276" y="588"/>
                  </a:moveTo>
                  <a:cubicBezTo>
                    <a:pt x="451" y="638"/>
                    <a:pt x="626" y="551"/>
                    <a:pt x="676" y="376"/>
                  </a:cubicBezTo>
                  <a:cubicBezTo>
                    <a:pt x="738" y="238"/>
                    <a:pt x="651" y="76"/>
                    <a:pt x="488" y="51"/>
                  </a:cubicBezTo>
                  <a:cubicBezTo>
                    <a:pt x="88" y="1"/>
                    <a:pt x="1" y="563"/>
                    <a:pt x="401" y="563"/>
                  </a:cubicBezTo>
                  <a:cubicBezTo>
                    <a:pt x="451" y="563"/>
                    <a:pt x="463" y="488"/>
                    <a:pt x="413" y="476"/>
                  </a:cubicBezTo>
                  <a:cubicBezTo>
                    <a:pt x="301" y="151"/>
                    <a:pt x="313" y="76"/>
                    <a:pt x="476" y="263"/>
                  </a:cubicBezTo>
                  <a:cubicBezTo>
                    <a:pt x="651" y="363"/>
                    <a:pt x="588" y="438"/>
                    <a:pt x="313" y="463"/>
                  </a:cubicBezTo>
                  <a:cubicBezTo>
                    <a:pt x="238" y="438"/>
                    <a:pt x="201" y="563"/>
                    <a:pt x="276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34"/>
            <p:cNvSpPr/>
            <p:nvPr/>
          </p:nvSpPr>
          <p:spPr>
            <a:xfrm>
              <a:off x="4169275" y="44116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88" y="63"/>
                  </a:moveTo>
                  <a:cubicBezTo>
                    <a:pt x="88" y="50"/>
                    <a:pt x="88" y="38"/>
                    <a:pt x="88" y="25"/>
                  </a:cubicBezTo>
                  <a:cubicBezTo>
                    <a:pt x="75" y="0"/>
                    <a:pt x="38" y="0"/>
                    <a:pt x="25" y="25"/>
                  </a:cubicBezTo>
                  <a:lnTo>
                    <a:pt x="13" y="63"/>
                  </a:lnTo>
                  <a:cubicBezTo>
                    <a:pt x="0" y="125"/>
                    <a:pt x="113" y="125"/>
                    <a:pt x="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34"/>
            <p:cNvSpPr/>
            <p:nvPr/>
          </p:nvSpPr>
          <p:spPr>
            <a:xfrm>
              <a:off x="4259250" y="4353500"/>
              <a:ext cx="41875" cy="17825"/>
            </a:xfrm>
            <a:custGeom>
              <a:avLst/>
              <a:gdLst/>
              <a:ahLst/>
              <a:cxnLst/>
              <a:rect l="l" t="t" r="r" b="b"/>
              <a:pathLst>
                <a:path w="1675" h="713" extrusionOk="0">
                  <a:moveTo>
                    <a:pt x="25" y="100"/>
                  </a:moveTo>
                  <a:cubicBezTo>
                    <a:pt x="213" y="625"/>
                    <a:pt x="1175" y="712"/>
                    <a:pt x="1625" y="562"/>
                  </a:cubicBezTo>
                  <a:cubicBezTo>
                    <a:pt x="1675" y="550"/>
                    <a:pt x="1675" y="462"/>
                    <a:pt x="1612" y="462"/>
                  </a:cubicBezTo>
                  <a:cubicBezTo>
                    <a:pt x="1375" y="512"/>
                    <a:pt x="1125" y="512"/>
                    <a:pt x="875" y="475"/>
                  </a:cubicBezTo>
                  <a:cubicBezTo>
                    <a:pt x="650" y="425"/>
                    <a:pt x="225" y="325"/>
                    <a:pt x="125" y="62"/>
                  </a:cubicBezTo>
                  <a:cubicBezTo>
                    <a:pt x="100" y="0"/>
                    <a:pt x="0" y="25"/>
                    <a:pt x="25" y="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34"/>
            <p:cNvSpPr/>
            <p:nvPr/>
          </p:nvSpPr>
          <p:spPr>
            <a:xfrm>
              <a:off x="4259250" y="43491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650" y="675"/>
                  </a:moveTo>
                  <a:cubicBezTo>
                    <a:pt x="1287" y="312"/>
                    <a:pt x="575" y="0"/>
                    <a:pt x="63" y="138"/>
                  </a:cubicBezTo>
                  <a:cubicBezTo>
                    <a:pt x="0" y="163"/>
                    <a:pt x="25" y="237"/>
                    <a:pt x="88" y="237"/>
                  </a:cubicBezTo>
                  <a:cubicBezTo>
                    <a:pt x="638" y="175"/>
                    <a:pt x="1175" y="362"/>
                    <a:pt x="1587" y="737"/>
                  </a:cubicBezTo>
                  <a:cubicBezTo>
                    <a:pt x="1625" y="787"/>
                    <a:pt x="1687" y="712"/>
                    <a:pt x="1650" y="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34"/>
            <p:cNvSpPr/>
            <p:nvPr/>
          </p:nvSpPr>
          <p:spPr>
            <a:xfrm>
              <a:off x="4198950" y="4314750"/>
              <a:ext cx="33150" cy="30025"/>
            </a:xfrm>
            <a:custGeom>
              <a:avLst/>
              <a:gdLst/>
              <a:ahLst/>
              <a:cxnLst/>
              <a:rect l="l" t="t" r="r" b="b"/>
              <a:pathLst>
                <a:path w="1326" h="1201" extrusionOk="0">
                  <a:moveTo>
                    <a:pt x="50" y="1188"/>
                  </a:moveTo>
                  <a:cubicBezTo>
                    <a:pt x="400" y="1200"/>
                    <a:pt x="663" y="1025"/>
                    <a:pt x="925" y="825"/>
                  </a:cubicBezTo>
                  <a:cubicBezTo>
                    <a:pt x="1175" y="638"/>
                    <a:pt x="1325" y="363"/>
                    <a:pt x="1325" y="50"/>
                  </a:cubicBezTo>
                  <a:cubicBezTo>
                    <a:pt x="1325" y="13"/>
                    <a:pt x="1263" y="0"/>
                    <a:pt x="1250" y="38"/>
                  </a:cubicBezTo>
                  <a:cubicBezTo>
                    <a:pt x="1238" y="325"/>
                    <a:pt x="1088" y="588"/>
                    <a:pt x="863" y="763"/>
                  </a:cubicBezTo>
                  <a:cubicBezTo>
                    <a:pt x="625" y="950"/>
                    <a:pt x="375" y="1125"/>
                    <a:pt x="50" y="1113"/>
                  </a:cubicBezTo>
                  <a:cubicBezTo>
                    <a:pt x="0" y="1113"/>
                    <a:pt x="0" y="1188"/>
                    <a:pt x="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34"/>
            <p:cNvSpPr/>
            <p:nvPr/>
          </p:nvSpPr>
          <p:spPr>
            <a:xfrm>
              <a:off x="4199575" y="4315050"/>
              <a:ext cx="33150" cy="29100"/>
            </a:xfrm>
            <a:custGeom>
              <a:avLst/>
              <a:gdLst/>
              <a:ahLst/>
              <a:cxnLst/>
              <a:rect l="l" t="t" r="r" b="b"/>
              <a:pathLst>
                <a:path w="1326" h="1164" extrusionOk="0">
                  <a:moveTo>
                    <a:pt x="1250" y="1"/>
                  </a:moveTo>
                  <a:cubicBezTo>
                    <a:pt x="700" y="88"/>
                    <a:pt x="113" y="488"/>
                    <a:pt x="0" y="1076"/>
                  </a:cubicBezTo>
                  <a:cubicBezTo>
                    <a:pt x="0" y="1138"/>
                    <a:pt x="75" y="1163"/>
                    <a:pt x="113" y="1113"/>
                  </a:cubicBezTo>
                  <a:cubicBezTo>
                    <a:pt x="250" y="876"/>
                    <a:pt x="300" y="651"/>
                    <a:pt x="538" y="463"/>
                  </a:cubicBezTo>
                  <a:cubicBezTo>
                    <a:pt x="763" y="288"/>
                    <a:pt x="1013" y="163"/>
                    <a:pt x="1275" y="76"/>
                  </a:cubicBezTo>
                  <a:cubicBezTo>
                    <a:pt x="1325" y="63"/>
                    <a:pt x="1300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34"/>
            <p:cNvSpPr/>
            <p:nvPr/>
          </p:nvSpPr>
          <p:spPr>
            <a:xfrm>
              <a:off x="3891225" y="4250400"/>
              <a:ext cx="38450" cy="86550"/>
            </a:xfrm>
            <a:custGeom>
              <a:avLst/>
              <a:gdLst/>
              <a:ahLst/>
              <a:cxnLst/>
              <a:rect l="l" t="t" r="r" b="b"/>
              <a:pathLst>
                <a:path w="1538" h="3462" extrusionOk="0">
                  <a:moveTo>
                    <a:pt x="1512" y="3387"/>
                  </a:moveTo>
                  <a:cubicBezTo>
                    <a:pt x="800" y="2399"/>
                    <a:pt x="325" y="1262"/>
                    <a:pt x="100" y="63"/>
                  </a:cubicBezTo>
                  <a:cubicBezTo>
                    <a:pt x="88" y="0"/>
                    <a:pt x="0" y="25"/>
                    <a:pt x="13" y="88"/>
                  </a:cubicBezTo>
                  <a:cubicBezTo>
                    <a:pt x="225" y="1300"/>
                    <a:pt x="712" y="2437"/>
                    <a:pt x="1450" y="3424"/>
                  </a:cubicBezTo>
                  <a:cubicBezTo>
                    <a:pt x="1475" y="3462"/>
                    <a:pt x="1537" y="3424"/>
                    <a:pt x="1512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34"/>
            <p:cNvSpPr/>
            <p:nvPr/>
          </p:nvSpPr>
          <p:spPr>
            <a:xfrm>
              <a:off x="3880900" y="4236650"/>
              <a:ext cx="17850" cy="16275"/>
            </a:xfrm>
            <a:custGeom>
              <a:avLst/>
              <a:gdLst/>
              <a:ahLst/>
              <a:cxnLst/>
              <a:rect l="l" t="t" r="r" b="b"/>
              <a:pathLst>
                <a:path w="714" h="651" extrusionOk="0">
                  <a:moveTo>
                    <a:pt x="526" y="563"/>
                  </a:moveTo>
                  <a:cubicBezTo>
                    <a:pt x="713" y="350"/>
                    <a:pt x="488" y="0"/>
                    <a:pt x="238" y="200"/>
                  </a:cubicBezTo>
                  <a:cubicBezTo>
                    <a:pt x="1" y="400"/>
                    <a:pt x="338" y="650"/>
                    <a:pt x="551" y="550"/>
                  </a:cubicBezTo>
                  <a:cubicBezTo>
                    <a:pt x="588" y="538"/>
                    <a:pt x="576" y="475"/>
                    <a:pt x="538" y="475"/>
                  </a:cubicBezTo>
                  <a:cubicBezTo>
                    <a:pt x="501" y="475"/>
                    <a:pt x="463" y="475"/>
                    <a:pt x="426" y="475"/>
                  </a:cubicBezTo>
                  <a:cubicBezTo>
                    <a:pt x="338" y="463"/>
                    <a:pt x="351" y="475"/>
                    <a:pt x="463" y="500"/>
                  </a:cubicBezTo>
                  <a:cubicBezTo>
                    <a:pt x="426" y="538"/>
                    <a:pt x="488" y="600"/>
                    <a:pt x="526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34"/>
            <p:cNvSpPr/>
            <p:nvPr/>
          </p:nvSpPr>
          <p:spPr>
            <a:xfrm>
              <a:off x="3936525" y="4266325"/>
              <a:ext cx="30625" cy="82200"/>
            </a:xfrm>
            <a:custGeom>
              <a:avLst/>
              <a:gdLst/>
              <a:ahLst/>
              <a:cxnLst/>
              <a:rect l="l" t="t" r="r" b="b"/>
              <a:pathLst>
                <a:path w="1225" h="3288" extrusionOk="0">
                  <a:moveTo>
                    <a:pt x="225" y="3225"/>
                  </a:moveTo>
                  <a:cubicBezTo>
                    <a:pt x="88" y="2012"/>
                    <a:pt x="413" y="1013"/>
                    <a:pt x="1200" y="75"/>
                  </a:cubicBezTo>
                  <a:cubicBezTo>
                    <a:pt x="1225" y="50"/>
                    <a:pt x="1175" y="0"/>
                    <a:pt x="1150" y="38"/>
                  </a:cubicBezTo>
                  <a:cubicBezTo>
                    <a:pt x="213" y="763"/>
                    <a:pt x="0" y="2125"/>
                    <a:pt x="125" y="3225"/>
                  </a:cubicBezTo>
                  <a:cubicBezTo>
                    <a:pt x="138" y="3287"/>
                    <a:pt x="225" y="3287"/>
                    <a:pt x="225" y="3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34"/>
            <p:cNvSpPr/>
            <p:nvPr/>
          </p:nvSpPr>
          <p:spPr>
            <a:xfrm>
              <a:off x="3963700" y="4258200"/>
              <a:ext cx="13450" cy="13775"/>
            </a:xfrm>
            <a:custGeom>
              <a:avLst/>
              <a:gdLst/>
              <a:ahLst/>
              <a:cxnLst/>
              <a:rect l="l" t="t" r="r" b="b"/>
              <a:pathLst>
                <a:path w="538" h="551" extrusionOk="0">
                  <a:moveTo>
                    <a:pt x="475" y="288"/>
                  </a:moveTo>
                  <a:cubicBezTo>
                    <a:pt x="538" y="38"/>
                    <a:pt x="13" y="1"/>
                    <a:pt x="25" y="263"/>
                  </a:cubicBezTo>
                  <a:cubicBezTo>
                    <a:pt x="0" y="550"/>
                    <a:pt x="425" y="525"/>
                    <a:pt x="425" y="238"/>
                  </a:cubicBezTo>
                  <a:cubicBezTo>
                    <a:pt x="425" y="200"/>
                    <a:pt x="375" y="188"/>
                    <a:pt x="363" y="225"/>
                  </a:cubicBezTo>
                  <a:cubicBezTo>
                    <a:pt x="300" y="275"/>
                    <a:pt x="313" y="300"/>
                    <a:pt x="413" y="300"/>
                  </a:cubicBezTo>
                  <a:cubicBezTo>
                    <a:pt x="413" y="338"/>
                    <a:pt x="475" y="3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34"/>
            <p:cNvSpPr/>
            <p:nvPr/>
          </p:nvSpPr>
          <p:spPr>
            <a:xfrm>
              <a:off x="4139900" y="4371600"/>
              <a:ext cx="237775" cy="60325"/>
            </a:xfrm>
            <a:custGeom>
              <a:avLst/>
              <a:gdLst/>
              <a:ahLst/>
              <a:cxnLst/>
              <a:rect l="l" t="t" r="r" b="b"/>
              <a:pathLst>
                <a:path w="9511" h="2413" extrusionOk="0">
                  <a:moveTo>
                    <a:pt x="63" y="2400"/>
                  </a:moveTo>
                  <a:cubicBezTo>
                    <a:pt x="3375" y="1151"/>
                    <a:pt x="6061" y="1"/>
                    <a:pt x="9386" y="2038"/>
                  </a:cubicBezTo>
                  <a:cubicBezTo>
                    <a:pt x="9448" y="2075"/>
                    <a:pt x="9511" y="1975"/>
                    <a:pt x="9448" y="1938"/>
                  </a:cubicBezTo>
                  <a:cubicBezTo>
                    <a:pt x="8023" y="988"/>
                    <a:pt x="6761" y="588"/>
                    <a:pt x="5049" y="751"/>
                  </a:cubicBezTo>
                  <a:cubicBezTo>
                    <a:pt x="3125" y="938"/>
                    <a:pt x="1825" y="1650"/>
                    <a:pt x="38" y="2338"/>
                  </a:cubicBezTo>
                  <a:cubicBezTo>
                    <a:pt x="1" y="2350"/>
                    <a:pt x="26" y="2413"/>
                    <a:pt x="63" y="2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34"/>
            <p:cNvSpPr/>
            <p:nvPr/>
          </p:nvSpPr>
          <p:spPr>
            <a:xfrm>
              <a:off x="3860600" y="4327550"/>
              <a:ext cx="31900" cy="49700"/>
            </a:xfrm>
            <a:custGeom>
              <a:avLst/>
              <a:gdLst/>
              <a:ahLst/>
              <a:cxnLst/>
              <a:rect l="l" t="t" r="r" b="b"/>
              <a:pathLst>
                <a:path w="1276" h="1988" extrusionOk="0">
                  <a:moveTo>
                    <a:pt x="63" y="1975"/>
                  </a:moveTo>
                  <a:cubicBezTo>
                    <a:pt x="625" y="1875"/>
                    <a:pt x="1163" y="1538"/>
                    <a:pt x="1225" y="926"/>
                  </a:cubicBezTo>
                  <a:cubicBezTo>
                    <a:pt x="1275" y="438"/>
                    <a:pt x="900" y="13"/>
                    <a:pt x="413" y="1"/>
                  </a:cubicBezTo>
                  <a:cubicBezTo>
                    <a:pt x="338" y="1"/>
                    <a:pt x="338" y="113"/>
                    <a:pt x="413" y="113"/>
                  </a:cubicBezTo>
                  <a:cubicBezTo>
                    <a:pt x="988" y="138"/>
                    <a:pt x="1263" y="713"/>
                    <a:pt x="1038" y="1213"/>
                  </a:cubicBezTo>
                  <a:cubicBezTo>
                    <a:pt x="850" y="1613"/>
                    <a:pt x="463" y="1825"/>
                    <a:pt x="38" y="1913"/>
                  </a:cubicBezTo>
                  <a:cubicBezTo>
                    <a:pt x="0" y="1925"/>
                    <a:pt x="25" y="1988"/>
                    <a:pt x="63" y="19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34"/>
            <p:cNvSpPr/>
            <p:nvPr/>
          </p:nvSpPr>
          <p:spPr>
            <a:xfrm>
              <a:off x="4075225" y="4370975"/>
              <a:ext cx="62825" cy="31575"/>
            </a:xfrm>
            <a:custGeom>
              <a:avLst/>
              <a:gdLst/>
              <a:ahLst/>
              <a:cxnLst/>
              <a:rect l="l" t="t" r="r" b="b"/>
              <a:pathLst>
                <a:path w="2513" h="1263" extrusionOk="0">
                  <a:moveTo>
                    <a:pt x="2450" y="526"/>
                  </a:moveTo>
                  <a:cubicBezTo>
                    <a:pt x="1825" y="551"/>
                    <a:pt x="1338" y="1"/>
                    <a:pt x="701" y="213"/>
                  </a:cubicBezTo>
                  <a:cubicBezTo>
                    <a:pt x="276" y="363"/>
                    <a:pt x="1" y="763"/>
                    <a:pt x="26" y="1213"/>
                  </a:cubicBezTo>
                  <a:cubicBezTo>
                    <a:pt x="26" y="1250"/>
                    <a:pt x="88" y="1263"/>
                    <a:pt x="88" y="1213"/>
                  </a:cubicBezTo>
                  <a:cubicBezTo>
                    <a:pt x="201" y="426"/>
                    <a:pt x="888" y="126"/>
                    <a:pt x="1588" y="413"/>
                  </a:cubicBezTo>
                  <a:cubicBezTo>
                    <a:pt x="1850" y="551"/>
                    <a:pt x="2150" y="626"/>
                    <a:pt x="2450" y="613"/>
                  </a:cubicBezTo>
                  <a:cubicBezTo>
                    <a:pt x="2513" y="613"/>
                    <a:pt x="2513" y="526"/>
                    <a:pt x="2450" y="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34"/>
            <p:cNvSpPr/>
            <p:nvPr/>
          </p:nvSpPr>
          <p:spPr>
            <a:xfrm>
              <a:off x="4073975" y="4396300"/>
              <a:ext cx="30950" cy="21575"/>
            </a:xfrm>
            <a:custGeom>
              <a:avLst/>
              <a:gdLst/>
              <a:ahLst/>
              <a:cxnLst/>
              <a:rect l="l" t="t" r="r" b="b"/>
              <a:pathLst>
                <a:path w="1238" h="863" extrusionOk="0">
                  <a:moveTo>
                    <a:pt x="113" y="50"/>
                  </a:moveTo>
                  <a:cubicBezTo>
                    <a:pt x="1" y="337"/>
                    <a:pt x="176" y="587"/>
                    <a:pt x="451" y="700"/>
                  </a:cubicBezTo>
                  <a:cubicBezTo>
                    <a:pt x="676" y="787"/>
                    <a:pt x="1075" y="862"/>
                    <a:pt x="1225" y="612"/>
                  </a:cubicBezTo>
                  <a:cubicBezTo>
                    <a:pt x="1238" y="587"/>
                    <a:pt x="1200" y="550"/>
                    <a:pt x="1175" y="575"/>
                  </a:cubicBezTo>
                  <a:cubicBezTo>
                    <a:pt x="851" y="825"/>
                    <a:pt x="1" y="587"/>
                    <a:pt x="188" y="63"/>
                  </a:cubicBezTo>
                  <a:cubicBezTo>
                    <a:pt x="201" y="25"/>
                    <a:pt x="138" y="0"/>
                    <a:pt x="113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34"/>
            <p:cNvSpPr/>
            <p:nvPr/>
          </p:nvSpPr>
          <p:spPr>
            <a:xfrm>
              <a:off x="3834050" y="4258825"/>
              <a:ext cx="81250" cy="56250"/>
            </a:xfrm>
            <a:custGeom>
              <a:avLst/>
              <a:gdLst/>
              <a:ahLst/>
              <a:cxnLst/>
              <a:rect l="l" t="t" r="r" b="b"/>
              <a:pathLst>
                <a:path w="3250" h="2250" extrusionOk="0">
                  <a:moveTo>
                    <a:pt x="3224" y="2162"/>
                  </a:moveTo>
                  <a:cubicBezTo>
                    <a:pt x="2437" y="1200"/>
                    <a:pt x="1462" y="0"/>
                    <a:pt x="63" y="288"/>
                  </a:cubicBezTo>
                  <a:cubicBezTo>
                    <a:pt x="0" y="300"/>
                    <a:pt x="25" y="375"/>
                    <a:pt x="88" y="375"/>
                  </a:cubicBezTo>
                  <a:cubicBezTo>
                    <a:pt x="1475" y="188"/>
                    <a:pt x="2362" y="1263"/>
                    <a:pt x="3162" y="2200"/>
                  </a:cubicBezTo>
                  <a:cubicBezTo>
                    <a:pt x="3199" y="2250"/>
                    <a:pt x="3249" y="2187"/>
                    <a:pt x="3224" y="2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34"/>
            <p:cNvSpPr/>
            <p:nvPr/>
          </p:nvSpPr>
          <p:spPr>
            <a:xfrm>
              <a:off x="4063350" y="4351000"/>
              <a:ext cx="31275" cy="15325"/>
            </a:xfrm>
            <a:custGeom>
              <a:avLst/>
              <a:gdLst/>
              <a:ahLst/>
              <a:cxnLst/>
              <a:rect l="l" t="t" r="r" b="b"/>
              <a:pathLst>
                <a:path w="1251" h="613" extrusionOk="0">
                  <a:moveTo>
                    <a:pt x="1188" y="500"/>
                  </a:moveTo>
                  <a:cubicBezTo>
                    <a:pt x="776" y="487"/>
                    <a:pt x="401" y="312"/>
                    <a:pt x="113" y="38"/>
                  </a:cubicBezTo>
                  <a:cubicBezTo>
                    <a:pt x="63" y="0"/>
                    <a:pt x="1" y="38"/>
                    <a:pt x="38" y="88"/>
                  </a:cubicBezTo>
                  <a:cubicBezTo>
                    <a:pt x="163" y="250"/>
                    <a:pt x="338" y="375"/>
                    <a:pt x="538" y="450"/>
                  </a:cubicBezTo>
                  <a:cubicBezTo>
                    <a:pt x="738" y="562"/>
                    <a:pt x="963" y="612"/>
                    <a:pt x="1188" y="587"/>
                  </a:cubicBezTo>
                  <a:cubicBezTo>
                    <a:pt x="1238" y="587"/>
                    <a:pt x="1251" y="500"/>
                    <a:pt x="1188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34"/>
            <p:cNvSpPr/>
            <p:nvPr/>
          </p:nvSpPr>
          <p:spPr>
            <a:xfrm>
              <a:off x="4063350" y="4344750"/>
              <a:ext cx="34075" cy="21875"/>
            </a:xfrm>
            <a:custGeom>
              <a:avLst/>
              <a:gdLst/>
              <a:ahLst/>
              <a:cxnLst/>
              <a:rect l="l" t="t" r="r" b="b"/>
              <a:pathLst>
                <a:path w="1363" h="875" extrusionOk="0">
                  <a:moveTo>
                    <a:pt x="101" y="325"/>
                  </a:moveTo>
                  <a:cubicBezTo>
                    <a:pt x="538" y="125"/>
                    <a:pt x="1051" y="412"/>
                    <a:pt x="1251" y="825"/>
                  </a:cubicBezTo>
                  <a:cubicBezTo>
                    <a:pt x="1276" y="875"/>
                    <a:pt x="1363" y="837"/>
                    <a:pt x="1350" y="787"/>
                  </a:cubicBezTo>
                  <a:cubicBezTo>
                    <a:pt x="1138" y="300"/>
                    <a:pt x="538" y="0"/>
                    <a:pt x="51" y="250"/>
                  </a:cubicBezTo>
                  <a:cubicBezTo>
                    <a:pt x="1" y="275"/>
                    <a:pt x="51" y="350"/>
                    <a:pt x="101" y="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34"/>
            <p:cNvSpPr/>
            <p:nvPr/>
          </p:nvSpPr>
          <p:spPr>
            <a:xfrm>
              <a:off x="4299550" y="4347550"/>
              <a:ext cx="132475" cy="60000"/>
            </a:xfrm>
            <a:custGeom>
              <a:avLst/>
              <a:gdLst/>
              <a:ahLst/>
              <a:cxnLst/>
              <a:rect l="l" t="t" r="r" b="b"/>
              <a:pathLst>
                <a:path w="5299" h="2400" extrusionOk="0">
                  <a:moveTo>
                    <a:pt x="50" y="1825"/>
                  </a:moveTo>
                  <a:cubicBezTo>
                    <a:pt x="1650" y="2138"/>
                    <a:pt x="5074" y="2400"/>
                    <a:pt x="5299" y="51"/>
                  </a:cubicBezTo>
                  <a:cubicBezTo>
                    <a:pt x="5299" y="1"/>
                    <a:pt x="5224" y="13"/>
                    <a:pt x="5224" y="51"/>
                  </a:cubicBezTo>
                  <a:cubicBezTo>
                    <a:pt x="4924" y="2337"/>
                    <a:pt x="1612" y="2038"/>
                    <a:pt x="63" y="1750"/>
                  </a:cubicBezTo>
                  <a:cubicBezTo>
                    <a:pt x="25" y="1738"/>
                    <a:pt x="0" y="1813"/>
                    <a:pt x="50" y="1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34"/>
            <p:cNvSpPr/>
            <p:nvPr/>
          </p:nvSpPr>
          <p:spPr>
            <a:xfrm>
              <a:off x="4363900" y="4310050"/>
              <a:ext cx="61575" cy="65325"/>
            </a:xfrm>
            <a:custGeom>
              <a:avLst/>
              <a:gdLst/>
              <a:ahLst/>
              <a:cxnLst/>
              <a:rect l="l" t="t" r="r" b="b"/>
              <a:pathLst>
                <a:path w="2463" h="2613" extrusionOk="0">
                  <a:moveTo>
                    <a:pt x="1500" y="2588"/>
                  </a:moveTo>
                  <a:cubicBezTo>
                    <a:pt x="2175" y="2263"/>
                    <a:pt x="2463" y="1426"/>
                    <a:pt x="2013" y="788"/>
                  </a:cubicBezTo>
                  <a:cubicBezTo>
                    <a:pt x="1600" y="201"/>
                    <a:pt x="538" y="1"/>
                    <a:pt x="38" y="588"/>
                  </a:cubicBezTo>
                  <a:cubicBezTo>
                    <a:pt x="1" y="638"/>
                    <a:pt x="63" y="713"/>
                    <a:pt x="113" y="663"/>
                  </a:cubicBezTo>
                  <a:cubicBezTo>
                    <a:pt x="588" y="138"/>
                    <a:pt x="1550" y="301"/>
                    <a:pt x="1925" y="851"/>
                  </a:cubicBezTo>
                  <a:cubicBezTo>
                    <a:pt x="2338" y="1438"/>
                    <a:pt x="2113" y="2238"/>
                    <a:pt x="1463" y="2538"/>
                  </a:cubicBezTo>
                  <a:cubicBezTo>
                    <a:pt x="1425" y="2550"/>
                    <a:pt x="1463" y="2613"/>
                    <a:pt x="1488" y="2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34"/>
            <p:cNvSpPr/>
            <p:nvPr/>
          </p:nvSpPr>
          <p:spPr>
            <a:xfrm>
              <a:off x="4353900" y="4321000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688" y="13"/>
                  </a:moveTo>
                  <a:cubicBezTo>
                    <a:pt x="226" y="188"/>
                    <a:pt x="1" y="725"/>
                    <a:pt x="201" y="1188"/>
                  </a:cubicBezTo>
                  <a:cubicBezTo>
                    <a:pt x="401" y="1650"/>
                    <a:pt x="938" y="1862"/>
                    <a:pt x="1388" y="1662"/>
                  </a:cubicBezTo>
                  <a:cubicBezTo>
                    <a:pt x="1438" y="1637"/>
                    <a:pt x="1400" y="1562"/>
                    <a:pt x="1363" y="1575"/>
                  </a:cubicBezTo>
                  <a:cubicBezTo>
                    <a:pt x="938" y="1700"/>
                    <a:pt x="476" y="1575"/>
                    <a:pt x="301" y="1150"/>
                  </a:cubicBezTo>
                  <a:cubicBezTo>
                    <a:pt x="138" y="725"/>
                    <a:pt x="326" y="263"/>
                    <a:pt x="726" y="75"/>
                  </a:cubicBezTo>
                  <a:cubicBezTo>
                    <a:pt x="763" y="50"/>
                    <a:pt x="726" y="0"/>
                    <a:pt x="6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34"/>
            <p:cNvSpPr/>
            <p:nvPr/>
          </p:nvSpPr>
          <p:spPr>
            <a:xfrm>
              <a:off x="4384200" y="4332875"/>
              <a:ext cx="17225" cy="30950"/>
            </a:xfrm>
            <a:custGeom>
              <a:avLst/>
              <a:gdLst/>
              <a:ahLst/>
              <a:cxnLst/>
              <a:rect l="l" t="t" r="r" b="b"/>
              <a:pathLst>
                <a:path w="689" h="1238" extrusionOk="0">
                  <a:moveTo>
                    <a:pt x="51" y="1200"/>
                  </a:moveTo>
                  <a:cubicBezTo>
                    <a:pt x="388" y="1237"/>
                    <a:pt x="626" y="862"/>
                    <a:pt x="626" y="550"/>
                  </a:cubicBezTo>
                  <a:cubicBezTo>
                    <a:pt x="613" y="238"/>
                    <a:pt x="351" y="0"/>
                    <a:pt x="63" y="113"/>
                  </a:cubicBezTo>
                  <a:cubicBezTo>
                    <a:pt x="1" y="138"/>
                    <a:pt x="26" y="225"/>
                    <a:pt x="76" y="200"/>
                  </a:cubicBezTo>
                  <a:cubicBezTo>
                    <a:pt x="688" y="13"/>
                    <a:pt x="638" y="1162"/>
                    <a:pt x="51" y="1125"/>
                  </a:cubicBezTo>
                  <a:cubicBezTo>
                    <a:pt x="1" y="1125"/>
                    <a:pt x="1" y="1200"/>
                    <a:pt x="51" y="1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34"/>
            <p:cNvSpPr/>
            <p:nvPr/>
          </p:nvSpPr>
          <p:spPr>
            <a:xfrm>
              <a:off x="4100225" y="430257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463" y="2787"/>
                  </a:moveTo>
                  <a:cubicBezTo>
                    <a:pt x="113" y="1462"/>
                    <a:pt x="925" y="387"/>
                    <a:pt x="2175" y="63"/>
                  </a:cubicBezTo>
                  <a:cubicBezTo>
                    <a:pt x="2212" y="50"/>
                    <a:pt x="2200" y="0"/>
                    <a:pt x="2175" y="0"/>
                  </a:cubicBezTo>
                  <a:cubicBezTo>
                    <a:pt x="788" y="100"/>
                    <a:pt x="0" y="1537"/>
                    <a:pt x="388" y="2812"/>
                  </a:cubicBezTo>
                  <a:cubicBezTo>
                    <a:pt x="400" y="2862"/>
                    <a:pt x="488" y="2849"/>
                    <a:pt x="463" y="2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34"/>
            <p:cNvSpPr/>
            <p:nvPr/>
          </p:nvSpPr>
          <p:spPr>
            <a:xfrm>
              <a:off x="3701275" y="4276950"/>
              <a:ext cx="111850" cy="104375"/>
            </a:xfrm>
            <a:custGeom>
              <a:avLst/>
              <a:gdLst/>
              <a:ahLst/>
              <a:cxnLst/>
              <a:rect l="l" t="t" r="r" b="b"/>
              <a:pathLst>
                <a:path w="4474" h="4175" extrusionOk="0">
                  <a:moveTo>
                    <a:pt x="1812" y="3999"/>
                  </a:moveTo>
                  <a:cubicBezTo>
                    <a:pt x="3249" y="4174"/>
                    <a:pt x="4424" y="2737"/>
                    <a:pt x="3712" y="1387"/>
                  </a:cubicBezTo>
                  <a:cubicBezTo>
                    <a:pt x="2987" y="0"/>
                    <a:pt x="1050" y="213"/>
                    <a:pt x="38" y="1150"/>
                  </a:cubicBezTo>
                  <a:cubicBezTo>
                    <a:pt x="0" y="1187"/>
                    <a:pt x="50" y="1237"/>
                    <a:pt x="88" y="1212"/>
                  </a:cubicBezTo>
                  <a:cubicBezTo>
                    <a:pt x="987" y="563"/>
                    <a:pt x="2450" y="113"/>
                    <a:pt x="3337" y="1050"/>
                  </a:cubicBezTo>
                  <a:cubicBezTo>
                    <a:pt x="4474" y="2275"/>
                    <a:pt x="3387" y="4087"/>
                    <a:pt x="1812" y="3899"/>
                  </a:cubicBezTo>
                  <a:cubicBezTo>
                    <a:pt x="1737" y="3887"/>
                    <a:pt x="1737" y="3999"/>
                    <a:pt x="1812" y="39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34"/>
            <p:cNvSpPr/>
            <p:nvPr/>
          </p:nvSpPr>
          <p:spPr>
            <a:xfrm>
              <a:off x="3442900" y="4301950"/>
              <a:ext cx="263700" cy="146525"/>
            </a:xfrm>
            <a:custGeom>
              <a:avLst/>
              <a:gdLst/>
              <a:ahLst/>
              <a:cxnLst/>
              <a:rect l="l" t="t" r="r" b="b"/>
              <a:pathLst>
                <a:path w="10548" h="5861" extrusionOk="0">
                  <a:moveTo>
                    <a:pt x="10460" y="38"/>
                  </a:moveTo>
                  <a:cubicBezTo>
                    <a:pt x="9248" y="1712"/>
                    <a:pt x="8136" y="3812"/>
                    <a:pt x="6224" y="4736"/>
                  </a:cubicBezTo>
                  <a:cubicBezTo>
                    <a:pt x="4462" y="5599"/>
                    <a:pt x="1700" y="5774"/>
                    <a:pt x="75" y="4561"/>
                  </a:cubicBezTo>
                  <a:cubicBezTo>
                    <a:pt x="38" y="4549"/>
                    <a:pt x="0" y="4599"/>
                    <a:pt x="38" y="4611"/>
                  </a:cubicBezTo>
                  <a:cubicBezTo>
                    <a:pt x="1475" y="5861"/>
                    <a:pt x="3962" y="5736"/>
                    <a:pt x="5686" y="5149"/>
                  </a:cubicBezTo>
                  <a:cubicBezTo>
                    <a:pt x="7998" y="4349"/>
                    <a:pt x="9198" y="1950"/>
                    <a:pt x="10523" y="75"/>
                  </a:cubicBezTo>
                  <a:cubicBezTo>
                    <a:pt x="10548" y="38"/>
                    <a:pt x="10485" y="0"/>
                    <a:pt x="10460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34"/>
            <p:cNvSpPr/>
            <p:nvPr/>
          </p:nvSpPr>
          <p:spPr>
            <a:xfrm>
              <a:off x="3410100" y="4324750"/>
              <a:ext cx="100625" cy="84375"/>
            </a:xfrm>
            <a:custGeom>
              <a:avLst/>
              <a:gdLst/>
              <a:ahLst/>
              <a:cxnLst/>
              <a:rect l="l" t="t" r="r" b="b"/>
              <a:pathLst>
                <a:path w="4025" h="3375" extrusionOk="0">
                  <a:moveTo>
                    <a:pt x="1150" y="3287"/>
                  </a:moveTo>
                  <a:cubicBezTo>
                    <a:pt x="613" y="2350"/>
                    <a:pt x="500" y="975"/>
                    <a:pt x="1650" y="425"/>
                  </a:cubicBezTo>
                  <a:cubicBezTo>
                    <a:pt x="1937" y="313"/>
                    <a:pt x="2250" y="263"/>
                    <a:pt x="2550" y="313"/>
                  </a:cubicBezTo>
                  <a:cubicBezTo>
                    <a:pt x="2625" y="325"/>
                    <a:pt x="2699" y="300"/>
                    <a:pt x="2774" y="313"/>
                  </a:cubicBezTo>
                  <a:cubicBezTo>
                    <a:pt x="3537" y="438"/>
                    <a:pt x="3512" y="638"/>
                    <a:pt x="3587" y="1175"/>
                  </a:cubicBezTo>
                  <a:cubicBezTo>
                    <a:pt x="3699" y="2075"/>
                    <a:pt x="3087" y="2412"/>
                    <a:pt x="2312" y="2262"/>
                  </a:cubicBezTo>
                  <a:cubicBezTo>
                    <a:pt x="1725" y="2150"/>
                    <a:pt x="1425" y="1862"/>
                    <a:pt x="1025" y="1450"/>
                  </a:cubicBezTo>
                  <a:cubicBezTo>
                    <a:pt x="725" y="1138"/>
                    <a:pt x="475" y="813"/>
                    <a:pt x="25" y="800"/>
                  </a:cubicBezTo>
                  <a:cubicBezTo>
                    <a:pt x="0" y="800"/>
                    <a:pt x="0" y="838"/>
                    <a:pt x="25" y="838"/>
                  </a:cubicBezTo>
                  <a:cubicBezTo>
                    <a:pt x="738" y="950"/>
                    <a:pt x="1137" y="1850"/>
                    <a:pt x="1725" y="2225"/>
                  </a:cubicBezTo>
                  <a:cubicBezTo>
                    <a:pt x="2150" y="2525"/>
                    <a:pt x="2712" y="2575"/>
                    <a:pt x="3187" y="2350"/>
                  </a:cubicBezTo>
                  <a:cubicBezTo>
                    <a:pt x="3912" y="2025"/>
                    <a:pt x="4024" y="888"/>
                    <a:pt x="3387" y="388"/>
                  </a:cubicBezTo>
                  <a:cubicBezTo>
                    <a:pt x="2874" y="0"/>
                    <a:pt x="1800" y="125"/>
                    <a:pt x="1312" y="488"/>
                  </a:cubicBezTo>
                  <a:cubicBezTo>
                    <a:pt x="388" y="1187"/>
                    <a:pt x="563" y="2450"/>
                    <a:pt x="1087" y="3337"/>
                  </a:cubicBezTo>
                  <a:cubicBezTo>
                    <a:pt x="1112" y="3374"/>
                    <a:pt x="1187" y="3337"/>
                    <a:pt x="1162" y="32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34"/>
            <p:cNvSpPr/>
            <p:nvPr/>
          </p:nvSpPr>
          <p:spPr>
            <a:xfrm>
              <a:off x="3347925" y="4341000"/>
              <a:ext cx="55325" cy="13450"/>
            </a:xfrm>
            <a:custGeom>
              <a:avLst/>
              <a:gdLst/>
              <a:ahLst/>
              <a:cxnLst/>
              <a:rect l="l" t="t" r="r" b="b"/>
              <a:pathLst>
                <a:path w="2213" h="538" extrusionOk="0">
                  <a:moveTo>
                    <a:pt x="2162" y="75"/>
                  </a:moveTo>
                  <a:cubicBezTo>
                    <a:pt x="1475" y="0"/>
                    <a:pt x="625" y="50"/>
                    <a:pt x="25" y="475"/>
                  </a:cubicBezTo>
                  <a:cubicBezTo>
                    <a:pt x="0" y="488"/>
                    <a:pt x="13" y="537"/>
                    <a:pt x="50" y="525"/>
                  </a:cubicBezTo>
                  <a:cubicBezTo>
                    <a:pt x="775" y="300"/>
                    <a:pt x="1387" y="75"/>
                    <a:pt x="2162" y="150"/>
                  </a:cubicBezTo>
                  <a:cubicBezTo>
                    <a:pt x="2212" y="150"/>
                    <a:pt x="2212" y="75"/>
                    <a:pt x="2162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34"/>
            <p:cNvSpPr/>
            <p:nvPr/>
          </p:nvSpPr>
          <p:spPr>
            <a:xfrm>
              <a:off x="3593800" y="4288500"/>
              <a:ext cx="81250" cy="96575"/>
            </a:xfrm>
            <a:custGeom>
              <a:avLst/>
              <a:gdLst/>
              <a:ahLst/>
              <a:cxnLst/>
              <a:rect l="l" t="t" r="r" b="b"/>
              <a:pathLst>
                <a:path w="3250" h="3863" extrusionOk="0">
                  <a:moveTo>
                    <a:pt x="2225" y="3837"/>
                  </a:moveTo>
                  <a:cubicBezTo>
                    <a:pt x="2787" y="3187"/>
                    <a:pt x="3249" y="2375"/>
                    <a:pt x="3062" y="1488"/>
                  </a:cubicBezTo>
                  <a:cubicBezTo>
                    <a:pt x="2887" y="663"/>
                    <a:pt x="2087" y="63"/>
                    <a:pt x="1250" y="26"/>
                  </a:cubicBezTo>
                  <a:cubicBezTo>
                    <a:pt x="663" y="1"/>
                    <a:pt x="0" y="376"/>
                    <a:pt x="75" y="1050"/>
                  </a:cubicBezTo>
                  <a:cubicBezTo>
                    <a:pt x="113" y="1388"/>
                    <a:pt x="463" y="1813"/>
                    <a:pt x="750" y="1438"/>
                  </a:cubicBezTo>
                  <a:cubicBezTo>
                    <a:pt x="775" y="1400"/>
                    <a:pt x="713" y="1363"/>
                    <a:pt x="675" y="1400"/>
                  </a:cubicBezTo>
                  <a:cubicBezTo>
                    <a:pt x="238" y="563"/>
                    <a:pt x="388" y="138"/>
                    <a:pt x="1125" y="126"/>
                  </a:cubicBezTo>
                  <a:cubicBezTo>
                    <a:pt x="1450" y="126"/>
                    <a:pt x="1762" y="213"/>
                    <a:pt x="2037" y="363"/>
                  </a:cubicBezTo>
                  <a:cubicBezTo>
                    <a:pt x="2475" y="576"/>
                    <a:pt x="2800" y="950"/>
                    <a:pt x="2925" y="1413"/>
                  </a:cubicBezTo>
                  <a:cubicBezTo>
                    <a:pt x="3174" y="2300"/>
                    <a:pt x="2712" y="3125"/>
                    <a:pt x="2187" y="3800"/>
                  </a:cubicBezTo>
                  <a:cubicBezTo>
                    <a:pt x="2162" y="3825"/>
                    <a:pt x="2200" y="3862"/>
                    <a:pt x="2225" y="3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34"/>
            <p:cNvSpPr/>
            <p:nvPr/>
          </p:nvSpPr>
          <p:spPr>
            <a:xfrm>
              <a:off x="3666275" y="4246025"/>
              <a:ext cx="22825" cy="110600"/>
            </a:xfrm>
            <a:custGeom>
              <a:avLst/>
              <a:gdLst/>
              <a:ahLst/>
              <a:cxnLst/>
              <a:rect l="l" t="t" r="r" b="b"/>
              <a:pathLst>
                <a:path w="913" h="4424" extrusionOk="0">
                  <a:moveTo>
                    <a:pt x="100" y="4386"/>
                  </a:moveTo>
                  <a:cubicBezTo>
                    <a:pt x="550" y="3862"/>
                    <a:pt x="663" y="3187"/>
                    <a:pt x="738" y="2512"/>
                  </a:cubicBezTo>
                  <a:cubicBezTo>
                    <a:pt x="825" y="1700"/>
                    <a:pt x="913" y="712"/>
                    <a:pt x="388" y="25"/>
                  </a:cubicBezTo>
                  <a:cubicBezTo>
                    <a:pt x="363" y="0"/>
                    <a:pt x="325" y="25"/>
                    <a:pt x="338" y="63"/>
                  </a:cubicBezTo>
                  <a:cubicBezTo>
                    <a:pt x="913" y="1175"/>
                    <a:pt x="888" y="3312"/>
                    <a:pt x="38" y="4324"/>
                  </a:cubicBezTo>
                  <a:cubicBezTo>
                    <a:pt x="1" y="4361"/>
                    <a:pt x="63" y="4424"/>
                    <a:pt x="100" y="43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34"/>
            <p:cNvSpPr/>
            <p:nvPr/>
          </p:nvSpPr>
          <p:spPr>
            <a:xfrm>
              <a:off x="3666600" y="4234450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350" y="451"/>
                  </a:moveTo>
                  <a:cubicBezTo>
                    <a:pt x="262" y="488"/>
                    <a:pt x="162" y="476"/>
                    <a:pt x="87" y="401"/>
                  </a:cubicBezTo>
                  <a:cubicBezTo>
                    <a:pt x="25" y="338"/>
                    <a:pt x="0" y="251"/>
                    <a:pt x="25" y="163"/>
                  </a:cubicBezTo>
                  <a:cubicBezTo>
                    <a:pt x="25" y="126"/>
                    <a:pt x="38" y="101"/>
                    <a:pt x="50" y="76"/>
                  </a:cubicBezTo>
                  <a:cubicBezTo>
                    <a:pt x="87" y="51"/>
                    <a:pt x="125" y="26"/>
                    <a:pt x="162" y="26"/>
                  </a:cubicBezTo>
                  <a:cubicBezTo>
                    <a:pt x="287" y="1"/>
                    <a:pt x="412" y="63"/>
                    <a:pt x="462" y="188"/>
                  </a:cubicBezTo>
                  <a:cubicBezTo>
                    <a:pt x="487" y="313"/>
                    <a:pt x="375" y="438"/>
                    <a:pt x="250" y="4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34"/>
            <p:cNvSpPr/>
            <p:nvPr/>
          </p:nvSpPr>
          <p:spPr>
            <a:xfrm>
              <a:off x="3660650" y="4232275"/>
              <a:ext cx="22200" cy="17200"/>
            </a:xfrm>
            <a:custGeom>
              <a:avLst/>
              <a:gdLst/>
              <a:ahLst/>
              <a:cxnLst/>
              <a:rect l="l" t="t" r="r" b="b"/>
              <a:pathLst>
                <a:path w="888" h="688" extrusionOk="0">
                  <a:moveTo>
                    <a:pt x="575" y="475"/>
                  </a:moveTo>
                  <a:cubicBezTo>
                    <a:pt x="300" y="450"/>
                    <a:pt x="251" y="375"/>
                    <a:pt x="425" y="275"/>
                  </a:cubicBezTo>
                  <a:cubicBezTo>
                    <a:pt x="575" y="88"/>
                    <a:pt x="588" y="163"/>
                    <a:pt x="475" y="488"/>
                  </a:cubicBezTo>
                  <a:cubicBezTo>
                    <a:pt x="425" y="488"/>
                    <a:pt x="438" y="575"/>
                    <a:pt x="488" y="575"/>
                  </a:cubicBezTo>
                  <a:cubicBezTo>
                    <a:pt x="888" y="575"/>
                    <a:pt x="800" y="0"/>
                    <a:pt x="400" y="63"/>
                  </a:cubicBezTo>
                  <a:cubicBezTo>
                    <a:pt x="1" y="125"/>
                    <a:pt x="238" y="688"/>
                    <a:pt x="613" y="600"/>
                  </a:cubicBezTo>
                  <a:cubicBezTo>
                    <a:pt x="688" y="575"/>
                    <a:pt x="650" y="450"/>
                    <a:pt x="575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34"/>
            <p:cNvSpPr/>
            <p:nvPr/>
          </p:nvSpPr>
          <p:spPr>
            <a:xfrm>
              <a:off x="3438200" y="4411600"/>
              <a:ext cx="2850" cy="3150"/>
            </a:xfrm>
            <a:custGeom>
              <a:avLst/>
              <a:gdLst/>
              <a:ahLst/>
              <a:cxnLst/>
              <a:rect l="l" t="t" r="r" b="b"/>
              <a:pathLst>
                <a:path w="114" h="126" extrusionOk="0">
                  <a:moveTo>
                    <a:pt x="88" y="63"/>
                  </a:moveTo>
                  <a:lnTo>
                    <a:pt x="76" y="25"/>
                  </a:lnTo>
                  <a:cubicBezTo>
                    <a:pt x="76" y="0"/>
                    <a:pt x="26" y="0"/>
                    <a:pt x="13" y="25"/>
                  </a:cubicBezTo>
                  <a:cubicBezTo>
                    <a:pt x="13" y="38"/>
                    <a:pt x="13" y="50"/>
                    <a:pt x="13" y="63"/>
                  </a:cubicBezTo>
                  <a:cubicBezTo>
                    <a:pt x="1" y="125"/>
                    <a:pt x="113" y="125"/>
                    <a:pt x="101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34"/>
            <p:cNvSpPr/>
            <p:nvPr/>
          </p:nvSpPr>
          <p:spPr>
            <a:xfrm>
              <a:off x="3308550" y="4353500"/>
              <a:ext cx="42200" cy="17500"/>
            </a:xfrm>
            <a:custGeom>
              <a:avLst/>
              <a:gdLst/>
              <a:ahLst/>
              <a:cxnLst/>
              <a:rect l="l" t="t" r="r" b="b"/>
              <a:pathLst>
                <a:path w="1688" h="700" extrusionOk="0">
                  <a:moveTo>
                    <a:pt x="1550" y="62"/>
                  </a:moveTo>
                  <a:cubicBezTo>
                    <a:pt x="1463" y="312"/>
                    <a:pt x="1026" y="437"/>
                    <a:pt x="801" y="475"/>
                  </a:cubicBezTo>
                  <a:cubicBezTo>
                    <a:pt x="551" y="512"/>
                    <a:pt x="313" y="512"/>
                    <a:pt x="63" y="462"/>
                  </a:cubicBezTo>
                  <a:cubicBezTo>
                    <a:pt x="1" y="462"/>
                    <a:pt x="1" y="550"/>
                    <a:pt x="51" y="562"/>
                  </a:cubicBezTo>
                  <a:cubicBezTo>
                    <a:pt x="501" y="700"/>
                    <a:pt x="1463" y="625"/>
                    <a:pt x="1663" y="100"/>
                  </a:cubicBezTo>
                  <a:cubicBezTo>
                    <a:pt x="1688" y="37"/>
                    <a:pt x="1575" y="0"/>
                    <a:pt x="1550" y="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34"/>
            <p:cNvSpPr/>
            <p:nvPr/>
          </p:nvSpPr>
          <p:spPr>
            <a:xfrm>
              <a:off x="3308250" y="43491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13" y="737"/>
                  </a:moveTo>
                  <a:cubicBezTo>
                    <a:pt x="513" y="362"/>
                    <a:pt x="1050" y="175"/>
                    <a:pt x="1600" y="237"/>
                  </a:cubicBezTo>
                  <a:cubicBezTo>
                    <a:pt x="1662" y="237"/>
                    <a:pt x="1687" y="163"/>
                    <a:pt x="1625" y="138"/>
                  </a:cubicBezTo>
                  <a:cubicBezTo>
                    <a:pt x="1112" y="0"/>
                    <a:pt x="400" y="312"/>
                    <a:pt x="38" y="675"/>
                  </a:cubicBezTo>
                  <a:cubicBezTo>
                    <a:pt x="0" y="712"/>
                    <a:pt x="63" y="787"/>
                    <a:pt x="113" y="7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34"/>
            <p:cNvSpPr/>
            <p:nvPr/>
          </p:nvSpPr>
          <p:spPr>
            <a:xfrm>
              <a:off x="3377300" y="4314750"/>
              <a:ext cx="33450" cy="30025"/>
            </a:xfrm>
            <a:custGeom>
              <a:avLst/>
              <a:gdLst/>
              <a:ahLst/>
              <a:cxnLst/>
              <a:rect l="l" t="t" r="r" b="b"/>
              <a:pathLst>
                <a:path w="1338" h="1201" extrusionOk="0">
                  <a:moveTo>
                    <a:pt x="1287" y="1113"/>
                  </a:moveTo>
                  <a:cubicBezTo>
                    <a:pt x="975" y="1125"/>
                    <a:pt x="712" y="950"/>
                    <a:pt x="475" y="763"/>
                  </a:cubicBezTo>
                  <a:cubicBezTo>
                    <a:pt x="250" y="588"/>
                    <a:pt x="100" y="325"/>
                    <a:pt x="88" y="38"/>
                  </a:cubicBezTo>
                  <a:cubicBezTo>
                    <a:pt x="75" y="0"/>
                    <a:pt x="0" y="13"/>
                    <a:pt x="13" y="50"/>
                  </a:cubicBezTo>
                  <a:cubicBezTo>
                    <a:pt x="13" y="363"/>
                    <a:pt x="175" y="638"/>
                    <a:pt x="412" y="825"/>
                  </a:cubicBezTo>
                  <a:cubicBezTo>
                    <a:pt x="675" y="1025"/>
                    <a:pt x="937" y="1200"/>
                    <a:pt x="1287" y="1188"/>
                  </a:cubicBezTo>
                  <a:cubicBezTo>
                    <a:pt x="1337" y="1188"/>
                    <a:pt x="1337" y="1100"/>
                    <a:pt x="1287" y="1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34"/>
            <p:cNvSpPr/>
            <p:nvPr/>
          </p:nvSpPr>
          <p:spPr>
            <a:xfrm>
              <a:off x="3376975" y="4315050"/>
              <a:ext cx="33450" cy="29100"/>
            </a:xfrm>
            <a:custGeom>
              <a:avLst/>
              <a:gdLst/>
              <a:ahLst/>
              <a:cxnLst/>
              <a:rect l="l" t="t" r="r" b="b"/>
              <a:pathLst>
                <a:path w="1338" h="1164" extrusionOk="0">
                  <a:moveTo>
                    <a:pt x="51" y="76"/>
                  </a:moveTo>
                  <a:cubicBezTo>
                    <a:pt x="325" y="163"/>
                    <a:pt x="563" y="288"/>
                    <a:pt x="788" y="463"/>
                  </a:cubicBezTo>
                  <a:cubicBezTo>
                    <a:pt x="1025" y="638"/>
                    <a:pt x="1075" y="876"/>
                    <a:pt x="1225" y="1113"/>
                  </a:cubicBezTo>
                  <a:cubicBezTo>
                    <a:pt x="1263" y="1163"/>
                    <a:pt x="1338" y="1138"/>
                    <a:pt x="1325" y="1076"/>
                  </a:cubicBezTo>
                  <a:cubicBezTo>
                    <a:pt x="1213" y="488"/>
                    <a:pt x="625" y="88"/>
                    <a:pt x="76" y="1"/>
                  </a:cubicBezTo>
                  <a:cubicBezTo>
                    <a:pt x="26" y="1"/>
                    <a:pt x="1" y="63"/>
                    <a:pt x="5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34"/>
            <p:cNvSpPr/>
            <p:nvPr/>
          </p:nvSpPr>
          <p:spPr>
            <a:xfrm>
              <a:off x="3680325" y="4250400"/>
              <a:ext cx="38450" cy="86550"/>
            </a:xfrm>
            <a:custGeom>
              <a:avLst/>
              <a:gdLst/>
              <a:ahLst/>
              <a:cxnLst/>
              <a:rect l="l" t="t" r="r" b="b"/>
              <a:pathLst>
                <a:path w="1538" h="3462" extrusionOk="0">
                  <a:moveTo>
                    <a:pt x="88" y="3424"/>
                  </a:moveTo>
                  <a:cubicBezTo>
                    <a:pt x="813" y="2437"/>
                    <a:pt x="1301" y="1300"/>
                    <a:pt x="1525" y="88"/>
                  </a:cubicBezTo>
                  <a:cubicBezTo>
                    <a:pt x="1538" y="25"/>
                    <a:pt x="1438" y="0"/>
                    <a:pt x="1425" y="63"/>
                  </a:cubicBezTo>
                  <a:cubicBezTo>
                    <a:pt x="1213" y="1262"/>
                    <a:pt x="726" y="2399"/>
                    <a:pt x="26" y="3387"/>
                  </a:cubicBezTo>
                  <a:cubicBezTo>
                    <a:pt x="1" y="3437"/>
                    <a:pt x="63" y="3462"/>
                    <a:pt x="88" y="34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34"/>
            <p:cNvSpPr/>
            <p:nvPr/>
          </p:nvSpPr>
          <p:spPr>
            <a:xfrm>
              <a:off x="3710950" y="4236025"/>
              <a:ext cx="18150" cy="16575"/>
            </a:xfrm>
            <a:custGeom>
              <a:avLst/>
              <a:gdLst/>
              <a:ahLst/>
              <a:cxnLst/>
              <a:rect l="l" t="t" r="r" b="b"/>
              <a:pathLst>
                <a:path w="726" h="663" extrusionOk="0">
                  <a:moveTo>
                    <a:pt x="263" y="525"/>
                  </a:moveTo>
                  <a:cubicBezTo>
                    <a:pt x="363" y="488"/>
                    <a:pt x="375" y="488"/>
                    <a:pt x="288" y="500"/>
                  </a:cubicBezTo>
                  <a:cubicBezTo>
                    <a:pt x="250" y="500"/>
                    <a:pt x="213" y="500"/>
                    <a:pt x="176" y="500"/>
                  </a:cubicBezTo>
                  <a:cubicBezTo>
                    <a:pt x="138" y="500"/>
                    <a:pt x="126" y="550"/>
                    <a:pt x="163" y="563"/>
                  </a:cubicBezTo>
                  <a:cubicBezTo>
                    <a:pt x="375" y="663"/>
                    <a:pt x="725" y="438"/>
                    <a:pt x="475" y="213"/>
                  </a:cubicBezTo>
                  <a:cubicBezTo>
                    <a:pt x="213" y="0"/>
                    <a:pt x="1" y="375"/>
                    <a:pt x="188" y="575"/>
                  </a:cubicBezTo>
                  <a:cubicBezTo>
                    <a:pt x="225" y="625"/>
                    <a:pt x="288" y="563"/>
                    <a:pt x="250" y="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4"/>
            <p:cNvSpPr/>
            <p:nvPr/>
          </p:nvSpPr>
          <p:spPr>
            <a:xfrm>
              <a:off x="3642525" y="4266325"/>
              <a:ext cx="30650" cy="82200"/>
            </a:xfrm>
            <a:custGeom>
              <a:avLst/>
              <a:gdLst/>
              <a:ahLst/>
              <a:cxnLst/>
              <a:rect l="l" t="t" r="r" b="b"/>
              <a:pathLst>
                <a:path w="1226" h="3288" extrusionOk="0">
                  <a:moveTo>
                    <a:pt x="1100" y="3225"/>
                  </a:moveTo>
                  <a:cubicBezTo>
                    <a:pt x="1225" y="2125"/>
                    <a:pt x="1013" y="763"/>
                    <a:pt x="76" y="38"/>
                  </a:cubicBezTo>
                  <a:cubicBezTo>
                    <a:pt x="51" y="0"/>
                    <a:pt x="1" y="50"/>
                    <a:pt x="38" y="75"/>
                  </a:cubicBezTo>
                  <a:cubicBezTo>
                    <a:pt x="813" y="1013"/>
                    <a:pt x="1138" y="2012"/>
                    <a:pt x="1013" y="3225"/>
                  </a:cubicBezTo>
                  <a:cubicBezTo>
                    <a:pt x="1013" y="3287"/>
                    <a:pt x="1088" y="3287"/>
                    <a:pt x="1100" y="3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34"/>
            <p:cNvSpPr/>
            <p:nvPr/>
          </p:nvSpPr>
          <p:spPr>
            <a:xfrm>
              <a:off x="3633475" y="4256950"/>
              <a:ext cx="12825" cy="15025"/>
            </a:xfrm>
            <a:custGeom>
              <a:avLst/>
              <a:gdLst/>
              <a:ahLst/>
              <a:cxnLst/>
              <a:rect l="l" t="t" r="r" b="b"/>
              <a:pathLst>
                <a:path w="513" h="601" extrusionOk="0">
                  <a:moveTo>
                    <a:pt x="100" y="338"/>
                  </a:moveTo>
                  <a:cubicBezTo>
                    <a:pt x="188" y="338"/>
                    <a:pt x="200" y="325"/>
                    <a:pt x="150" y="263"/>
                  </a:cubicBezTo>
                  <a:cubicBezTo>
                    <a:pt x="125" y="238"/>
                    <a:pt x="88" y="250"/>
                    <a:pt x="75" y="288"/>
                  </a:cubicBezTo>
                  <a:cubicBezTo>
                    <a:pt x="75" y="575"/>
                    <a:pt x="513" y="600"/>
                    <a:pt x="475" y="300"/>
                  </a:cubicBezTo>
                  <a:cubicBezTo>
                    <a:pt x="450" y="1"/>
                    <a:pt x="0" y="38"/>
                    <a:pt x="25" y="338"/>
                  </a:cubicBezTo>
                  <a:cubicBezTo>
                    <a:pt x="25" y="388"/>
                    <a:pt x="100" y="388"/>
                    <a:pt x="100" y="3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34"/>
            <p:cNvSpPr/>
            <p:nvPr/>
          </p:nvSpPr>
          <p:spPr>
            <a:xfrm>
              <a:off x="3232025" y="4371600"/>
              <a:ext cx="237775" cy="60325"/>
            </a:xfrm>
            <a:custGeom>
              <a:avLst/>
              <a:gdLst/>
              <a:ahLst/>
              <a:cxnLst/>
              <a:rect l="l" t="t" r="r" b="b"/>
              <a:pathLst>
                <a:path w="9511" h="2413" extrusionOk="0">
                  <a:moveTo>
                    <a:pt x="9473" y="2338"/>
                  </a:moveTo>
                  <a:cubicBezTo>
                    <a:pt x="7711" y="1650"/>
                    <a:pt x="6386" y="938"/>
                    <a:pt x="4461" y="751"/>
                  </a:cubicBezTo>
                  <a:cubicBezTo>
                    <a:pt x="2749" y="576"/>
                    <a:pt x="1500" y="976"/>
                    <a:pt x="63" y="1938"/>
                  </a:cubicBezTo>
                  <a:cubicBezTo>
                    <a:pt x="0" y="1975"/>
                    <a:pt x="63" y="2075"/>
                    <a:pt x="125" y="2038"/>
                  </a:cubicBezTo>
                  <a:cubicBezTo>
                    <a:pt x="3462" y="1"/>
                    <a:pt x="6123" y="1151"/>
                    <a:pt x="9460" y="2400"/>
                  </a:cubicBezTo>
                  <a:cubicBezTo>
                    <a:pt x="9498" y="2413"/>
                    <a:pt x="9510" y="2350"/>
                    <a:pt x="9473" y="23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34"/>
            <p:cNvSpPr/>
            <p:nvPr/>
          </p:nvSpPr>
          <p:spPr>
            <a:xfrm>
              <a:off x="3717200" y="4327550"/>
              <a:ext cx="31575" cy="49400"/>
            </a:xfrm>
            <a:custGeom>
              <a:avLst/>
              <a:gdLst/>
              <a:ahLst/>
              <a:cxnLst/>
              <a:rect l="l" t="t" r="r" b="b"/>
              <a:pathLst>
                <a:path w="1263" h="1976" extrusionOk="0">
                  <a:moveTo>
                    <a:pt x="1225" y="1913"/>
                  </a:moveTo>
                  <a:cubicBezTo>
                    <a:pt x="813" y="1825"/>
                    <a:pt x="413" y="1625"/>
                    <a:pt x="238" y="1213"/>
                  </a:cubicBezTo>
                  <a:cubicBezTo>
                    <a:pt x="13" y="713"/>
                    <a:pt x="288" y="138"/>
                    <a:pt x="863" y="113"/>
                  </a:cubicBezTo>
                  <a:cubicBezTo>
                    <a:pt x="938" y="113"/>
                    <a:pt x="938" y="1"/>
                    <a:pt x="863" y="1"/>
                  </a:cubicBezTo>
                  <a:cubicBezTo>
                    <a:pt x="375" y="13"/>
                    <a:pt x="0" y="438"/>
                    <a:pt x="50" y="926"/>
                  </a:cubicBezTo>
                  <a:cubicBezTo>
                    <a:pt x="100" y="1525"/>
                    <a:pt x="650" y="1875"/>
                    <a:pt x="1200" y="1975"/>
                  </a:cubicBezTo>
                  <a:cubicBezTo>
                    <a:pt x="1238" y="1975"/>
                    <a:pt x="1263" y="1913"/>
                    <a:pt x="1225" y="19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34"/>
            <p:cNvSpPr/>
            <p:nvPr/>
          </p:nvSpPr>
          <p:spPr>
            <a:xfrm>
              <a:off x="3471650" y="4370975"/>
              <a:ext cx="62800" cy="31575"/>
            </a:xfrm>
            <a:custGeom>
              <a:avLst/>
              <a:gdLst/>
              <a:ahLst/>
              <a:cxnLst/>
              <a:rect l="l" t="t" r="r" b="b"/>
              <a:pathLst>
                <a:path w="2512" h="1263" extrusionOk="0">
                  <a:moveTo>
                    <a:pt x="63" y="613"/>
                  </a:moveTo>
                  <a:cubicBezTo>
                    <a:pt x="362" y="626"/>
                    <a:pt x="662" y="551"/>
                    <a:pt x="937" y="413"/>
                  </a:cubicBezTo>
                  <a:cubicBezTo>
                    <a:pt x="1637" y="113"/>
                    <a:pt x="2312" y="426"/>
                    <a:pt x="2424" y="1213"/>
                  </a:cubicBezTo>
                  <a:cubicBezTo>
                    <a:pt x="2424" y="1263"/>
                    <a:pt x="2499" y="1250"/>
                    <a:pt x="2499" y="1213"/>
                  </a:cubicBezTo>
                  <a:cubicBezTo>
                    <a:pt x="2512" y="763"/>
                    <a:pt x="2237" y="363"/>
                    <a:pt x="1825" y="213"/>
                  </a:cubicBezTo>
                  <a:cubicBezTo>
                    <a:pt x="1187" y="1"/>
                    <a:pt x="687" y="551"/>
                    <a:pt x="63" y="526"/>
                  </a:cubicBezTo>
                  <a:cubicBezTo>
                    <a:pt x="0" y="526"/>
                    <a:pt x="13" y="613"/>
                    <a:pt x="63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34"/>
            <p:cNvSpPr/>
            <p:nvPr/>
          </p:nvSpPr>
          <p:spPr>
            <a:xfrm>
              <a:off x="3504750" y="4396300"/>
              <a:ext cx="30650" cy="21575"/>
            </a:xfrm>
            <a:custGeom>
              <a:avLst/>
              <a:gdLst/>
              <a:ahLst/>
              <a:cxnLst/>
              <a:rect l="l" t="t" r="r" b="b"/>
              <a:pathLst>
                <a:path w="1226" h="863" extrusionOk="0">
                  <a:moveTo>
                    <a:pt x="1050" y="63"/>
                  </a:moveTo>
                  <a:cubicBezTo>
                    <a:pt x="1225" y="587"/>
                    <a:pt x="388" y="825"/>
                    <a:pt x="63" y="575"/>
                  </a:cubicBezTo>
                  <a:cubicBezTo>
                    <a:pt x="38" y="550"/>
                    <a:pt x="1" y="600"/>
                    <a:pt x="13" y="625"/>
                  </a:cubicBezTo>
                  <a:cubicBezTo>
                    <a:pt x="176" y="862"/>
                    <a:pt x="551" y="800"/>
                    <a:pt x="788" y="700"/>
                  </a:cubicBezTo>
                  <a:cubicBezTo>
                    <a:pt x="1063" y="587"/>
                    <a:pt x="1225" y="337"/>
                    <a:pt x="1113" y="50"/>
                  </a:cubicBezTo>
                  <a:cubicBezTo>
                    <a:pt x="1100" y="0"/>
                    <a:pt x="1038" y="25"/>
                    <a:pt x="10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34"/>
            <p:cNvSpPr/>
            <p:nvPr/>
          </p:nvSpPr>
          <p:spPr>
            <a:xfrm>
              <a:off x="3694400" y="4258825"/>
              <a:ext cx="81250" cy="56575"/>
            </a:xfrm>
            <a:custGeom>
              <a:avLst/>
              <a:gdLst/>
              <a:ahLst/>
              <a:cxnLst/>
              <a:rect l="l" t="t" r="r" b="b"/>
              <a:pathLst>
                <a:path w="3250" h="2263" extrusionOk="0">
                  <a:moveTo>
                    <a:pt x="88" y="2212"/>
                  </a:moveTo>
                  <a:cubicBezTo>
                    <a:pt x="887" y="1263"/>
                    <a:pt x="1775" y="188"/>
                    <a:pt x="3162" y="375"/>
                  </a:cubicBezTo>
                  <a:cubicBezTo>
                    <a:pt x="3224" y="375"/>
                    <a:pt x="3249" y="300"/>
                    <a:pt x="3187" y="288"/>
                  </a:cubicBezTo>
                  <a:cubicBezTo>
                    <a:pt x="1787" y="0"/>
                    <a:pt x="825" y="1200"/>
                    <a:pt x="25" y="2162"/>
                  </a:cubicBezTo>
                  <a:cubicBezTo>
                    <a:pt x="0" y="2200"/>
                    <a:pt x="50" y="2262"/>
                    <a:pt x="88" y="2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34"/>
            <p:cNvSpPr/>
            <p:nvPr/>
          </p:nvSpPr>
          <p:spPr>
            <a:xfrm>
              <a:off x="3515075" y="4351000"/>
              <a:ext cx="31250" cy="15325"/>
            </a:xfrm>
            <a:custGeom>
              <a:avLst/>
              <a:gdLst/>
              <a:ahLst/>
              <a:cxnLst/>
              <a:rect l="l" t="t" r="r" b="b"/>
              <a:pathLst>
                <a:path w="1250" h="613" extrusionOk="0">
                  <a:moveTo>
                    <a:pt x="63" y="600"/>
                  </a:moveTo>
                  <a:cubicBezTo>
                    <a:pt x="288" y="612"/>
                    <a:pt x="512" y="562"/>
                    <a:pt x="712" y="450"/>
                  </a:cubicBezTo>
                  <a:cubicBezTo>
                    <a:pt x="912" y="387"/>
                    <a:pt x="1087" y="262"/>
                    <a:pt x="1212" y="88"/>
                  </a:cubicBezTo>
                  <a:cubicBezTo>
                    <a:pt x="1250" y="50"/>
                    <a:pt x="1187" y="0"/>
                    <a:pt x="1150" y="38"/>
                  </a:cubicBezTo>
                  <a:cubicBezTo>
                    <a:pt x="862" y="325"/>
                    <a:pt x="475" y="487"/>
                    <a:pt x="63" y="512"/>
                  </a:cubicBezTo>
                  <a:cubicBezTo>
                    <a:pt x="0" y="512"/>
                    <a:pt x="13" y="587"/>
                    <a:pt x="63" y="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34"/>
            <p:cNvSpPr/>
            <p:nvPr/>
          </p:nvSpPr>
          <p:spPr>
            <a:xfrm>
              <a:off x="3512250" y="4344750"/>
              <a:ext cx="34075" cy="22200"/>
            </a:xfrm>
            <a:custGeom>
              <a:avLst/>
              <a:gdLst/>
              <a:ahLst/>
              <a:cxnLst/>
              <a:rect l="l" t="t" r="r" b="b"/>
              <a:pathLst>
                <a:path w="1363" h="888" extrusionOk="0">
                  <a:moveTo>
                    <a:pt x="1313" y="250"/>
                  </a:moveTo>
                  <a:cubicBezTo>
                    <a:pt x="825" y="0"/>
                    <a:pt x="226" y="300"/>
                    <a:pt x="26" y="787"/>
                  </a:cubicBezTo>
                  <a:cubicBezTo>
                    <a:pt x="1" y="837"/>
                    <a:pt x="101" y="887"/>
                    <a:pt x="126" y="825"/>
                  </a:cubicBezTo>
                  <a:cubicBezTo>
                    <a:pt x="313" y="412"/>
                    <a:pt x="825" y="125"/>
                    <a:pt x="1263" y="325"/>
                  </a:cubicBezTo>
                  <a:cubicBezTo>
                    <a:pt x="1325" y="350"/>
                    <a:pt x="1363" y="275"/>
                    <a:pt x="1313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34"/>
            <p:cNvSpPr/>
            <p:nvPr/>
          </p:nvSpPr>
          <p:spPr>
            <a:xfrm>
              <a:off x="3177650" y="4347550"/>
              <a:ext cx="132500" cy="60000"/>
            </a:xfrm>
            <a:custGeom>
              <a:avLst/>
              <a:gdLst/>
              <a:ahLst/>
              <a:cxnLst/>
              <a:rect l="l" t="t" r="r" b="b"/>
              <a:pathLst>
                <a:path w="5300" h="2400" extrusionOk="0">
                  <a:moveTo>
                    <a:pt x="5224" y="1750"/>
                  </a:moveTo>
                  <a:cubicBezTo>
                    <a:pt x="3687" y="2038"/>
                    <a:pt x="388" y="2350"/>
                    <a:pt x="76" y="51"/>
                  </a:cubicBezTo>
                  <a:cubicBezTo>
                    <a:pt x="76" y="13"/>
                    <a:pt x="1" y="1"/>
                    <a:pt x="13" y="51"/>
                  </a:cubicBezTo>
                  <a:cubicBezTo>
                    <a:pt x="226" y="2400"/>
                    <a:pt x="3662" y="2125"/>
                    <a:pt x="5249" y="1825"/>
                  </a:cubicBezTo>
                  <a:cubicBezTo>
                    <a:pt x="5299" y="1813"/>
                    <a:pt x="5274" y="1738"/>
                    <a:pt x="5224" y="1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34"/>
            <p:cNvSpPr/>
            <p:nvPr/>
          </p:nvSpPr>
          <p:spPr>
            <a:xfrm>
              <a:off x="3184850" y="4310375"/>
              <a:ext cx="60925" cy="65000"/>
            </a:xfrm>
            <a:custGeom>
              <a:avLst/>
              <a:gdLst/>
              <a:ahLst/>
              <a:cxnLst/>
              <a:rect l="l" t="t" r="r" b="b"/>
              <a:pathLst>
                <a:path w="2437" h="2600" extrusionOk="0">
                  <a:moveTo>
                    <a:pt x="975" y="2525"/>
                  </a:moveTo>
                  <a:cubicBezTo>
                    <a:pt x="350" y="2200"/>
                    <a:pt x="88" y="1425"/>
                    <a:pt x="512" y="838"/>
                  </a:cubicBezTo>
                  <a:cubicBezTo>
                    <a:pt x="887" y="300"/>
                    <a:pt x="1850" y="125"/>
                    <a:pt x="2324" y="650"/>
                  </a:cubicBezTo>
                  <a:cubicBezTo>
                    <a:pt x="2362" y="700"/>
                    <a:pt x="2437" y="625"/>
                    <a:pt x="2399" y="575"/>
                  </a:cubicBezTo>
                  <a:cubicBezTo>
                    <a:pt x="1900" y="0"/>
                    <a:pt x="837" y="188"/>
                    <a:pt x="425" y="775"/>
                  </a:cubicBezTo>
                  <a:cubicBezTo>
                    <a:pt x="0" y="1400"/>
                    <a:pt x="238" y="2262"/>
                    <a:pt x="937" y="2575"/>
                  </a:cubicBezTo>
                  <a:cubicBezTo>
                    <a:pt x="975" y="2600"/>
                    <a:pt x="1012" y="2537"/>
                    <a:pt x="975" y="2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34"/>
            <p:cNvSpPr/>
            <p:nvPr/>
          </p:nvSpPr>
          <p:spPr>
            <a:xfrm>
              <a:off x="3219825" y="4320675"/>
              <a:ext cx="35950" cy="46900"/>
            </a:xfrm>
            <a:custGeom>
              <a:avLst/>
              <a:gdLst/>
              <a:ahLst/>
              <a:cxnLst/>
              <a:rect l="l" t="t" r="r" b="b"/>
              <a:pathLst>
                <a:path w="1438" h="1876" extrusionOk="0">
                  <a:moveTo>
                    <a:pt x="713" y="88"/>
                  </a:moveTo>
                  <a:cubicBezTo>
                    <a:pt x="1113" y="276"/>
                    <a:pt x="1300" y="738"/>
                    <a:pt x="1138" y="1151"/>
                  </a:cubicBezTo>
                  <a:cubicBezTo>
                    <a:pt x="963" y="1588"/>
                    <a:pt x="513" y="1713"/>
                    <a:pt x="88" y="1588"/>
                  </a:cubicBezTo>
                  <a:cubicBezTo>
                    <a:pt x="38" y="1575"/>
                    <a:pt x="1" y="1650"/>
                    <a:pt x="51" y="1663"/>
                  </a:cubicBezTo>
                  <a:cubicBezTo>
                    <a:pt x="513" y="1875"/>
                    <a:pt x="1050" y="1663"/>
                    <a:pt x="1238" y="1201"/>
                  </a:cubicBezTo>
                  <a:cubicBezTo>
                    <a:pt x="1438" y="738"/>
                    <a:pt x="1213" y="201"/>
                    <a:pt x="751" y="26"/>
                  </a:cubicBezTo>
                  <a:cubicBezTo>
                    <a:pt x="713" y="1"/>
                    <a:pt x="676" y="63"/>
                    <a:pt x="713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34"/>
            <p:cNvSpPr/>
            <p:nvPr/>
          </p:nvSpPr>
          <p:spPr>
            <a:xfrm>
              <a:off x="3208275" y="4332875"/>
              <a:ext cx="17200" cy="30950"/>
            </a:xfrm>
            <a:custGeom>
              <a:avLst/>
              <a:gdLst/>
              <a:ahLst/>
              <a:cxnLst/>
              <a:rect l="l" t="t" r="r" b="b"/>
              <a:pathLst>
                <a:path w="688" h="1238" extrusionOk="0">
                  <a:moveTo>
                    <a:pt x="650" y="1125"/>
                  </a:moveTo>
                  <a:cubicBezTo>
                    <a:pt x="63" y="1162"/>
                    <a:pt x="0" y="13"/>
                    <a:pt x="613" y="200"/>
                  </a:cubicBezTo>
                  <a:cubicBezTo>
                    <a:pt x="663" y="225"/>
                    <a:pt x="688" y="138"/>
                    <a:pt x="638" y="113"/>
                  </a:cubicBezTo>
                  <a:cubicBezTo>
                    <a:pt x="338" y="0"/>
                    <a:pt x="75" y="263"/>
                    <a:pt x="63" y="550"/>
                  </a:cubicBezTo>
                  <a:cubicBezTo>
                    <a:pt x="63" y="837"/>
                    <a:pt x="300" y="1237"/>
                    <a:pt x="650" y="1200"/>
                  </a:cubicBezTo>
                  <a:cubicBezTo>
                    <a:pt x="688" y="1200"/>
                    <a:pt x="688" y="1125"/>
                    <a:pt x="650" y="1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34"/>
            <p:cNvSpPr/>
            <p:nvPr/>
          </p:nvSpPr>
          <p:spPr>
            <a:xfrm>
              <a:off x="3454450" y="4302575"/>
              <a:ext cx="55025" cy="71550"/>
            </a:xfrm>
            <a:custGeom>
              <a:avLst/>
              <a:gdLst/>
              <a:ahLst/>
              <a:cxnLst/>
              <a:rect l="l" t="t" r="r" b="b"/>
              <a:pathLst>
                <a:path w="2201" h="2862" extrusionOk="0">
                  <a:moveTo>
                    <a:pt x="1825" y="2812"/>
                  </a:moveTo>
                  <a:cubicBezTo>
                    <a:pt x="2200" y="1537"/>
                    <a:pt x="1425" y="100"/>
                    <a:pt x="38" y="0"/>
                  </a:cubicBezTo>
                  <a:cubicBezTo>
                    <a:pt x="1" y="0"/>
                    <a:pt x="1" y="50"/>
                    <a:pt x="38" y="50"/>
                  </a:cubicBezTo>
                  <a:cubicBezTo>
                    <a:pt x="1300" y="375"/>
                    <a:pt x="2100" y="1462"/>
                    <a:pt x="1750" y="2787"/>
                  </a:cubicBezTo>
                  <a:cubicBezTo>
                    <a:pt x="1738" y="2837"/>
                    <a:pt x="1813" y="2862"/>
                    <a:pt x="1838" y="27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34"/>
            <p:cNvSpPr/>
            <p:nvPr/>
          </p:nvSpPr>
          <p:spPr>
            <a:xfrm>
              <a:off x="3809050" y="4281625"/>
              <a:ext cx="20025" cy="15350"/>
            </a:xfrm>
            <a:custGeom>
              <a:avLst/>
              <a:gdLst/>
              <a:ahLst/>
              <a:cxnLst/>
              <a:rect l="l" t="t" r="r" b="b"/>
              <a:pathLst>
                <a:path w="801" h="614" extrusionOk="0">
                  <a:moveTo>
                    <a:pt x="113" y="563"/>
                  </a:moveTo>
                  <a:cubicBezTo>
                    <a:pt x="250" y="326"/>
                    <a:pt x="488" y="163"/>
                    <a:pt x="750" y="101"/>
                  </a:cubicBezTo>
                  <a:cubicBezTo>
                    <a:pt x="800" y="88"/>
                    <a:pt x="788" y="1"/>
                    <a:pt x="738" y="1"/>
                  </a:cubicBezTo>
                  <a:cubicBezTo>
                    <a:pt x="425" y="38"/>
                    <a:pt x="163" y="226"/>
                    <a:pt x="26" y="501"/>
                  </a:cubicBezTo>
                  <a:cubicBezTo>
                    <a:pt x="1" y="563"/>
                    <a:pt x="75" y="613"/>
                    <a:pt x="113" y="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34"/>
            <p:cNvSpPr/>
            <p:nvPr/>
          </p:nvSpPr>
          <p:spPr>
            <a:xfrm>
              <a:off x="3812475" y="4278200"/>
              <a:ext cx="16900" cy="5950"/>
            </a:xfrm>
            <a:custGeom>
              <a:avLst/>
              <a:gdLst/>
              <a:ahLst/>
              <a:cxnLst/>
              <a:rect l="l" t="t" r="r" b="b"/>
              <a:pathLst>
                <a:path w="676" h="238" extrusionOk="0">
                  <a:moveTo>
                    <a:pt x="613" y="113"/>
                  </a:moveTo>
                  <a:cubicBezTo>
                    <a:pt x="438" y="25"/>
                    <a:pt x="251" y="0"/>
                    <a:pt x="63" y="25"/>
                  </a:cubicBezTo>
                  <a:cubicBezTo>
                    <a:pt x="1" y="38"/>
                    <a:pt x="26" y="138"/>
                    <a:pt x="76" y="138"/>
                  </a:cubicBezTo>
                  <a:cubicBezTo>
                    <a:pt x="251" y="138"/>
                    <a:pt x="413" y="163"/>
                    <a:pt x="576" y="213"/>
                  </a:cubicBezTo>
                  <a:cubicBezTo>
                    <a:pt x="651" y="238"/>
                    <a:pt x="676" y="138"/>
                    <a:pt x="61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34"/>
            <p:cNvSpPr/>
            <p:nvPr/>
          </p:nvSpPr>
          <p:spPr>
            <a:xfrm>
              <a:off x="3801250" y="4294125"/>
              <a:ext cx="9375" cy="7850"/>
            </a:xfrm>
            <a:custGeom>
              <a:avLst/>
              <a:gdLst/>
              <a:ahLst/>
              <a:cxnLst/>
              <a:rect l="l" t="t" r="r" b="b"/>
              <a:pathLst>
                <a:path w="375" h="314" extrusionOk="0">
                  <a:moveTo>
                    <a:pt x="263" y="88"/>
                  </a:moveTo>
                  <a:cubicBezTo>
                    <a:pt x="213" y="113"/>
                    <a:pt x="138" y="88"/>
                    <a:pt x="113" y="38"/>
                  </a:cubicBezTo>
                  <a:cubicBezTo>
                    <a:pt x="75" y="1"/>
                    <a:pt x="0" y="38"/>
                    <a:pt x="13" y="88"/>
                  </a:cubicBezTo>
                  <a:cubicBezTo>
                    <a:pt x="75" y="238"/>
                    <a:pt x="250" y="313"/>
                    <a:pt x="338" y="151"/>
                  </a:cubicBezTo>
                  <a:cubicBezTo>
                    <a:pt x="375" y="101"/>
                    <a:pt x="300" y="38"/>
                    <a:pt x="26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34"/>
            <p:cNvSpPr/>
            <p:nvPr/>
          </p:nvSpPr>
          <p:spPr>
            <a:xfrm>
              <a:off x="3783125" y="4280700"/>
              <a:ext cx="20025" cy="15650"/>
            </a:xfrm>
            <a:custGeom>
              <a:avLst/>
              <a:gdLst/>
              <a:ahLst/>
              <a:cxnLst/>
              <a:rect l="l" t="t" r="r" b="b"/>
              <a:pathLst>
                <a:path w="801" h="626" extrusionOk="0">
                  <a:moveTo>
                    <a:pt x="775" y="538"/>
                  </a:moveTo>
                  <a:cubicBezTo>
                    <a:pt x="625" y="288"/>
                    <a:pt x="350" y="0"/>
                    <a:pt x="38" y="63"/>
                  </a:cubicBezTo>
                  <a:cubicBezTo>
                    <a:pt x="0" y="75"/>
                    <a:pt x="0" y="138"/>
                    <a:pt x="38" y="150"/>
                  </a:cubicBezTo>
                  <a:cubicBezTo>
                    <a:pt x="313" y="213"/>
                    <a:pt x="550" y="363"/>
                    <a:pt x="700" y="588"/>
                  </a:cubicBezTo>
                  <a:cubicBezTo>
                    <a:pt x="738" y="625"/>
                    <a:pt x="800" y="575"/>
                    <a:pt x="775" y="5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34"/>
            <p:cNvSpPr/>
            <p:nvPr/>
          </p:nvSpPr>
          <p:spPr>
            <a:xfrm>
              <a:off x="3783425" y="4276325"/>
              <a:ext cx="24400" cy="10325"/>
            </a:xfrm>
            <a:custGeom>
              <a:avLst/>
              <a:gdLst/>
              <a:ahLst/>
              <a:cxnLst/>
              <a:rect l="l" t="t" r="r" b="b"/>
              <a:pathLst>
                <a:path w="976" h="413" extrusionOk="0">
                  <a:moveTo>
                    <a:pt x="113" y="288"/>
                  </a:moveTo>
                  <a:cubicBezTo>
                    <a:pt x="363" y="125"/>
                    <a:pt x="613" y="188"/>
                    <a:pt x="838" y="363"/>
                  </a:cubicBezTo>
                  <a:cubicBezTo>
                    <a:pt x="888" y="413"/>
                    <a:pt x="976" y="325"/>
                    <a:pt x="913" y="275"/>
                  </a:cubicBezTo>
                  <a:cubicBezTo>
                    <a:pt x="688" y="25"/>
                    <a:pt x="313" y="0"/>
                    <a:pt x="51" y="213"/>
                  </a:cubicBezTo>
                  <a:cubicBezTo>
                    <a:pt x="1" y="250"/>
                    <a:pt x="63" y="325"/>
                    <a:pt x="113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34"/>
            <p:cNvSpPr/>
            <p:nvPr/>
          </p:nvSpPr>
          <p:spPr>
            <a:xfrm>
              <a:off x="3804375" y="4278500"/>
              <a:ext cx="13750" cy="8150"/>
            </a:xfrm>
            <a:custGeom>
              <a:avLst/>
              <a:gdLst/>
              <a:ahLst/>
              <a:cxnLst/>
              <a:rect l="l" t="t" r="r" b="b"/>
              <a:pathLst>
                <a:path w="550" h="326" extrusionOk="0">
                  <a:moveTo>
                    <a:pt x="138" y="276"/>
                  </a:moveTo>
                  <a:cubicBezTo>
                    <a:pt x="238" y="188"/>
                    <a:pt x="362" y="126"/>
                    <a:pt x="487" y="113"/>
                  </a:cubicBezTo>
                  <a:cubicBezTo>
                    <a:pt x="550" y="113"/>
                    <a:pt x="525" y="26"/>
                    <a:pt x="475" y="13"/>
                  </a:cubicBezTo>
                  <a:cubicBezTo>
                    <a:pt x="312" y="1"/>
                    <a:pt x="163" y="76"/>
                    <a:pt x="50" y="188"/>
                  </a:cubicBezTo>
                  <a:cubicBezTo>
                    <a:pt x="0" y="238"/>
                    <a:pt x="88" y="326"/>
                    <a:pt x="138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34"/>
            <p:cNvSpPr/>
            <p:nvPr/>
          </p:nvSpPr>
          <p:spPr>
            <a:xfrm>
              <a:off x="3798750" y="4264450"/>
              <a:ext cx="14375" cy="12525"/>
            </a:xfrm>
            <a:custGeom>
              <a:avLst/>
              <a:gdLst/>
              <a:ahLst/>
              <a:cxnLst/>
              <a:rect l="l" t="t" r="r" b="b"/>
              <a:pathLst>
                <a:path w="575" h="501" extrusionOk="0">
                  <a:moveTo>
                    <a:pt x="275" y="475"/>
                  </a:moveTo>
                  <a:cubicBezTo>
                    <a:pt x="400" y="463"/>
                    <a:pt x="537" y="425"/>
                    <a:pt x="550" y="288"/>
                  </a:cubicBezTo>
                  <a:cubicBezTo>
                    <a:pt x="575" y="163"/>
                    <a:pt x="475" y="63"/>
                    <a:pt x="363" y="63"/>
                  </a:cubicBezTo>
                  <a:cubicBezTo>
                    <a:pt x="63" y="0"/>
                    <a:pt x="0" y="463"/>
                    <a:pt x="300" y="488"/>
                  </a:cubicBezTo>
                  <a:cubicBezTo>
                    <a:pt x="375" y="500"/>
                    <a:pt x="400" y="375"/>
                    <a:pt x="325" y="363"/>
                  </a:cubicBezTo>
                  <a:lnTo>
                    <a:pt x="275" y="350"/>
                  </a:lnTo>
                  <a:cubicBezTo>
                    <a:pt x="200" y="350"/>
                    <a:pt x="200" y="475"/>
                    <a:pt x="275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34"/>
            <p:cNvSpPr/>
            <p:nvPr/>
          </p:nvSpPr>
          <p:spPr>
            <a:xfrm>
              <a:off x="6793275" y="2739850"/>
              <a:ext cx="104675" cy="111550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3899" y="1800"/>
                  </a:moveTo>
                  <a:cubicBezTo>
                    <a:pt x="4087" y="3375"/>
                    <a:pt x="2275" y="4462"/>
                    <a:pt x="1062" y="3325"/>
                  </a:cubicBezTo>
                  <a:cubicBezTo>
                    <a:pt x="125" y="2450"/>
                    <a:pt x="563" y="988"/>
                    <a:pt x="1212" y="75"/>
                  </a:cubicBezTo>
                  <a:cubicBezTo>
                    <a:pt x="1237" y="38"/>
                    <a:pt x="1187" y="0"/>
                    <a:pt x="1150" y="25"/>
                  </a:cubicBezTo>
                  <a:cubicBezTo>
                    <a:pt x="213" y="1038"/>
                    <a:pt x="0" y="2975"/>
                    <a:pt x="1387" y="3712"/>
                  </a:cubicBezTo>
                  <a:cubicBezTo>
                    <a:pt x="2737" y="4424"/>
                    <a:pt x="4187" y="3237"/>
                    <a:pt x="3999" y="1800"/>
                  </a:cubicBezTo>
                  <a:cubicBezTo>
                    <a:pt x="3999" y="1738"/>
                    <a:pt x="3887" y="1738"/>
                    <a:pt x="3899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34"/>
            <p:cNvSpPr/>
            <p:nvPr/>
          </p:nvSpPr>
          <p:spPr>
            <a:xfrm>
              <a:off x="6818575" y="2481475"/>
              <a:ext cx="146850" cy="263400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75" y="10510"/>
                  </a:moveTo>
                  <a:cubicBezTo>
                    <a:pt x="1950" y="9186"/>
                    <a:pt x="4362" y="7986"/>
                    <a:pt x="5137" y="5674"/>
                  </a:cubicBezTo>
                  <a:cubicBezTo>
                    <a:pt x="5724" y="3950"/>
                    <a:pt x="5874" y="1463"/>
                    <a:pt x="4612" y="26"/>
                  </a:cubicBezTo>
                  <a:cubicBezTo>
                    <a:pt x="4587" y="1"/>
                    <a:pt x="4537" y="38"/>
                    <a:pt x="4562" y="63"/>
                  </a:cubicBezTo>
                  <a:cubicBezTo>
                    <a:pt x="5761" y="1700"/>
                    <a:pt x="5586" y="4462"/>
                    <a:pt x="4737" y="6224"/>
                  </a:cubicBezTo>
                  <a:cubicBezTo>
                    <a:pt x="3812" y="8124"/>
                    <a:pt x="1700" y="9236"/>
                    <a:pt x="38" y="10448"/>
                  </a:cubicBezTo>
                  <a:cubicBezTo>
                    <a:pt x="0" y="10473"/>
                    <a:pt x="38" y="10535"/>
                    <a:pt x="75" y="10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34"/>
            <p:cNvSpPr/>
            <p:nvPr/>
          </p:nvSpPr>
          <p:spPr>
            <a:xfrm>
              <a:off x="6840750" y="2448375"/>
              <a:ext cx="85000" cy="100300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350" y="1087"/>
                  </a:moveTo>
                  <a:cubicBezTo>
                    <a:pt x="2500" y="587"/>
                    <a:pt x="1313" y="387"/>
                    <a:pt x="576" y="1225"/>
                  </a:cubicBezTo>
                  <a:cubicBezTo>
                    <a:pt x="151" y="1700"/>
                    <a:pt x="1" y="2837"/>
                    <a:pt x="413" y="3387"/>
                  </a:cubicBezTo>
                  <a:cubicBezTo>
                    <a:pt x="900" y="4012"/>
                    <a:pt x="2038" y="3924"/>
                    <a:pt x="2375" y="3187"/>
                  </a:cubicBezTo>
                  <a:cubicBezTo>
                    <a:pt x="2575" y="2749"/>
                    <a:pt x="2550" y="2237"/>
                    <a:pt x="2300" y="1812"/>
                  </a:cubicBezTo>
                  <a:cubicBezTo>
                    <a:pt x="1938" y="1175"/>
                    <a:pt x="975" y="775"/>
                    <a:pt x="863" y="25"/>
                  </a:cubicBezTo>
                  <a:cubicBezTo>
                    <a:pt x="863" y="0"/>
                    <a:pt x="813" y="0"/>
                    <a:pt x="813" y="25"/>
                  </a:cubicBezTo>
                  <a:cubicBezTo>
                    <a:pt x="825" y="437"/>
                    <a:pt x="1100" y="675"/>
                    <a:pt x="1388" y="950"/>
                  </a:cubicBezTo>
                  <a:cubicBezTo>
                    <a:pt x="1675" y="1225"/>
                    <a:pt x="2050" y="1512"/>
                    <a:pt x="2200" y="1862"/>
                  </a:cubicBezTo>
                  <a:cubicBezTo>
                    <a:pt x="2563" y="2724"/>
                    <a:pt x="2313" y="3724"/>
                    <a:pt x="1200" y="3587"/>
                  </a:cubicBezTo>
                  <a:cubicBezTo>
                    <a:pt x="850" y="3649"/>
                    <a:pt x="626" y="3524"/>
                    <a:pt x="551" y="3174"/>
                  </a:cubicBezTo>
                  <a:cubicBezTo>
                    <a:pt x="426" y="3087"/>
                    <a:pt x="338" y="2949"/>
                    <a:pt x="338" y="2799"/>
                  </a:cubicBezTo>
                  <a:cubicBezTo>
                    <a:pt x="338" y="2737"/>
                    <a:pt x="338" y="2674"/>
                    <a:pt x="338" y="2612"/>
                  </a:cubicBezTo>
                  <a:cubicBezTo>
                    <a:pt x="313" y="2362"/>
                    <a:pt x="313" y="2100"/>
                    <a:pt x="363" y="1850"/>
                  </a:cubicBezTo>
                  <a:cubicBezTo>
                    <a:pt x="713" y="487"/>
                    <a:pt x="2375" y="612"/>
                    <a:pt x="3312" y="1150"/>
                  </a:cubicBezTo>
                  <a:cubicBezTo>
                    <a:pt x="3362" y="1175"/>
                    <a:pt x="3400" y="1112"/>
                    <a:pt x="3362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34"/>
            <p:cNvSpPr/>
            <p:nvPr/>
          </p:nvSpPr>
          <p:spPr>
            <a:xfrm>
              <a:off x="6857625" y="2386200"/>
              <a:ext cx="13450" cy="55325"/>
            </a:xfrm>
            <a:custGeom>
              <a:avLst/>
              <a:gdLst/>
              <a:ahLst/>
              <a:cxnLst/>
              <a:rect l="l" t="t" r="r" b="b"/>
              <a:pathLst>
                <a:path w="538" h="2213" extrusionOk="0">
                  <a:moveTo>
                    <a:pt x="138" y="2162"/>
                  </a:moveTo>
                  <a:cubicBezTo>
                    <a:pt x="63" y="1387"/>
                    <a:pt x="300" y="775"/>
                    <a:pt x="525" y="50"/>
                  </a:cubicBezTo>
                  <a:cubicBezTo>
                    <a:pt x="538" y="13"/>
                    <a:pt x="488" y="0"/>
                    <a:pt x="463" y="25"/>
                  </a:cubicBezTo>
                  <a:cubicBezTo>
                    <a:pt x="51" y="613"/>
                    <a:pt x="1" y="1475"/>
                    <a:pt x="63" y="2162"/>
                  </a:cubicBezTo>
                  <a:cubicBezTo>
                    <a:pt x="63" y="2212"/>
                    <a:pt x="150" y="2212"/>
                    <a:pt x="138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34"/>
            <p:cNvSpPr/>
            <p:nvPr/>
          </p:nvSpPr>
          <p:spPr>
            <a:xfrm>
              <a:off x="6804825" y="2632075"/>
              <a:ext cx="96875" cy="82175"/>
            </a:xfrm>
            <a:custGeom>
              <a:avLst/>
              <a:gdLst/>
              <a:ahLst/>
              <a:cxnLst/>
              <a:rect l="l" t="t" r="r" b="b"/>
              <a:pathLst>
                <a:path w="3875" h="3287" extrusionOk="0">
                  <a:moveTo>
                    <a:pt x="3800" y="2200"/>
                  </a:moveTo>
                  <a:cubicBezTo>
                    <a:pt x="3125" y="2712"/>
                    <a:pt x="2300" y="3174"/>
                    <a:pt x="1425" y="2937"/>
                  </a:cubicBezTo>
                  <a:cubicBezTo>
                    <a:pt x="963" y="2799"/>
                    <a:pt x="575" y="2474"/>
                    <a:pt x="363" y="2050"/>
                  </a:cubicBezTo>
                  <a:cubicBezTo>
                    <a:pt x="213" y="1762"/>
                    <a:pt x="126" y="1450"/>
                    <a:pt x="126" y="1137"/>
                  </a:cubicBezTo>
                  <a:cubicBezTo>
                    <a:pt x="138" y="400"/>
                    <a:pt x="563" y="250"/>
                    <a:pt x="1400" y="687"/>
                  </a:cubicBezTo>
                  <a:cubicBezTo>
                    <a:pt x="1363" y="712"/>
                    <a:pt x="1400" y="787"/>
                    <a:pt x="1438" y="750"/>
                  </a:cubicBezTo>
                  <a:cubicBezTo>
                    <a:pt x="1813" y="463"/>
                    <a:pt x="1400" y="125"/>
                    <a:pt x="1050" y="75"/>
                  </a:cubicBezTo>
                  <a:cubicBezTo>
                    <a:pt x="388" y="0"/>
                    <a:pt x="1" y="675"/>
                    <a:pt x="26" y="1262"/>
                  </a:cubicBezTo>
                  <a:cubicBezTo>
                    <a:pt x="63" y="2050"/>
                    <a:pt x="613" y="2837"/>
                    <a:pt x="1388" y="3049"/>
                  </a:cubicBezTo>
                  <a:cubicBezTo>
                    <a:pt x="2312" y="3287"/>
                    <a:pt x="3162" y="2824"/>
                    <a:pt x="3837" y="2237"/>
                  </a:cubicBezTo>
                  <a:cubicBezTo>
                    <a:pt x="3875" y="2212"/>
                    <a:pt x="3825" y="2175"/>
                    <a:pt x="3800" y="2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34"/>
            <p:cNvSpPr/>
            <p:nvPr/>
          </p:nvSpPr>
          <p:spPr>
            <a:xfrm>
              <a:off x="6762650" y="2704850"/>
              <a:ext cx="110625" cy="22850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4324" y="26"/>
                  </a:moveTo>
                  <a:cubicBezTo>
                    <a:pt x="3325" y="876"/>
                    <a:pt x="1175" y="913"/>
                    <a:pt x="63" y="326"/>
                  </a:cubicBezTo>
                  <a:cubicBezTo>
                    <a:pt x="26" y="313"/>
                    <a:pt x="1" y="363"/>
                    <a:pt x="26" y="388"/>
                  </a:cubicBezTo>
                  <a:cubicBezTo>
                    <a:pt x="713" y="901"/>
                    <a:pt x="1700" y="826"/>
                    <a:pt x="2512" y="738"/>
                  </a:cubicBezTo>
                  <a:cubicBezTo>
                    <a:pt x="3175" y="663"/>
                    <a:pt x="3862" y="538"/>
                    <a:pt x="4387" y="88"/>
                  </a:cubicBezTo>
                  <a:cubicBezTo>
                    <a:pt x="4424" y="51"/>
                    <a:pt x="4374" y="1"/>
                    <a:pt x="4324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34"/>
            <p:cNvSpPr/>
            <p:nvPr/>
          </p:nvSpPr>
          <p:spPr>
            <a:xfrm>
              <a:off x="6751100" y="27051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350"/>
                  </a:moveTo>
                  <a:cubicBezTo>
                    <a:pt x="488" y="263"/>
                    <a:pt x="463" y="150"/>
                    <a:pt x="400" y="88"/>
                  </a:cubicBezTo>
                  <a:cubicBezTo>
                    <a:pt x="338" y="25"/>
                    <a:pt x="238" y="0"/>
                    <a:pt x="150" y="13"/>
                  </a:cubicBezTo>
                  <a:cubicBezTo>
                    <a:pt x="125" y="13"/>
                    <a:pt x="88" y="25"/>
                    <a:pt x="63" y="50"/>
                  </a:cubicBezTo>
                  <a:cubicBezTo>
                    <a:pt x="38" y="88"/>
                    <a:pt x="25" y="125"/>
                    <a:pt x="25" y="163"/>
                  </a:cubicBezTo>
                  <a:cubicBezTo>
                    <a:pt x="0" y="288"/>
                    <a:pt x="63" y="413"/>
                    <a:pt x="175" y="463"/>
                  </a:cubicBezTo>
                  <a:cubicBezTo>
                    <a:pt x="313" y="475"/>
                    <a:pt x="425" y="375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34"/>
            <p:cNvSpPr/>
            <p:nvPr/>
          </p:nvSpPr>
          <p:spPr>
            <a:xfrm>
              <a:off x="6748900" y="2702675"/>
              <a:ext cx="16275" cy="18450"/>
            </a:xfrm>
            <a:custGeom>
              <a:avLst/>
              <a:gdLst/>
              <a:ahLst/>
              <a:cxnLst/>
              <a:rect l="l" t="t" r="r" b="b"/>
              <a:pathLst>
                <a:path w="651" h="738" extrusionOk="0">
                  <a:moveTo>
                    <a:pt x="601" y="463"/>
                  </a:moveTo>
                  <a:cubicBezTo>
                    <a:pt x="650" y="300"/>
                    <a:pt x="563" y="113"/>
                    <a:pt x="388" y="63"/>
                  </a:cubicBezTo>
                  <a:cubicBezTo>
                    <a:pt x="251" y="0"/>
                    <a:pt x="76" y="88"/>
                    <a:pt x="63" y="250"/>
                  </a:cubicBezTo>
                  <a:cubicBezTo>
                    <a:pt x="1" y="650"/>
                    <a:pt x="563" y="738"/>
                    <a:pt x="563" y="338"/>
                  </a:cubicBezTo>
                  <a:cubicBezTo>
                    <a:pt x="563" y="288"/>
                    <a:pt x="501" y="275"/>
                    <a:pt x="488" y="325"/>
                  </a:cubicBezTo>
                  <a:cubicBezTo>
                    <a:pt x="163" y="438"/>
                    <a:pt x="88" y="425"/>
                    <a:pt x="263" y="275"/>
                  </a:cubicBezTo>
                  <a:cubicBezTo>
                    <a:pt x="376" y="100"/>
                    <a:pt x="438" y="150"/>
                    <a:pt x="476" y="425"/>
                  </a:cubicBezTo>
                  <a:cubicBezTo>
                    <a:pt x="451" y="513"/>
                    <a:pt x="576" y="538"/>
                    <a:pt x="601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34"/>
            <p:cNvSpPr/>
            <p:nvPr/>
          </p:nvSpPr>
          <p:spPr>
            <a:xfrm>
              <a:off x="6927925" y="2476175"/>
              <a:ext cx="3450" cy="2825"/>
            </a:xfrm>
            <a:custGeom>
              <a:avLst/>
              <a:gdLst/>
              <a:ahLst/>
              <a:cxnLst/>
              <a:rect l="l" t="t" r="r" b="b"/>
              <a:pathLst>
                <a:path w="138" h="113" extrusionOk="0">
                  <a:moveTo>
                    <a:pt x="63" y="25"/>
                  </a:moveTo>
                  <a:lnTo>
                    <a:pt x="38" y="38"/>
                  </a:lnTo>
                  <a:cubicBezTo>
                    <a:pt x="0" y="50"/>
                    <a:pt x="0" y="88"/>
                    <a:pt x="38" y="100"/>
                  </a:cubicBezTo>
                  <a:lnTo>
                    <a:pt x="63" y="100"/>
                  </a:lnTo>
                  <a:cubicBezTo>
                    <a:pt x="125" y="113"/>
                    <a:pt x="138" y="0"/>
                    <a:pt x="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34"/>
            <p:cNvSpPr/>
            <p:nvPr/>
          </p:nvSpPr>
          <p:spPr>
            <a:xfrm>
              <a:off x="6869800" y="2346825"/>
              <a:ext cx="17850" cy="42200"/>
            </a:xfrm>
            <a:custGeom>
              <a:avLst/>
              <a:gdLst/>
              <a:ahLst/>
              <a:cxnLst/>
              <a:rect l="l" t="t" r="r" b="b"/>
              <a:pathLst>
                <a:path w="714" h="1688" extrusionOk="0">
                  <a:moveTo>
                    <a:pt x="101" y="1663"/>
                  </a:moveTo>
                  <a:cubicBezTo>
                    <a:pt x="638" y="1463"/>
                    <a:pt x="713" y="513"/>
                    <a:pt x="576" y="51"/>
                  </a:cubicBezTo>
                  <a:cubicBezTo>
                    <a:pt x="551" y="1"/>
                    <a:pt x="463" y="13"/>
                    <a:pt x="476" y="63"/>
                  </a:cubicBezTo>
                  <a:cubicBezTo>
                    <a:pt x="513" y="313"/>
                    <a:pt x="526" y="563"/>
                    <a:pt x="488" y="800"/>
                  </a:cubicBezTo>
                  <a:cubicBezTo>
                    <a:pt x="438" y="1038"/>
                    <a:pt x="326" y="1463"/>
                    <a:pt x="76" y="1550"/>
                  </a:cubicBezTo>
                  <a:cubicBezTo>
                    <a:pt x="1" y="1575"/>
                    <a:pt x="38" y="1688"/>
                    <a:pt x="101" y="1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34"/>
            <p:cNvSpPr/>
            <p:nvPr/>
          </p:nvSpPr>
          <p:spPr>
            <a:xfrm>
              <a:off x="6865425" y="2346525"/>
              <a:ext cx="19725" cy="42200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676" y="50"/>
                  </a:moveTo>
                  <a:cubicBezTo>
                    <a:pt x="313" y="400"/>
                    <a:pt x="1" y="1125"/>
                    <a:pt x="151" y="1625"/>
                  </a:cubicBezTo>
                  <a:cubicBezTo>
                    <a:pt x="163" y="1687"/>
                    <a:pt x="251" y="1662"/>
                    <a:pt x="238" y="1600"/>
                  </a:cubicBezTo>
                  <a:cubicBezTo>
                    <a:pt x="188" y="1062"/>
                    <a:pt x="376" y="513"/>
                    <a:pt x="751" y="113"/>
                  </a:cubicBezTo>
                  <a:cubicBezTo>
                    <a:pt x="788" y="63"/>
                    <a:pt x="726" y="0"/>
                    <a:pt x="676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34"/>
            <p:cNvSpPr/>
            <p:nvPr/>
          </p:nvSpPr>
          <p:spPr>
            <a:xfrm>
              <a:off x="6831375" y="2415875"/>
              <a:ext cx="30025" cy="33150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88" y="1275"/>
                  </a:moveTo>
                  <a:cubicBezTo>
                    <a:pt x="1200" y="938"/>
                    <a:pt x="1026" y="663"/>
                    <a:pt x="813" y="413"/>
                  </a:cubicBezTo>
                  <a:cubicBezTo>
                    <a:pt x="638" y="163"/>
                    <a:pt x="351" y="13"/>
                    <a:pt x="51" y="0"/>
                  </a:cubicBezTo>
                  <a:cubicBezTo>
                    <a:pt x="13" y="0"/>
                    <a:pt x="1" y="75"/>
                    <a:pt x="38" y="75"/>
                  </a:cubicBezTo>
                  <a:cubicBezTo>
                    <a:pt x="326" y="100"/>
                    <a:pt x="588" y="238"/>
                    <a:pt x="763" y="463"/>
                  </a:cubicBezTo>
                  <a:cubicBezTo>
                    <a:pt x="951" y="713"/>
                    <a:pt x="1125" y="950"/>
                    <a:pt x="1101" y="1275"/>
                  </a:cubicBezTo>
                  <a:cubicBezTo>
                    <a:pt x="1101" y="1325"/>
                    <a:pt x="1175" y="1325"/>
                    <a:pt x="1188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34"/>
            <p:cNvSpPr/>
            <p:nvPr/>
          </p:nvSpPr>
          <p:spPr>
            <a:xfrm>
              <a:off x="6831375" y="2415550"/>
              <a:ext cx="29400" cy="33475"/>
            </a:xfrm>
            <a:custGeom>
              <a:avLst/>
              <a:gdLst/>
              <a:ahLst/>
              <a:cxnLst/>
              <a:rect l="l" t="t" r="r" b="b"/>
              <a:pathLst>
                <a:path w="1176" h="1339" extrusionOk="0">
                  <a:moveTo>
                    <a:pt x="13" y="63"/>
                  </a:moveTo>
                  <a:cubicBezTo>
                    <a:pt x="101" y="626"/>
                    <a:pt x="501" y="1201"/>
                    <a:pt x="1076" y="1313"/>
                  </a:cubicBezTo>
                  <a:cubicBezTo>
                    <a:pt x="1138" y="1338"/>
                    <a:pt x="1175" y="1251"/>
                    <a:pt x="1125" y="1213"/>
                  </a:cubicBezTo>
                  <a:cubicBezTo>
                    <a:pt x="888" y="1076"/>
                    <a:pt x="651" y="1013"/>
                    <a:pt x="476" y="776"/>
                  </a:cubicBezTo>
                  <a:cubicBezTo>
                    <a:pt x="301" y="563"/>
                    <a:pt x="163" y="313"/>
                    <a:pt x="88" y="38"/>
                  </a:cubicBezTo>
                  <a:cubicBezTo>
                    <a:pt x="76" y="1"/>
                    <a:pt x="1" y="13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34"/>
            <p:cNvSpPr/>
            <p:nvPr/>
          </p:nvSpPr>
          <p:spPr>
            <a:xfrm>
              <a:off x="6767025" y="2718300"/>
              <a:ext cx="86575" cy="38750"/>
            </a:xfrm>
            <a:custGeom>
              <a:avLst/>
              <a:gdLst/>
              <a:ahLst/>
              <a:cxnLst/>
              <a:rect l="l" t="t" r="r" b="b"/>
              <a:pathLst>
                <a:path w="3463" h="1550" extrusionOk="0">
                  <a:moveTo>
                    <a:pt x="3387" y="38"/>
                  </a:moveTo>
                  <a:cubicBezTo>
                    <a:pt x="2387" y="738"/>
                    <a:pt x="1250" y="1225"/>
                    <a:pt x="50" y="1437"/>
                  </a:cubicBezTo>
                  <a:cubicBezTo>
                    <a:pt x="0" y="1450"/>
                    <a:pt x="25" y="1550"/>
                    <a:pt x="88" y="1537"/>
                  </a:cubicBezTo>
                  <a:cubicBezTo>
                    <a:pt x="1288" y="1312"/>
                    <a:pt x="2437" y="825"/>
                    <a:pt x="3425" y="100"/>
                  </a:cubicBezTo>
                  <a:cubicBezTo>
                    <a:pt x="3462" y="75"/>
                    <a:pt x="3425" y="0"/>
                    <a:pt x="338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34"/>
            <p:cNvSpPr/>
            <p:nvPr/>
          </p:nvSpPr>
          <p:spPr>
            <a:xfrm>
              <a:off x="6752975" y="2749525"/>
              <a:ext cx="16250" cy="17850"/>
            </a:xfrm>
            <a:custGeom>
              <a:avLst/>
              <a:gdLst/>
              <a:ahLst/>
              <a:cxnLst/>
              <a:rect l="l" t="t" r="r" b="b"/>
              <a:pathLst>
                <a:path w="650" h="714" extrusionOk="0">
                  <a:moveTo>
                    <a:pt x="575" y="188"/>
                  </a:moveTo>
                  <a:cubicBezTo>
                    <a:pt x="363" y="1"/>
                    <a:pt x="0" y="238"/>
                    <a:pt x="213" y="476"/>
                  </a:cubicBezTo>
                  <a:cubicBezTo>
                    <a:pt x="413" y="713"/>
                    <a:pt x="650" y="376"/>
                    <a:pt x="562" y="163"/>
                  </a:cubicBezTo>
                  <a:cubicBezTo>
                    <a:pt x="537" y="126"/>
                    <a:pt x="487" y="138"/>
                    <a:pt x="487" y="176"/>
                  </a:cubicBezTo>
                  <a:cubicBezTo>
                    <a:pt x="487" y="213"/>
                    <a:pt x="487" y="251"/>
                    <a:pt x="487" y="288"/>
                  </a:cubicBezTo>
                  <a:cubicBezTo>
                    <a:pt x="475" y="376"/>
                    <a:pt x="487" y="363"/>
                    <a:pt x="512" y="263"/>
                  </a:cubicBezTo>
                  <a:cubicBezTo>
                    <a:pt x="550" y="288"/>
                    <a:pt x="612" y="238"/>
                    <a:pt x="5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34"/>
            <p:cNvSpPr/>
            <p:nvPr/>
          </p:nvSpPr>
          <p:spPr>
            <a:xfrm>
              <a:off x="6783275" y="2681125"/>
              <a:ext cx="81875" cy="30625"/>
            </a:xfrm>
            <a:custGeom>
              <a:avLst/>
              <a:gdLst/>
              <a:ahLst/>
              <a:cxnLst/>
              <a:rect l="l" t="t" r="r" b="b"/>
              <a:pathLst>
                <a:path w="3275" h="1225" extrusionOk="0">
                  <a:moveTo>
                    <a:pt x="3212" y="1000"/>
                  </a:moveTo>
                  <a:cubicBezTo>
                    <a:pt x="2000" y="1137"/>
                    <a:pt x="988" y="800"/>
                    <a:pt x="63" y="25"/>
                  </a:cubicBezTo>
                  <a:cubicBezTo>
                    <a:pt x="25" y="0"/>
                    <a:pt x="0" y="38"/>
                    <a:pt x="13" y="75"/>
                  </a:cubicBezTo>
                  <a:cubicBezTo>
                    <a:pt x="738" y="1000"/>
                    <a:pt x="2112" y="1225"/>
                    <a:pt x="3212" y="1087"/>
                  </a:cubicBezTo>
                  <a:cubicBezTo>
                    <a:pt x="3274" y="1087"/>
                    <a:pt x="3274" y="987"/>
                    <a:pt x="3212" y="1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34"/>
            <p:cNvSpPr/>
            <p:nvPr/>
          </p:nvSpPr>
          <p:spPr>
            <a:xfrm>
              <a:off x="6773575" y="2671750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338" y="25"/>
                  </a:moveTo>
                  <a:cubicBezTo>
                    <a:pt x="38" y="0"/>
                    <a:pt x="1" y="450"/>
                    <a:pt x="301" y="488"/>
                  </a:cubicBezTo>
                  <a:cubicBezTo>
                    <a:pt x="601" y="513"/>
                    <a:pt x="563" y="75"/>
                    <a:pt x="276" y="88"/>
                  </a:cubicBezTo>
                  <a:cubicBezTo>
                    <a:pt x="238" y="88"/>
                    <a:pt x="226" y="138"/>
                    <a:pt x="263" y="150"/>
                  </a:cubicBezTo>
                  <a:cubicBezTo>
                    <a:pt x="313" y="213"/>
                    <a:pt x="338" y="188"/>
                    <a:pt x="338" y="100"/>
                  </a:cubicBezTo>
                  <a:cubicBezTo>
                    <a:pt x="388" y="100"/>
                    <a:pt x="388" y="25"/>
                    <a:pt x="338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34"/>
            <p:cNvSpPr/>
            <p:nvPr/>
          </p:nvSpPr>
          <p:spPr>
            <a:xfrm>
              <a:off x="6888250" y="2270600"/>
              <a:ext cx="60000" cy="237450"/>
            </a:xfrm>
            <a:custGeom>
              <a:avLst/>
              <a:gdLst/>
              <a:ahLst/>
              <a:cxnLst/>
              <a:rect l="l" t="t" r="r" b="b"/>
              <a:pathLst>
                <a:path w="2400" h="9498" extrusionOk="0">
                  <a:moveTo>
                    <a:pt x="2387" y="9448"/>
                  </a:moveTo>
                  <a:cubicBezTo>
                    <a:pt x="1137" y="6136"/>
                    <a:pt x="0" y="3450"/>
                    <a:pt x="2025" y="125"/>
                  </a:cubicBezTo>
                  <a:cubicBezTo>
                    <a:pt x="2062" y="50"/>
                    <a:pt x="1962" y="0"/>
                    <a:pt x="1925" y="63"/>
                  </a:cubicBezTo>
                  <a:cubicBezTo>
                    <a:pt x="975" y="1475"/>
                    <a:pt x="575" y="2750"/>
                    <a:pt x="738" y="4449"/>
                  </a:cubicBezTo>
                  <a:cubicBezTo>
                    <a:pt x="925" y="6386"/>
                    <a:pt x="1637" y="7686"/>
                    <a:pt x="2325" y="9460"/>
                  </a:cubicBezTo>
                  <a:cubicBezTo>
                    <a:pt x="2350" y="9498"/>
                    <a:pt x="2400" y="9485"/>
                    <a:pt x="2387" y="9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34"/>
            <p:cNvSpPr/>
            <p:nvPr/>
          </p:nvSpPr>
          <p:spPr>
            <a:xfrm>
              <a:off x="6844200" y="2755475"/>
              <a:ext cx="49375" cy="31875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1962" y="1213"/>
                  </a:moveTo>
                  <a:cubicBezTo>
                    <a:pt x="1875" y="663"/>
                    <a:pt x="1525" y="125"/>
                    <a:pt x="912" y="63"/>
                  </a:cubicBezTo>
                  <a:cubicBezTo>
                    <a:pt x="425" y="0"/>
                    <a:pt x="0" y="375"/>
                    <a:pt x="0" y="875"/>
                  </a:cubicBezTo>
                  <a:cubicBezTo>
                    <a:pt x="0" y="938"/>
                    <a:pt x="113" y="938"/>
                    <a:pt x="113" y="875"/>
                  </a:cubicBezTo>
                  <a:cubicBezTo>
                    <a:pt x="125" y="300"/>
                    <a:pt x="700" y="13"/>
                    <a:pt x="1200" y="250"/>
                  </a:cubicBezTo>
                  <a:cubicBezTo>
                    <a:pt x="1612" y="425"/>
                    <a:pt x="1812" y="813"/>
                    <a:pt x="1900" y="1238"/>
                  </a:cubicBezTo>
                  <a:cubicBezTo>
                    <a:pt x="1912" y="1275"/>
                    <a:pt x="1975" y="1262"/>
                    <a:pt x="1962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34"/>
            <p:cNvSpPr/>
            <p:nvPr/>
          </p:nvSpPr>
          <p:spPr>
            <a:xfrm>
              <a:off x="6887300" y="2510225"/>
              <a:ext cx="31575" cy="62500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538" y="50"/>
                  </a:moveTo>
                  <a:cubicBezTo>
                    <a:pt x="563" y="675"/>
                    <a:pt x="1" y="1175"/>
                    <a:pt x="226" y="1812"/>
                  </a:cubicBezTo>
                  <a:cubicBezTo>
                    <a:pt x="376" y="2225"/>
                    <a:pt x="776" y="2500"/>
                    <a:pt x="1213" y="2487"/>
                  </a:cubicBezTo>
                  <a:cubicBezTo>
                    <a:pt x="1250" y="2487"/>
                    <a:pt x="1263" y="2425"/>
                    <a:pt x="1225" y="2412"/>
                  </a:cubicBezTo>
                  <a:cubicBezTo>
                    <a:pt x="438" y="2312"/>
                    <a:pt x="126" y="1625"/>
                    <a:pt x="426" y="925"/>
                  </a:cubicBezTo>
                  <a:cubicBezTo>
                    <a:pt x="563" y="650"/>
                    <a:pt x="626" y="350"/>
                    <a:pt x="626" y="50"/>
                  </a:cubicBezTo>
                  <a:cubicBezTo>
                    <a:pt x="626" y="0"/>
                    <a:pt x="538" y="0"/>
                    <a:pt x="538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34"/>
            <p:cNvSpPr/>
            <p:nvPr/>
          </p:nvSpPr>
          <p:spPr>
            <a:xfrm>
              <a:off x="6912925" y="2543350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38" y="1112"/>
                  </a:moveTo>
                  <a:cubicBezTo>
                    <a:pt x="338" y="1225"/>
                    <a:pt x="588" y="1062"/>
                    <a:pt x="700" y="775"/>
                  </a:cubicBezTo>
                  <a:cubicBezTo>
                    <a:pt x="788" y="550"/>
                    <a:pt x="863" y="163"/>
                    <a:pt x="613" y="13"/>
                  </a:cubicBezTo>
                  <a:cubicBezTo>
                    <a:pt x="588" y="0"/>
                    <a:pt x="550" y="25"/>
                    <a:pt x="575" y="63"/>
                  </a:cubicBezTo>
                  <a:cubicBezTo>
                    <a:pt x="825" y="387"/>
                    <a:pt x="588" y="1225"/>
                    <a:pt x="63" y="1050"/>
                  </a:cubicBezTo>
                  <a:cubicBezTo>
                    <a:pt x="13" y="1025"/>
                    <a:pt x="0" y="1100"/>
                    <a:pt x="38" y="11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34"/>
            <p:cNvSpPr/>
            <p:nvPr/>
          </p:nvSpPr>
          <p:spPr>
            <a:xfrm>
              <a:off x="6775150" y="273267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162" y="38"/>
                  </a:moveTo>
                  <a:cubicBezTo>
                    <a:pt x="1213" y="825"/>
                    <a:pt x="0" y="1800"/>
                    <a:pt x="300" y="3199"/>
                  </a:cubicBezTo>
                  <a:cubicBezTo>
                    <a:pt x="313" y="3249"/>
                    <a:pt x="400" y="3224"/>
                    <a:pt x="388" y="3174"/>
                  </a:cubicBezTo>
                  <a:cubicBezTo>
                    <a:pt x="200" y="1787"/>
                    <a:pt x="1275" y="900"/>
                    <a:pt x="2225" y="88"/>
                  </a:cubicBezTo>
                  <a:cubicBezTo>
                    <a:pt x="2262" y="63"/>
                    <a:pt x="2200" y="0"/>
                    <a:pt x="2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34"/>
            <p:cNvSpPr/>
            <p:nvPr/>
          </p:nvSpPr>
          <p:spPr>
            <a:xfrm>
              <a:off x="6867625" y="2553650"/>
              <a:ext cx="15025" cy="30950"/>
            </a:xfrm>
            <a:custGeom>
              <a:avLst/>
              <a:gdLst/>
              <a:ahLst/>
              <a:cxnLst/>
              <a:rect l="l" t="t" r="r" b="b"/>
              <a:pathLst>
                <a:path w="601" h="1238" extrusionOk="0">
                  <a:moveTo>
                    <a:pt x="500" y="63"/>
                  </a:moveTo>
                  <a:cubicBezTo>
                    <a:pt x="475" y="463"/>
                    <a:pt x="313" y="850"/>
                    <a:pt x="25" y="1138"/>
                  </a:cubicBezTo>
                  <a:cubicBezTo>
                    <a:pt x="0" y="1175"/>
                    <a:pt x="38" y="1238"/>
                    <a:pt x="88" y="1213"/>
                  </a:cubicBezTo>
                  <a:cubicBezTo>
                    <a:pt x="250" y="1075"/>
                    <a:pt x="375" y="900"/>
                    <a:pt x="438" y="713"/>
                  </a:cubicBezTo>
                  <a:cubicBezTo>
                    <a:pt x="550" y="513"/>
                    <a:pt x="600" y="288"/>
                    <a:pt x="588" y="63"/>
                  </a:cubicBezTo>
                  <a:cubicBezTo>
                    <a:pt x="588" y="0"/>
                    <a:pt x="488" y="0"/>
                    <a:pt x="4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34"/>
            <p:cNvSpPr/>
            <p:nvPr/>
          </p:nvSpPr>
          <p:spPr>
            <a:xfrm>
              <a:off x="6861375" y="25505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325" y="1275"/>
                  </a:moveTo>
                  <a:cubicBezTo>
                    <a:pt x="113" y="825"/>
                    <a:pt x="413" y="313"/>
                    <a:pt x="825" y="125"/>
                  </a:cubicBezTo>
                  <a:cubicBezTo>
                    <a:pt x="875" y="100"/>
                    <a:pt x="838" y="0"/>
                    <a:pt x="775" y="25"/>
                  </a:cubicBezTo>
                  <a:cubicBezTo>
                    <a:pt x="300" y="238"/>
                    <a:pt x="0" y="838"/>
                    <a:pt x="238" y="1325"/>
                  </a:cubicBezTo>
                  <a:cubicBezTo>
                    <a:pt x="275" y="1375"/>
                    <a:pt x="350" y="1325"/>
                    <a:pt x="32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34"/>
            <p:cNvSpPr/>
            <p:nvPr/>
          </p:nvSpPr>
          <p:spPr>
            <a:xfrm>
              <a:off x="6864175" y="2216250"/>
              <a:ext cx="60025" cy="13217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1813" y="5236"/>
                  </a:moveTo>
                  <a:cubicBezTo>
                    <a:pt x="2125" y="3649"/>
                    <a:pt x="2400" y="212"/>
                    <a:pt x="51" y="0"/>
                  </a:cubicBezTo>
                  <a:cubicBezTo>
                    <a:pt x="1" y="0"/>
                    <a:pt x="1" y="62"/>
                    <a:pt x="51" y="75"/>
                  </a:cubicBezTo>
                  <a:cubicBezTo>
                    <a:pt x="2338" y="375"/>
                    <a:pt x="2038" y="3687"/>
                    <a:pt x="1738" y="5211"/>
                  </a:cubicBezTo>
                  <a:cubicBezTo>
                    <a:pt x="1738" y="5261"/>
                    <a:pt x="1813" y="5286"/>
                    <a:pt x="1813" y="5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34"/>
            <p:cNvSpPr/>
            <p:nvPr/>
          </p:nvSpPr>
          <p:spPr>
            <a:xfrm>
              <a:off x="6826700" y="2222800"/>
              <a:ext cx="65000" cy="6157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2587" y="963"/>
                  </a:moveTo>
                  <a:cubicBezTo>
                    <a:pt x="2250" y="288"/>
                    <a:pt x="1425" y="0"/>
                    <a:pt x="788" y="450"/>
                  </a:cubicBezTo>
                  <a:cubicBezTo>
                    <a:pt x="200" y="863"/>
                    <a:pt x="0" y="1925"/>
                    <a:pt x="575" y="2425"/>
                  </a:cubicBezTo>
                  <a:cubicBezTo>
                    <a:pt x="638" y="2462"/>
                    <a:pt x="700" y="2387"/>
                    <a:pt x="650" y="2350"/>
                  </a:cubicBezTo>
                  <a:cubicBezTo>
                    <a:pt x="138" y="1875"/>
                    <a:pt x="300" y="900"/>
                    <a:pt x="838" y="525"/>
                  </a:cubicBezTo>
                  <a:cubicBezTo>
                    <a:pt x="1425" y="125"/>
                    <a:pt x="2237" y="350"/>
                    <a:pt x="2537" y="1000"/>
                  </a:cubicBezTo>
                  <a:cubicBezTo>
                    <a:pt x="2550" y="1038"/>
                    <a:pt x="2600" y="1000"/>
                    <a:pt x="2587" y="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34"/>
            <p:cNvSpPr/>
            <p:nvPr/>
          </p:nvSpPr>
          <p:spPr>
            <a:xfrm>
              <a:off x="6837325" y="2258100"/>
              <a:ext cx="46875" cy="35950"/>
            </a:xfrm>
            <a:custGeom>
              <a:avLst/>
              <a:gdLst/>
              <a:ahLst/>
              <a:cxnLst/>
              <a:rect l="l" t="t" r="r" b="b"/>
              <a:pathLst>
                <a:path w="1875" h="1438" extrusionOk="0">
                  <a:moveTo>
                    <a:pt x="25" y="750"/>
                  </a:moveTo>
                  <a:cubicBezTo>
                    <a:pt x="200" y="1213"/>
                    <a:pt x="738" y="1438"/>
                    <a:pt x="1200" y="1250"/>
                  </a:cubicBezTo>
                  <a:cubicBezTo>
                    <a:pt x="1662" y="1050"/>
                    <a:pt x="1875" y="513"/>
                    <a:pt x="1662" y="51"/>
                  </a:cubicBezTo>
                  <a:cubicBezTo>
                    <a:pt x="1650" y="1"/>
                    <a:pt x="1575" y="38"/>
                    <a:pt x="1587" y="88"/>
                  </a:cubicBezTo>
                  <a:cubicBezTo>
                    <a:pt x="1712" y="513"/>
                    <a:pt x="1587" y="963"/>
                    <a:pt x="1150" y="1150"/>
                  </a:cubicBezTo>
                  <a:cubicBezTo>
                    <a:pt x="738" y="1313"/>
                    <a:pt x="263" y="1125"/>
                    <a:pt x="88" y="713"/>
                  </a:cubicBezTo>
                  <a:cubicBezTo>
                    <a:pt x="63" y="675"/>
                    <a:pt x="0" y="713"/>
                    <a:pt x="25" y="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34"/>
            <p:cNvSpPr/>
            <p:nvPr/>
          </p:nvSpPr>
          <p:spPr>
            <a:xfrm>
              <a:off x="6849500" y="2246850"/>
              <a:ext cx="30650" cy="17200"/>
            </a:xfrm>
            <a:custGeom>
              <a:avLst/>
              <a:gdLst/>
              <a:ahLst/>
              <a:cxnLst/>
              <a:rect l="l" t="t" r="r" b="b"/>
              <a:pathLst>
                <a:path w="1226" h="688" extrusionOk="0">
                  <a:moveTo>
                    <a:pt x="1200" y="638"/>
                  </a:moveTo>
                  <a:cubicBezTo>
                    <a:pt x="1225" y="301"/>
                    <a:pt x="863" y="51"/>
                    <a:pt x="550" y="63"/>
                  </a:cubicBezTo>
                  <a:cubicBezTo>
                    <a:pt x="238" y="63"/>
                    <a:pt x="1" y="338"/>
                    <a:pt x="113" y="626"/>
                  </a:cubicBezTo>
                  <a:cubicBezTo>
                    <a:pt x="138" y="676"/>
                    <a:pt x="213" y="663"/>
                    <a:pt x="201" y="601"/>
                  </a:cubicBezTo>
                  <a:cubicBezTo>
                    <a:pt x="13" y="1"/>
                    <a:pt x="1163" y="51"/>
                    <a:pt x="1125" y="638"/>
                  </a:cubicBezTo>
                  <a:cubicBezTo>
                    <a:pt x="1125" y="688"/>
                    <a:pt x="1200" y="688"/>
                    <a:pt x="1200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34"/>
            <p:cNvSpPr/>
            <p:nvPr/>
          </p:nvSpPr>
          <p:spPr>
            <a:xfrm>
              <a:off x="6819200" y="2492725"/>
              <a:ext cx="71575" cy="55025"/>
            </a:xfrm>
            <a:custGeom>
              <a:avLst/>
              <a:gdLst/>
              <a:ahLst/>
              <a:cxnLst/>
              <a:rect l="l" t="t" r="r" b="b"/>
              <a:pathLst>
                <a:path w="2863" h="2201" extrusionOk="0">
                  <a:moveTo>
                    <a:pt x="2787" y="1750"/>
                  </a:moveTo>
                  <a:cubicBezTo>
                    <a:pt x="1463" y="2100"/>
                    <a:pt x="375" y="1288"/>
                    <a:pt x="50" y="26"/>
                  </a:cubicBezTo>
                  <a:cubicBezTo>
                    <a:pt x="50" y="1"/>
                    <a:pt x="0" y="1"/>
                    <a:pt x="0" y="26"/>
                  </a:cubicBezTo>
                  <a:cubicBezTo>
                    <a:pt x="100" y="1425"/>
                    <a:pt x="1538" y="2200"/>
                    <a:pt x="2812" y="1813"/>
                  </a:cubicBezTo>
                  <a:cubicBezTo>
                    <a:pt x="2862" y="1800"/>
                    <a:pt x="2837" y="1725"/>
                    <a:pt x="2787" y="1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34"/>
            <p:cNvSpPr/>
            <p:nvPr/>
          </p:nvSpPr>
          <p:spPr>
            <a:xfrm>
              <a:off x="6793275" y="2835125"/>
              <a:ext cx="104675" cy="111575"/>
            </a:xfrm>
            <a:custGeom>
              <a:avLst/>
              <a:gdLst/>
              <a:ahLst/>
              <a:cxnLst/>
              <a:rect l="l" t="t" r="r" b="b"/>
              <a:pathLst>
                <a:path w="4187" h="4463" extrusionOk="0">
                  <a:moveTo>
                    <a:pt x="3999" y="2663"/>
                  </a:moveTo>
                  <a:cubicBezTo>
                    <a:pt x="4187" y="1213"/>
                    <a:pt x="2737" y="38"/>
                    <a:pt x="1387" y="751"/>
                  </a:cubicBezTo>
                  <a:cubicBezTo>
                    <a:pt x="0" y="1488"/>
                    <a:pt x="225" y="3425"/>
                    <a:pt x="1162" y="4437"/>
                  </a:cubicBezTo>
                  <a:cubicBezTo>
                    <a:pt x="1187" y="4462"/>
                    <a:pt x="1237" y="4425"/>
                    <a:pt x="1212" y="4387"/>
                  </a:cubicBezTo>
                  <a:cubicBezTo>
                    <a:pt x="563" y="3488"/>
                    <a:pt x="125" y="2013"/>
                    <a:pt x="1062" y="1138"/>
                  </a:cubicBezTo>
                  <a:cubicBezTo>
                    <a:pt x="2275" y="1"/>
                    <a:pt x="4087" y="1088"/>
                    <a:pt x="3899" y="2663"/>
                  </a:cubicBezTo>
                  <a:cubicBezTo>
                    <a:pt x="3887" y="2738"/>
                    <a:pt x="3999" y="2725"/>
                    <a:pt x="4012" y="2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34"/>
            <p:cNvSpPr/>
            <p:nvPr/>
          </p:nvSpPr>
          <p:spPr>
            <a:xfrm>
              <a:off x="6818575" y="2941350"/>
              <a:ext cx="146550" cy="263725"/>
            </a:xfrm>
            <a:custGeom>
              <a:avLst/>
              <a:gdLst/>
              <a:ahLst/>
              <a:cxnLst/>
              <a:rect l="l" t="t" r="r" b="b"/>
              <a:pathLst>
                <a:path w="5862" h="10549" extrusionOk="0">
                  <a:moveTo>
                    <a:pt x="38" y="101"/>
                  </a:moveTo>
                  <a:cubicBezTo>
                    <a:pt x="1700" y="1313"/>
                    <a:pt x="3812" y="2425"/>
                    <a:pt x="4737" y="4325"/>
                  </a:cubicBezTo>
                  <a:cubicBezTo>
                    <a:pt x="5586" y="6087"/>
                    <a:pt x="5761" y="8849"/>
                    <a:pt x="4562" y="10486"/>
                  </a:cubicBezTo>
                  <a:cubicBezTo>
                    <a:pt x="4537" y="10511"/>
                    <a:pt x="4587" y="10548"/>
                    <a:pt x="4612" y="10523"/>
                  </a:cubicBezTo>
                  <a:cubicBezTo>
                    <a:pt x="5861" y="9086"/>
                    <a:pt x="5724" y="6587"/>
                    <a:pt x="5137" y="4875"/>
                  </a:cubicBezTo>
                  <a:cubicBezTo>
                    <a:pt x="4349" y="2550"/>
                    <a:pt x="1950" y="1363"/>
                    <a:pt x="75" y="26"/>
                  </a:cubicBezTo>
                  <a:cubicBezTo>
                    <a:pt x="38" y="1"/>
                    <a:pt x="0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34"/>
            <p:cNvSpPr/>
            <p:nvPr/>
          </p:nvSpPr>
          <p:spPr>
            <a:xfrm>
              <a:off x="6841075" y="3137250"/>
              <a:ext cx="84375" cy="100925"/>
            </a:xfrm>
            <a:custGeom>
              <a:avLst/>
              <a:gdLst/>
              <a:ahLst/>
              <a:cxnLst/>
              <a:rect l="l" t="t" r="r" b="b"/>
              <a:pathLst>
                <a:path w="3375" h="4037" extrusionOk="0">
                  <a:moveTo>
                    <a:pt x="3299" y="2875"/>
                  </a:moveTo>
                  <a:cubicBezTo>
                    <a:pt x="2362" y="3412"/>
                    <a:pt x="987" y="3537"/>
                    <a:pt x="438" y="2375"/>
                  </a:cubicBezTo>
                  <a:cubicBezTo>
                    <a:pt x="313" y="2100"/>
                    <a:pt x="275" y="1787"/>
                    <a:pt x="325" y="1487"/>
                  </a:cubicBezTo>
                  <a:cubicBezTo>
                    <a:pt x="325" y="1412"/>
                    <a:pt x="313" y="1325"/>
                    <a:pt x="325" y="1250"/>
                  </a:cubicBezTo>
                  <a:cubicBezTo>
                    <a:pt x="450" y="488"/>
                    <a:pt x="650" y="513"/>
                    <a:pt x="1175" y="450"/>
                  </a:cubicBezTo>
                  <a:cubicBezTo>
                    <a:pt x="2075" y="338"/>
                    <a:pt x="2425" y="938"/>
                    <a:pt x="2275" y="1725"/>
                  </a:cubicBezTo>
                  <a:cubicBezTo>
                    <a:pt x="2162" y="2300"/>
                    <a:pt x="1875" y="2600"/>
                    <a:pt x="1462" y="3000"/>
                  </a:cubicBezTo>
                  <a:cubicBezTo>
                    <a:pt x="1150" y="3299"/>
                    <a:pt x="825" y="3549"/>
                    <a:pt x="800" y="3999"/>
                  </a:cubicBezTo>
                  <a:cubicBezTo>
                    <a:pt x="800" y="4024"/>
                    <a:pt x="850" y="4037"/>
                    <a:pt x="850" y="3999"/>
                  </a:cubicBezTo>
                  <a:cubicBezTo>
                    <a:pt x="950" y="3287"/>
                    <a:pt x="1862" y="2900"/>
                    <a:pt x="2225" y="2312"/>
                  </a:cubicBezTo>
                  <a:cubicBezTo>
                    <a:pt x="2525" y="1875"/>
                    <a:pt x="2575" y="1325"/>
                    <a:pt x="2362" y="850"/>
                  </a:cubicBezTo>
                  <a:cubicBezTo>
                    <a:pt x="2025" y="113"/>
                    <a:pt x="887" y="0"/>
                    <a:pt x="400" y="650"/>
                  </a:cubicBezTo>
                  <a:cubicBezTo>
                    <a:pt x="0" y="1163"/>
                    <a:pt x="138" y="2237"/>
                    <a:pt x="500" y="2725"/>
                  </a:cubicBezTo>
                  <a:cubicBezTo>
                    <a:pt x="1200" y="3662"/>
                    <a:pt x="2450" y="3462"/>
                    <a:pt x="3337" y="2950"/>
                  </a:cubicBezTo>
                  <a:cubicBezTo>
                    <a:pt x="3374" y="2912"/>
                    <a:pt x="3337" y="2850"/>
                    <a:pt x="3299" y="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34"/>
            <p:cNvSpPr/>
            <p:nvPr/>
          </p:nvSpPr>
          <p:spPr>
            <a:xfrm>
              <a:off x="6857325" y="3245025"/>
              <a:ext cx="13750" cy="55325"/>
            </a:xfrm>
            <a:custGeom>
              <a:avLst/>
              <a:gdLst/>
              <a:ahLst/>
              <a:cxnLst/>
              <a:rect l="l" t="t" r="r" b="b"/>
              <a:pathLst>
                <a:path w="550" h="2213" extrusionOk="0">
                  <a:moveTo>
                    <a:pt x="75" y="51"/>
                  </a:moveTo>
                  <a:cubicBezTo>
                    <a:pt x="0" y="738"/>
                    <a:pt x="63" y="1588"/>
                    <a:pt x="475" y="2188"/>
                  </a:cubicBezTo>
                  <a:cubicBezTo>
                    <a:pt x="500" y="2213"/>
                    <a:pt x="550" y="2200"/>
                    <a:pt x="537" y="2163"/>
                  </a:cubicBezTo>
                  <a:cubicBezTo>
                    <a:pt x="300" y="1438"/>
                    <a:pt x="75" y="825"/>
                    <a:pt x="150" y="51"/>
                  </a:cubicBezTo>
                  <a:cubicBezTo>
                    <a:pt x="150" y="1"/>
                    <a:pt x="87" y="1"/>
                    <a:pt x="7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34"/>
            <p:cNvSpPr/>
            <p:nvPr/>
          </p:nvSpPr>
          <p:spPr>
            <a:xfrm>
              <a:off x="6805150" y="2972925"/>
              <a:ext cx="96550" cy="81550"/>
            </a:xfrm>
            <a:custGeom>
              <a:avLst/>
              <a:gdLst/>
              <a:ahLst/>
              <a:cxnLst/>
              <a:rect l="l" t="t" r="r" b="b"/>
              <a:pathLst>
                <a:path w="3862" h="3262" extrusionOk="0">
                  <a:moveTo>
                    <a:pt x="3824" y="1025"/>
                  </a:moveTo>
                  <a:cubicBezTo>
                    <a:pt x="3187" y="475"/>
                    <a:pt x="2362" y="0"/>
                    <a:pt x="1487" y="187"/>
                  </a:cubicBezTo>
                  <a:cubicBezTo>
                    <a:pt x="662" y="375"/>
                    <a:pt x="50" y="1175"/>
                    <a:pt x="25" y="2012"/>
                  </a:cubicBezTo>
                  <a:cubicBezTo>
                    <a:pt x="0" y="2587"/>
                    <a:pt x="375" y="3262"/>
                    <a:pt x="1037" y="3187"/>
                  </a:cubicBezTo>
                  <a:cubicBezTo>
                    <a:pt x="1387" y="3149"/>
                    <a:pt x="1812" y="2799"/>
                    <a:pt x="1437" y="2512"/>
                  </a:cubicBezTo>
                  <a:cubicBezTo>
                    <a:pt x="1387" y="2487"/>
                    <a:pt x="1350" y="2549"/>
                    <a:pt x="1387" y="2587"/>
                  </a:cubicBezTo>
                  <a:cubicBezTo>
                    <a:pt x="562" y="3012"/>
                    <a:pt x="138" y="2862"/>
                    <a:pt x="125" y="2124"/>
                  </a:cubicBezTo>
                  <a:cubicBezTo>
                    <a:pt x="125" y="1812"/>
                    <a:pt x="200" y="1500"/>
                    <a:pt x="362" y="1225"/>
                  </a:cubicBezTo>
                  <a:cubicBezTo>
                    <a:pt x="562" y="787"/>
                    <a:pt x="950" y="462"/>
                    <a:pt x="1412" y="325"/>
                  </a:cubicBezTo>
                  <a:cubicBezTo>
                    <a:pt x="2299" y="88"/>
                    <a:pt x="3124" y="550"/>
                    <a:pt x="3787" y="1075"/>
                  </a:cubicBezTo>
                  <a:cubicBezTo>
                    <a:pt x="3824" y="1087"/>
                    <a:pt x="3862" y="1050"/>
                    <a:pt x="3837" y="10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34"/>
            <p:cNvSpPr/>
            <p:nvPr/>
          </p:nvSpPr>
          <p:spPr>
            <a:xfrm>
              <a:off x="6762350" y="2958850"/>
              <a:ext cx="110600" cy="22825"/>
            </a:xfrm>
            <a:custGeom>
              <a:avLst/>
              <a:gdLst/>
              <a:ahLst/>
              <a:cxnLst/>
              <a:rect l="l" t="t" r="r" b="b"/>
              <a:pathLst>
                <a:path w="4424" h="913" extrusionOk="0">
                  <a:moveTo>
                    <a:pt x="4399" y="825"/>
                  </a:moveTo>
                  <a:cubicBezTo>
                    <a:pt x="3874" y="376"/>
                    <a:pt x="3187" y="251"/>
                    <a:pt x="2524" y="176"/>
                  </a:cubicBezTo>
                  <a:cubicBezTo>
                    <a:pt x="1700" y="88"/>
                    <a:pt x="725" y="1"/>
                    <a:pt x="38" y="526"/>
                  </a:cubicBezTo>
                  <a:cubicBezTo>
                    <a:pt x="0" y="551"/>
                    <a:pt x="25" y="601"/>
                    <a:pt x="63" y="588"/>
                  </a:cubicBezTo>
                  <a:cubicBezTo>
                    <a:pt x="1187" y="1"/>
                    <a:pt x="3324" y="38"/>
                    <a:pt x="4324" y="875"/>
                  </a:cubicBezTo>
                  <a:cubicBezTo>
                    <a:pt x="4374" y="913"/>
                    <a:pt x="4424" y="863"/>
                    <a:pt x="4386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34"/>
            <p:cNvSpPr/>
            <p:nvPr/>
          </p:nvSpPr>
          <p:spPr>
            <a:xfrm>
              <a:off x="6751100" y="29694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126"/>
                  </a:moveTo>
                  <a:cubicBezTo>
                    <a:pt x="488" y="213"/>
                    <a:pt x="463" y="313"/>
                    <a:pt x="400" y="388"/>
                  </a:cubicBezTo>
                  <a:cubicBezTo>
                    <a:pt x="338" y="450"/>
                    <a:pt x="238" y="475"/>
                    <a:pt x="150" y="463"/>
                  </a:cubicBezTo>
                  <a:cubicBezTo>
                    <a:pt x="125" y="450"/>
                    <a:pt x="88" y="438"/>
                    <a:pt x="63" y="425"/>
                  </a:cubicBezTo>
                  <a:cubicBezTo>
                    <a:pt x="38" y="388"/>
                    <a:pt x="25" y="350"/>
                    <a:pt x="25" y="313"/>
                  </a:cubicBezTo>
                  <a:cubicBezTo>
                    <a:pt x="0" y="188"/>
                    <a:pt x="63" y="63"/>
                    <a:pt x="175" y="13"/>
                  </a:cubicBezTo>
                  <a:cubicBezTo>
                    <a:pt x="313" y="1"/>
                    <a:pt x="425" y="101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34"/>
            <p:cNvSpPr/>
            <p:nvPr/>
          </p:nvSpPr>
          <p:spPr>
            <a:xfrm>
              <a:off x="6748600" y="2965425"/>
              <a:ext cx="17200" cy="22200"/>
            </a:xfrm>
            <a:custGeom>
              <a:avLst/>
              <a:gdLst/>
              <a:ahLst/>
              <a:cxnLst/>
              <a:rect l="l" t="t" r="r" b="b"/>
              <a:pathLst>
                <a:path w="688" h="888" extrusionOk="0">
                  <a:moveTo>
                    <a:pt x="475" y="300"/>
                  </a:moveTo>
                  <a:cubicBezTo>
                    <a:pt x="450" y="587"/>
                    <a:pt x="375" y="637"/>
                    <a:pt x="275" y="462"/>
                  </a:cubicBezTo>
                  <a:cubicBezTo>
                    <a:pt x="100" y="300"/>
                    <a:pt x="163" y="288"/>
                    <a:pt x="488" y="413"/>
                  </a:cubicBezTo>
                  <a:cubicBezTo>
                    <a:pt x="488" y="450"/>
                    <a:pt x="575" y="438"/>
                    <a:pt x="575" y="400"/>
                  </a:cubicBezTo>
                  <a:cubicBezTo>
                    <a:pt x="575" y="0"/>
                    <a:pt x="0" y="88"/>
                    <a:pt x="63" y="487"/>
                  </a:cubicBezTo>
                  <a:cubicBezTo>
                    <a:pt x="125" y="887"/>
                    <a:pt x="687" y="650"/>
                    <a:pt x="600" y="275"/>
                  </a:cubicBezTo>
                  <a:cubicBezTo>
                    <a:pt x="575" y="200"/>
                    <a:pt x="475" y="2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34"/>
            <p:cNvSpPr/>
            <p:nvPr/>
          </p:nvSpPr>
          <p:spPr>
            <a:xfrm>
              <a:off x="6927925" y="3207225"/>
              <a:ext cx="3450" cy="2850"/>
            </a:xfrm>
            <a:custGeom>
              <a:avLst/>
              <a:gdLst/>
              <a:ahLst/>
              <a:cxnLst/>
              <a:rect l="l" t="t" r="r" b="b"/>
              <a:pathLst>
                <a:path w="138" h="114" extrusionOk="0">
                  <a:moveTo>
                    <a:pt x="63" y="13"/>
                  </a:moveTo>
                  <a:lnTo>
                    <a:pt x="38" y="26"/>
                  </a:lnTo>
                  <a:cubicBezTo>
                    <a:pt x="0" y="38"/>
                    <a:pt x="0" y="76"/>
                    <a:pt x="38" y="88"/>
                  </a:cubicBezTo>
                  <a:lnTo>
                    <a:pt x="63" y="101"/>
                  </a:lnTo>
                  <a:cubicBezTo>
                    <a:pt x="125" y="113"/>
                    <a:pt x="138" y="1"/>
                    <a:pt x="6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34"/>
            <p:cNvSpPr/>
            <p:nvPr/>
          </p:nvSpPr>
          <p:spPr>
            <a:xfrm>
              <a:off x="6870125" y="32975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" y="138"/>
                  </a:moveTo>
                  <a:cubicBezTo>
                    <a:pt x="313" y="225"/>
                    <a:pt x="425" y="662"/>
                    <a:pt x="475" y="887"/>
                  </a:cubicBezTo>
                  <a:cubicBezTo>
                    <a:pt x="513" y="1125"/>
                    <a:pt x="500" y="1375"/>
                    <a:pt x="463" y="1625"/>
                  </a:cubicBezTo>
                  <a:cubicBezTo>
                    <a:pt x="463" y="1675"/>
                    <a:pt x="550" y="1687"/>
                    <a:pt x="563" y="1637"/>
                  </a:cubicBezTo>
                  <a:cubicBezTo>
                    <a:pt x="700" y="1175"/>
                    <a:pt x="625" y="225"/>
                    <a:pt x="100" y="25"/>
                  </a:cubicBezTo>
                  <a:cubicBezTo>
                    <a:pt x="25" y="0"/>
                    <a:pt x="0" y="113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34"/>
            <p:cNvSpPr/>
            <p:nvPr/>
          </p:nvSpPr>
          <p:spPr>
            <a:xfrm>
              <a:off x="6865425" y="3297825"/>
              <a:ext cx="19725" cy="42200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751" y="1575"/>
                  </a:moveTo>
                  <a:cubicBezTo>
                    <a:pt x="376" y="1175"/>
                    <a:pt x="188" y="625"/>
                    <a:pt x="238" y="88"/>
                  </a:cubicBezTo>
                  <a:cubicBezTo>
                    <a:pt x="238" y="26"/>
                    <a:pt x="163" y="1"/>
                    <a:pt x="151" y="63"/>
                  </a:cubicBezTo>
                  <a:cubicBezTo>
                    <a:pt x="1" y="563"/>
                    <a:pt x="313" y="1288"/>
                    <a:pt x="676" y="1638"/>
                  </a:cubicBezTo>
                  <a:cubicBezTo>
                    <a:pt x="726" y="1688"/>
                    <a:pt x="788" y="1613"/>
                    <a:pt x="751" y="1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34"/>
            <p:cNvSpPr/>
            <p:nvPr/>
          </p:nvSpPr>
          <p:spPr>
            <a:xfrm>
              <a:off x="6831375" y="3237525"/>
              <a:ext cx="30025" cy="33150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01" y="51"/>
                  </a:moveTo>
                  <a:cubicBezTo>
                    <a:pt x="1125" y="363"/>
                    <a:pt x="951" y="613"/>
                    <a:pt x="763" y="863"/>
                  </a:cubicBezTo>
                  <a:cubicBezTo>
                    <a:pt x="588" y="1088"/>
                    <a:pt x="326" y="1225"/>
                    <a:pt x="38" y="1250"/>
                  </a:cubicBezTo>
                  <a:cubicBezTo>
                    <a:pt x="1" y="1250"/>
                    <a:pt x="13" y="1325"/>
                    <a:pt x="51" y="1325"/>
                  </a:cubicBezTo>
                  <a:cubicBezTo>
                    <a:pt x="351" y="1313"/>
                    <a:pt x="638" y="1163"/>
                    <a:pt x="813" y="913"/>
                  </a:cubicBezTo>
                  <a:cubicBezTo>
                    <a:pt x="1013" y="663"/>
                    <a:pt x="1200" y="388"/>
                    <a:pt x="1188" y="51"/>
                  </a:cubicBezTo>
                  <a:cubicBezTo>
                    <a:pt x="1188" y="1"/>
                    <a:pt x="1101" y="1"/>
                    <a:pt x="11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34"/>
            <p:cNvSpPr/>
            <p:nvPr/>
          </p:nvSpPr>
          <p:spPr>
            <a:xfrm>
              <a:off x="6831700" y="3237850"/>
              <a:ext cx="29075" cy="33125"/>
            </a:xfrm>
            <a:custGeom>
              <a:avLst/>
              <a:gdLst/>
              <a:ahLst/>
              <a:cxnLst/>
              <a:rect l="l" t="t" r="r" b="b"/>
              <a:pathLst>
                <a:path w="1163" h="1325" extrusionOk="0">
                  <a:moveTo>
                    <a:pt x="75" y="1275"/>
                  </a:moveTo>
                  <a:cubicBezTo>
                    <a:pt x="150" y="1012"/>
                    <a:pt x="288" y="763"/>
                    <a:pt x="463" y="538"/>
                  </a:cubicBezTo>
                  <a:cubicBezTo>
                    <a:pt x="638" y="313"/>
                    <a:pt x="875" y="250"/>
                    <a:pt x="1112" y="113"/>
                  </a:cubicBezTo>
                  <a:cubicBezTo>
                    <a:pt x="1162" y="75"/>
                    <a:pt x="1125" y="0"/>
                    <a:pt x="1063" y="13"/>
                  </a:cubicBezTo>
                  <a:cubicBezTo>
                    <a:pt x="488" y="125"/>
                    <a:pt x="88" y="700"/>
                    <a:pt x="0" y="1262"/>
                  </a:cubicBezTo>
                  <a:cubicBezTo>
                    <a:pt x="0" y="1300"/>
                    <a:pt x="63" y="1325"/>
                    <a:pt x="7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34"/>
            <p:cNvSpPr/>
            <p:nvPr/>
          </p:nvSpPr>
          <p:spPr>
            <a:xfrm>
              <a:off x="6767025" y="2929475"/>
              <a:ext cx="86575" cy="38475"/>
            </a:xfrm>
            <a:custGeom>
              <a:avLst/>
              <a:gdLst/>
              <a:ahLst/>
              <a:cxnLst/>
              <a:rect l="l" t="t" r="r" b="b"/>
              <a:pathLst>
                <a:path w="3463" h="1539" extrusionOk="0">
                  <a:moveTo>
                    <a:pt x="3425" y="1451"/>
                  </a:moveTo>
                  <a:cubicBezTo>
                    <a:pt x="2437" y="713"/>
                    <a:pt x="1288" y="226"/>
                    <a:pt x="88" y="13"/>
                  </a:cubicBezTo>
                  <a:cubicBezTo>
                    <a:pt x="25" y="1"/>
                    <a:pt x="0" y="88"/>
                    <a:pt x="50" y="101"/>
                  </a:cubicBezTo>
                  <a:cubicBezTo>
                    <a:pt x="1250" y="326"/>
                    <a:pt x="2387" y="801"/>
                    <a:pt x="3387" y="1513"/>
                  </a:cubicBezTo>
                  <a:cubicBezTo>
                    <a:pt x="3425" y="1538"/>
                    <a:pt x="3462" y="1476"/>
                    <a:pt x="3425" y="1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34"/>
            <p:cNvSpPr/>
            <p:nvPr/>
          </p:nvSpPr>
          <p:spPr>
            <a:xfrm>
              <a:off x="6752650" y="2919175"/>
              <a:ext cx="16575" cy="17825"/>
            </a:xfrm>
            <a:custGeom>
              <a:avLst/>
              <a:gdLst/>
              <a:ahLst/>
              <a:cxnLst/>
              <a:rect l="l" t="t" r="r" b="b"/>
              <a:pathLst>
                <a:path w="663" h="713" extrusionOk="0">
                  <a:moveTo>
                    <a:pt x="525" y="463"/>
                  </a:moveTo>
                  <a:cubicBezTo>
                    <a:pt x="488" y="363"/>
                    <a:pt x="488" y="351"/>
                    <a:pt x="500" y="425"/>
                  </a:cubicBezTo>
                  <a:cubicBezTo>
                    <a:pt x="500" y="463"/>
                    <a:pt x="500" y="500"/>
                    <a:pt x="500" y="538"/>
                  </a:cubicBezTo>
                  <a:cubicBezTo>
                    <a:pt x="500" y="575"/>
                    <a:pt x="550" y="600"/>
                    <a:pt x="563" y="563"/>
                  </a:cubicBezTo>
                  <a:cubicBezTo>
                    <a:pt x="663" y="338"/>
                    <a:pt x="438" y="1"/>
                    <a:pt x="213" y="238"/>
                  </a:cubicBezTo>
                  <a:cubicBezTo>
                    <a:pt x="1" y="488"/>
                    <a:pt x="376" y="713"/>
                    <a:pt x="575" y="525"/>
                  </a:cubicBezTo>
                  <a:cubicBezTo>
                    <a:pt x="625" y="488"/>
                    <a:pt x="563" y="425"/>
                    <a:pt x="513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34"/>
            <p:cNvSpPr/>
            <p:nvPr/>
          </p:nvSpPr>
          <p:spPr>
            <a:xfrm>
              <a:off x="6783275" y="2974800"/>
              <a:ext cx="81875" cy="30325"/>
            </a:xfrm>
            <a:custGeom>
              <a:avLst/>
              <a:gdLst/>
              <a:ahLst/>
              <a:cxnLst/>
              <a:rect l="l" t="t" r="r" b="b"/>
              <a:pathLst>
                <a:path w="3275" h="1213" extrusionOk="0">
                  <a:moveTo>
                    <a:pt x="3212" y="137"/>
                  </a:moveTo>
                  <a:cubicBezTo>
                    <a:pt x="2112" y="0"/>
                    <a:pt x="738" y="225"/>
                    <a:pt x="13" y="1150"/>
                  </a:cubicBezTo>
                  <a:cubicBezTo>
                    <a:pt x="0" y="1187"/>
                    <a:pt x="25" y="1212"/>
                    <a:pt x="63" y="1200"/>
                  </a:cubicBezTo>
                  <a:cubicBezTo>
                    <a:pt x="1000" y="412"/>
                    <a:pt x="2000" y="87"/>
                    <a:pt x="3212" y="225"/>
                  </a:cubicBezTo>
                  <a:cubicBezTo>
                    <a:pt x="3274" y="225"/>
                    <a:pt x="3274" y="137"/>
                    <a:pt x="3212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34"/>
            <p:cNvSpPr/>
            <p:nvPr/>
          </p:nvSpPr>
          <p:spPr>
            <a:xfrm>
              <a:off x="6773575" y="3001650"/>
              <a:ext cx="14725" cy="13150"/>
            </a:xfrm>
            <a:custGeom>
              <a:avLst/>
              <a:gdLst/>
              <a:ahLst/>
              <a:cxnLst/>
              <a:rect l="l" t="t" r="r" b="b"/>
              <a:pathLst>
                <a:path w="589" h="526" extrusionOk="0">
                  <a:moveTo>
                    <a:pt x="338" y="426"/>
                  </a:moveTo>
                  <a:cubicBezTo>
                    <a:pt x="338" y="326"/>
                    <a:pt x="313" y="313"/>
                    <a:pt x="263" y="376"/>
                  </a:cubicBezTo>
                  <a:cubicBezTo>
                    <a:pt x="226" y="388"/>
                    <a:pt x="238" y="438"/>
                    <a:pt x="276" y="438"/>
                  </a:cubicBezTo>
                  <a:cubicBezTo>
                    <a:pt x="563" y="438"/>
                    <a:pt x="588" y="1"/>
                    <a:pt x="301" y="38"/>
                  </a:cubicBezTo>
                  <a:cubicBezTo>
                    <a:pt x="1" y="63"/>
                    <a:pt x="38" y="526"/>
                    <a:pt x="338" y="488"/>
                  </a:cubicBezTo>
                  <a:cubicBezTo>
                    <a:pt x="376" y="488"/>
                    <a:pt x="376" y="426"/>
                    <a:pt x="338" y="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34"/>
            <p:cNvSpPr/>
            <p:nvPr/>
          </p:nvSpPr>
          <p:spPr>
            <a:xfrm>
              <a:off x="6888250" y="3178475"/>
              <a:ext cx="60325" cy="237475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337" y="38"/>
                  </a:moveTo>
                  <a:cubicBezTo>
                    <a:pt x="1650" y="1800"/>
                    <a:pt x="925" y="3125"/>
                    <a:pt x="738" y="5050"/>
                  </a:cubicBezTo>
                  <a:cubicBezTo>
                    <a:pt x="575" y="6762"/>
                    <a:pt x="975" y="8011"/>
                    <a:pt x="1925" y="9436"/>
                  </a:cubicBezTo>
                  <a:cubicBezTo>
                    <a:pt x="1975" y="9498"/>
                    <a:pt x="2075" y="9436"/>
                    <a:pt x="2037" y="9373"/>
                  </a:cubicBezTo>
                  <a:cubicBezTo>
                    <a:pt x="0" y="6049"/>
                    <a:pt x="1137" y="3375"/>
                    <a:pt x="2400" y="51"/>
                  </a:cubicBezTo>
                  <a:cubicBezTo>
                    <a:pt x="2412" y="13"/>
                    <a:pt x="2350" y="1"/>
                    <a:pt x="233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34"/>
            <p:cNvSpPr/>
            <p:nvPr/>
          </p:nvSpPr>
          <p:spPr>
            <a:xfrm>
              <a:off x="6844200" y="2899500"/>
              <a:ext cx="49375" cy="31575"/>
            </a:xfrm>
            <a:custGeom>
              <a:avLst/>
              <a:gdLst/>
              <a:ahLst/>
              <a:cxnLst/>
              <a:rect l="l" t="t" r="r" b="b"/>
              <a:pathLst>
                <a:path w="1975" h="1263" extrusionOk="0">
                  <a:moveTo>
                    <a:pt x="1912" y="25"/>
                  </a:moveTo>
                  <a:cubicBezTo>
                    <a:pt x="1825" y="450"/>
                    <a:pt x="1612" y="838"/>
                    <a:pt x="1212" y="1025"/>
                  </a:cubicBezTo>
                  <a:cubicBezTo>
                    <a:pt x="712" y="1237"/>
                    <a:pt x="125" y="975"/>
                    <a:pt x="113" y="400"/>
                  </a:cubicBezTo>
                  <a:cubicBezTo>
                    <a:pt x="113" y="325"/>
                    <a:pt x="0" y="325"/>
                    <a:pt x="0" y="400"/>
                  </a:cubicBezTo>
                  <a:cubicBezTo>
                    <a:pt x="0" y="888"/>
                    <a:pt x="438" y="1262"/>
                    <a:pt x="925" y="1212"/>
                  </a:cubicBezTo>
                  <a:cubicBezTo>
                    <a:pt x="1525" y="1150"/>
                    <a:pt x="1875" y="613"/>
                    <a:pt x="1975" y="50"/>
                  </a:cubicBezTo>
                  <a:cubicBezTo>
                    <a:pt x="1975" y="13"/>
                    <a:pt x="1912" y="0"/>
                    <a:pt x="191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34"/>
            <p:cNvSpPr/>
            <p:nvPr/>
          </p:nvSpPr>
          <p:spPr>
            <a:xfrm>
              <a:off x="6887300" y="3113825"/>
              <a:ext cx="31575" cy="62500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626" y="2449"/>
                  </a:moveTo>
                  <a:cubicBezTo>
                    <a:pt x="626" y="2149"/>
                    <a:pt x="563" y="1850"/>
                    <a:pt x="426" y="1575"/>
                  </a:cubicBezTo>
                  <a:cubicBezTo>
                    <a:pt x="126" y="875"/>
                    <a:pt x="426" y="200"/>
                    <a:pt x="1225" y="88"/>
                  </a:cubicBezTo>
                  <a:cubicBezTo>
                    <a:pt x="1263" y="88"/>
                    <a:pt x="1250" y="13"/>
                    <a:pt x="1213" y="13"/>
                  </a:cubicBezTo>
                  <a:cubicBezTo>
                    <a:pt x="776" y="0"/>
                    <a:pt x="376" y="275"/>
                    <a:pt x="226" y="687"/>
                  </a:cubicBezTo>
                  <a:cubicBezTo>
                    <a:pt x="1" y="1325"/>
                    <a:pt x="563" y="1825"/>
                    <a:pt x="538" y="2449"/>
                  </a:cubicBezTo>
                  <a:cubicBezTo>
                    <a:pt x="538" y="2499"/>
                    <a:pt x="613" y="2499"/>
                    <a:pt x="6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34"/>
            <p:cNvSpPr/>
            <p:nvPr/>
          </p:nvSpPr>
          <p:spPr>
            <a:xfrm>
              <a:off x="6912925" y="3112575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63" y="175"/>
                  </a:moveTo>
                  <a:cubicBezTo>
                    <a:pt x="588" y="0"/>
                    <a:pt x="825" y="837"/>
                    <a:pt x="575" y="1162"/>
                  </a:cubicBezTo>
                  <a:cubicBezTo>
                    <a:pt x="550" y="1200"/>
                    <a:pt x="588" y="1225"/>
                    <a:pt x="613" y="1212"/>
                  </a:cubicBezTo>
                  <a:cubicBezTo>
                    <a:pt x="863" y="1062"/>
                    <a:pt x="788" y="675"/>
                    <a:pt x="700" y="437"/>
                  </a:cubicBezTo>
                  <a:cubicBezTo>
                    <a:pt x="588" y="163"/>
                    <a:pt x="338" y="0"/>
                    <a:pt x="38" y="113"/>
                  </a:cubicBezTo>
                  <a:cubicBezTo>
                    <a:pt x="0" y="125"/>
                    <a:pt x="13" y="200"/>
                    <a:pt x="63" y="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34"/>
            <p:cNvSpPr/>
            <p:nvPr/>
          </p:nvSpPr>
          <p:spPr>
            <a:xfrm>
              <a:off x="6775450" y="287262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213" y="3162"/>
                  </a:moveTo>
                  <a:cubicBezTo>
                    <a:pt x="1263" y="2350"/>
                    <a:pt x="201" y="1463"/>
                    <a:pt x="388" y="76"/>
                  </a:cubicBezTo>
                  <a:cubicBezTo>
                    <a:pt x="388" y="26"/>
                    <a:pt x="301" y="1"/>
                    <a:pt x="288" y="51"/>
                  </a:cubicBezTo>
                  <a:cubicBezTo>
                    <a:pt x="1" y="1450"/>
                    <a:pt x="1213" y="2425"/>
                    <a:pt x="2163" y="3212"/>
                  </a:cubicBezTo>
                  <a:cubicBezTo>
                    <a:pt x="2200" y="3250"/>
                    <a:pt x="2263" y="3187"/>
                    <a:pt x="2213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34"/>
            <p:cNvSpPr/>
            <p:nvPr/>
          </p:nvSpPr>
          <p:spPr>
            <a:xfrm>
              <a:off x="6867625" y="31019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588" y="1175"/>
                  </a:moveTo>
                  <a:cubicBezTo>
                    <a:pt x="613" y="950"/>
                    <a:pt x="563" y="725"/>
                    <a:pt x="450" y="525"/>
                  </a:cubicBezTo>
                  <a:cubicBezTo>
                    <a:pt x="375" y="325"/>
                    <a:pt x="250" y="150"/>
                    <a:pt x="88" y="25"/>
                  </a:cubicBezTo>
                  <a:cubicBezTo>
                    <a:pt x="50" y="0"/>
                    <a:pt x="0" y="63"/>
                    <a:pt x="38" y="100"/>
                  </a:cubicBezTo>
                  <a:cubicBezTo>
                    <a:pt x="313" y="388"/>
                    <a:pt x="488" y="775"/>
                    <a:pt x="500" y="1175"/>
                  </a:cubicBezTo>
                  <a:cubicBezTo>
                    <a:pt x="500" y="1237"/>
                    <a:pt x="588" y="1237"/>
                    <a:pt x="600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34"/>
            <p:cNvSpPr/>
            <p:nvPr/>
          </p:nvSpPr>
          <p:spPr>
            <a:xfrm>
              <a:off x="6861375" y="3101625"/>
              <a:ext cx="21900" cy="34075"/>
            </a:xfrm>
            <a:custGeom>
              <a:avLst/>
              <a:gdLst/>
              <a:ahLst/>
              <a:cxnLst/>
              <a:rect l="l" t="t" r="r" b="b"/>
              <a:pathLst>
                <a:path w="876" h="1363" extrusionOk="0">
                  <a:moveTo>
                    <a:pt x="238" y="51"/>
                  </a:moveTo>
                  <a:cubicBezTo>
                    <a:pt x="0" y="538"/>
                    <a:pt x="300" y="1150"/>
                    <a:pt x="775" y="1350"/>
                  </a:cubicBezTo>
                  <a:cubicBezTo>
                    <a:pt x="838" y="1363"/>
                    <a:pt x="875" y="1275"/>
                    <a:pt x="825" y="1250"/>
                  </a:cubicBezTo>
                  <a:cubicBezTo>
                    <a:pt x="413" y="1050"/>
                    <a:pt x="113" y="551"/>
                    <a:pt x="325" y="101"/>
                  </a:cubicBezTo>
                  <a:cubicBezTo>
                    <a:pt x="350" y="51"/>
                    <a:pt x="275" y="1"/>
                    <a:pt x="238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34"/>
            <p:cNvSpPr/>
            <p:nvPr/>
          </p:nvSpPr>
          <p:spPr>
            <a:xfrm>
              <a:off x="6864175" y="3338125"/>
              <a:ext cx="59700" cy="13217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1738" y="63"/>
                  </a:moveTo>
                  <a:cubicBezTo>
                    <a:pt x="2038" y="1600"/>
                    <a:pt x="2350" y="4912"/>
                    <a:pt x="51" y="5212"/>
                  </a:cubicBezTo>
                  <a:cubicBezTo>
                    <a:pt x="1" y="5212"/>
                    <a:pt x="1" y="5287"/>
                    <a:pt x="51" y="5287"/>
                  </a:cubicBezTo>
                  <a:cubicBezTo>
                    <a:pt x="2388" y="5074"/>
                    <a:pt x="2125" y="1638"/>
                    <a:pt x="1813" y="51"/>
                  </a:cubicBezTo>
                  <a:cubicBezTo>
                    <a:pt x="1813" y="1"/>
                    <a:pt x="1738" y="26"/>
                    <a:pt x="17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34"/>
            <p:cNvSpPr/>
            <p:nvPr/>
          </p:nvSpPr>
          <p:spPr>
            <a:xfrm>
              <a:off x="6826700" y="3402175"/>
              <a:ext cx="65000" cy="61250"/>
            </a:xfrm>
            <a:custGeom>
              <a:avLst/>
              <a:gdLst/>
              <a:ahLst/>
              <a:cxnLst/>
              <a:rect l="l" t="t" r="r" b="b"/>
              <a:pathLst>
                <a:path w="2600" h="2450" extrusionOk="0">
                  <a:moveTo>
                    <a:pt x="2537" y="1475"/>
                  </a:moveTo>
                  <a:cubicBezTo>
                    <a:pt x="2212" y="2100"/>
                    <a:pt x="1437" y="2362"/>
                    <a:pt x="838" y="1938"/>
                  </a:cubicBezTo>
                  <a:cubicBezTo>
                    <a:pt x="300" y="1563"/>
                    <a:pt x="138" y="588"/>
                    <a:pt x="650" y="125"/>
                  </a:cubicBezTo>
                  <a:cubicBezTo>
                    <a:pt x="700" y="76"/>
                    <a:pt x="638" y="1"/>
                    <a:pt x="575" y="51"/>
                  </a:cubicBezTo>
                  <a:cubicBezTo>
                    <a:pt x="0" y="538"/>
                    <a:pt x="200" y="1613"/>
                    <a:pt x="788" y="2012"/>
                  </a:cubicBezTo>
                  <a:cubicBezTo>
                    <a:pt x="1412" y="2450"/>
                    <a:pt x="2275" y="2200"/>
                    <a:pt x="2587" y="1500"/>
                  </a:cubicBezTo>
                  <a:cubicBezTo>
                    <a:pt x="2600" y="1475"/>
                    <a:pt x="2550" y="1438"/>
                    <a:pt x="2537" y="1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>
            <a:xfrm>
              <a:off x="6837325" y="3392175"/>
              <a:ext cx="46575" cy="35950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75" y="738"/>
                  </a:moveTo>
                  <a:cubicBezTo>
                    <a:pt x="263" y="326"/>
                    <a:pt x="738" y="138"/>
                    <a:pt x="1150" y="301"/>
                  </a:cubicBezTo>
                  <a:cubicBezTo>
                    <a:pt x="1587" y="488"/>
                    <a:pt x="1712" y="938"/>
                    <a:pt x="1575" y="1363"/>
                  </a:cubicBezTo>
                  <a:cubicBezTo>
                    <a:pt x="1562" y="1413"/>
                    <a:pt x="1637" y="1438"/>
                    <a:pt x="1662" y="1400"/>
                  </a:cubicBezTo>
                  <a:cubicBezTo>
                    <a:pt x="1862" y="938"/>
                    <a:pt x="1650" y="401"/>
                    <a:pt x="1200" y="201"/>
                  </a:cubicBezTo>
                  <a:cubicBezTo>
                    <a:pt x="738" y="1"/>
                    <a:pt x="200" y="226"/>
                    <a:pt x="13" y="700"/>
                  </a:cubicBezTo>
                  <a:cubicBezTo>
                    <a:pt x="0" y="738"/>
                    <a:pt x="50" y="775"/>
                    <a:pt x="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>
            <a:xfrm>
              <a:off x="6849500" y="3422475"/>
              <a:ext cx="30950" cy="17525"/>
            </a:xfrm>
            <a:custGeom>
              <a:avLst/>
              <a:gdLst/>
              <a:ahLst/>
              <a:cxnLst/>
              <a:rect l="l" t="t" r="r" b="b"/>
              <a:pathLst>
                <a:path w="1238" h="701" extrusionOk="0">
                  <a:moveTo>
                    <a:pt x="1125" y="51"/>
                  </a:moveTo>
                  <a:cubicBezTo>
                    <a:pt x="1163" y="638"/>
                    <a:pt x="13" y="701"/>
                    <a:pt x="201" y="88"/>
                  </a:cubicBezTo>
                  <a:cubicBezTo>
                    <a:pt x="226" y="26"/>
                    <a:pt x="138" y="13"/>
                    <a:pt x="113" y="63"/>
                  </a:cubicBezTo>
                  <a:cubicBezTo>
                    <a:pt x="1" y="351"/>
                    <a:pt x="263" y="626"/>
                    <a:pt x="550" y="626"/>
                  </a:cubicBezTo>
                  <a:cubicBezTo>
                    <a:pt x="838" y="626"/>
                    <a:pt x="1238" y="388"/>
                    <a:pt x="1200" y="51"/>
                  </a:cubicBezTo>
                  <a:cubicBezTo>
                    <a:pt x="1200" y="1"/>
                    <a:pt x="1125" y="1"/>
                    <a:pt x="1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>
            <a:xfrm>
              <a:off x="6819200" y="3138500"/>
              <a:ext cx="71575" cy="55325"/>
            </a:xfrm>
            <a:custGeom>
              <a:avLst/>
              <a:gdLst/>
              <a:ahLst/>
              <a:cxnLst/>
              <a:rect l="l" t="t" r="r" b="b"/>
              <a:pathLst>
                <a:path w="2863" h="2213" extrusionOk="0">
                  <a:moveTo>
                    <a:pt x="2812" y="388"/>
                  </a:moveTo>
                  <a:cubicBezTo>
                    <a:pt x="1538" y="0"/>
                    <a:pt x="100" y="788"/>
                    <a:pt x="0" y="2175"/>
                  </a:cubicBezTo>
                  <a:cubicBezTo>
                    <a:pt x="0" y="2212"/>
                    <a:pt x="50" y="2212"/>
                    <a:pt x="50" y="2187"/>
                  </a:cubicBezTo>
                  <a:cubicBezTo>
                    <a:pt x="375" y="925"/>
                    <a:pt x="1463" y="113"/>
                    <a:pt x="2787" y="463"/>
                  </a:cubicBezTo>
                  <a:cubicBezTo>
                    <a:pt x="2837" y="475"/>
                    <a:pt x="2862" y="400"/>
                    <a:pt x="2800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>
            <a:xfrm>
              <a:off x="6798275" y="2819200"/>
              <a:ext cx="15325" cy="20025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550" y="688"/>
                  </a:moveTo>
                  <a:cubicBezTo>
                    <a:pt x="325" y="538"/>
                    <a:pt x="163" y="313"/>
                    <a:pt x="100" y="51"/>
                  </a:cubicBezTo>
                  <a:cubicBezTo>
                    <a:pt x="88" y="1"/>
                    <a:pt x="0" y="1"/>
                    <a:pt x="0" y="63"/>
                  </a:cubicBezTo>
                  <a:cubicBezTo>
                    <a:pt x="50" y="363"/>
                    <a:pt x="238" y="625"/>
                    <a:pt x="513" y="775"/>
                  </a:cubicBezTo>
                  <a:cubicBezTo>
                    <a:pt x="562" y="800"/>
                    <a:pt x="612" y="713"/>
                    <a:pt x="550" y="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>
            <a:xfrm>
              <a:off x="6794825" y="2818575"/>
              <a:ext cx="5975" cy="16900"/>
            </a:xfrm>
            <a:custGeom>
              <a:avLst/>
              <a:gdLst/>
              <a:ahLst/>
              <a:cxnLst/>
              <a:rect l="l" t="t" r="r" b="b"/>
              <a:pathLst>
                <a:path w="239" h="676" extrusionOk="0">
                  <a:moveTo>
                    <a:pt x="101" y="76"/>
                  </a:moveTo>
                  <a:cubicBezTo>
                    <a:pt x="26" y="238"/>
                    <a:pt x="1" y="426"/>
                    <a:pt x="26" y="613"/>
                  </a:cubicBezTo>
                  <a:cubicBezTo>
                    <a:pt x="38" y="675"/>
                    <a:pt x="138" y="663"/>
                    <a:pt x="138" y="601"/>
                  </a:cubicBezTo>
                  <a:cubicBezTo>
                    <a:pt x="138" y="426"/>
                    <a:pt x="163" y="263"/>
                    <a:pt x="213" y="101"/>
                  </a:cubicBezTo>
                  <a:cubicBezTo>
                    <a:pt x="238" y="26"/>
                    <a:pt x="126" y="1"/>
                    <a:pt x="10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>
            <a:xfrm>
              <a:off x="6810775" y="2837625"/>
              <a:ext cx="7500" cy="9400"/>
            </a:xfrm>
            <a:custGeom>
              <a:avLst/>
              <a:gdLst/>
              <a:ahLst/>
              <a:cxnLst/>
              <a:rect l="l" t="t" r="r" b="b"/>
              <a:pathLst>
                <a:path w="300" h="376" extrusionOk="0">
                  <a:moveTo>
                    <a:pt x="75" y="101"/>
                  </a:moveTo>
                  <a:cubicBezTo>
                    <a:pt x="112" y="163"/>
                    <a:pt x="87" y="226"/>
                    <a:pt x="38" y="263"/>
                  </a:cubicBezTo>
                  <a:cubicBezTo>
                    <a:pt x="0" y="301"/>
                    <a:pt x="38" y="376"/>
                    <a:pt x="87" y="351"/>
                  </a:cubicBezTo>
                  <a:cubicBezTo>
                    <a:pt x="237" y="288"/>
                    <a:pt x="300" y="113"/>
                    <a:pt x="137" y="26"/>
                  </a:cubicBezTo>
                  <a:cubicBezTo>
                    <a:pt x="87" y="1"/>
                    <a:pt x="38" y="63"/>
                    <a:pt x="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>
            <a:xfrm>
              <a:off x="6797325" y="2844825"/>
              <a:ext cx="15650" cy="20325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526" y="25"/>
                  </a:moveTo>
                  <a:cubicBezTo>
                    <a:pt x="288" y="188"/>
                    <a:pt x="1" y="450"/>
                    <a:pt x="63" y="763"/>
                  </a:cubicBezTo>
                  <a:cubicBezTo>
                    <a:pt x="76" y="813"/>
                    <a:pt x="138" y="813"/>
                    <a:pt x="151" y="763"/>
                  </a:cubicBezTo>
                  <a:cubicBezTo>
                    <a:pt x="201" y="500"/>
                    <a:pt x="363" y="263"/>
                    <a:pt x="588" y="100"/>
                  </a:cubicBezTo>
                  <a:cubicBezTo>
                    <a:pt x="625" y="63"/>
                    <a:pt x="576" y="0"/>
                    <a:pt x="526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>
            <a:xfrm>
              <a:off x="6792950" y="2840450"/>
              <a:ext cx="10025" cy="24075"/>
            </a:xfrm>
            <a:custGeom>
              <a:avLst/>
              <a:gdLst/>
              <a:ahLst/>
              <a:cxnLst/>
              <a:rect l="l" t="t" r="r" b="b"/>
              <a:pathLst>
                <a:path w="401" h="963" extrusionOk="0">
                  <a:moveTo>
                    <a:pt x="288" y="850"/>
                  </a:moveTo>
                  <a:cubicBezTo>
                    <a:pt x="113" y="613"/>
                    <a:pt x="188" y="350"/>
                    <a:pt x="351" y="138"/>
                  </a:cubicBezTo>
                  <a:cubicBezTo>
                    <a:pt x="401" y="75"/>
                    <a:pt x="326" y="0"/>
                    <a:pt x="276" y="50"/>
                  </a:cubicBezTo>
                  <a:cubicBezTo>
                    <a:pt x="26" y="275"/>
                    <a:pt x="1" y="663"/>
                    <a:pt x="201" y="925"/>
                  </a:cubicBezTo>
                  <a:cubicBezTo>
                    <a:pt x="238" y="963"/>
                    <a:pt x="326" y="900"/>
                    <a:pt x="2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>
            <a:xfrm>
              <a:off x="6795150" y="2829825"/>
              <a:ext cx="8150" cy="14075"/>
            </a:xfrm>
            <a:custGeom>
              <a:avLst/>
              <a:gdLst/>
              <a:ahLst/>
              <a:cxnLst/>
              <a:rect l="l" t="t" r="r" b="b"/>
              <a:pathLst>
                <a:path w="326" h="563" extrusionOk="0">
                  <a:moveTo>
                    <a:pt x="263" y="425"/>
                  </a:moveTo>
                  <a:cubicBezTo>
                    <a:pt x="175" y="325"/>
                    <a:pt x="125" y="200"/>
                    <a:pt x="113" y="63"/>
                  </a:cubicBezTo>
                  <a:cubicBezTo>
                    <a:pt x="100" y="1"/>
                    <a:pt x="13" y="26"/>
                    <a:pt x="13" y="76"/>
                  </a:cubicBezTo>
                  <a:cubicBezTo>
                    <a:pt x="0" y="238"/>
                    <a:pt x="63" y="400"/>
                    <a:pt x="188" y="500"/>
                  </a:cubicBezTo>
                  <a:cubicBezTo>
                    <a:pt x="238" y="563"/>
                    <a:pt x="325" y="475"/>
                    <a:pt x="263" y="4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>
            <a:xfrm>
              <a:off x="6781075" y="2835125"/>
              <a:ext cx="12525" cy="14400"/>
            </a:xfrm>
            <a:custGeom>
              <a:avLst/>
              <a:gdLst/>
              <a:ahLst/>
              <a:cxnLst/>
              <a:rect l="l" t="t" r="r" b="b"/>
              <a:pathLst>
                <a:path w="501" h="576" extrusionOk="0">
                  <a:moveTo>
                    <a:pt x="476" y="288"/>
                  </a:moveTo>
                  <a:cubicBezTo>
                    <a:pt x="463" y="163"/>
                    <a:pt x="426" y="38"/>
                    <a:pt x="288" y="13"/>
                  </a:cubicBezTo>
                  <a:cubicBezTo>
                    <a:pt x="163" y="1"/>
                    <a:pt x="63" y="88"/>
                    <a:pt x="63" y="213"/>
                  </a:cubicBezTo>
                  <a:cubicBezTo>
                    <a:pt x="1" y="501"/>
                    <a:pt x="463" y="576"/>
                    <a:pt x="488" y="263"/>
                  </a:cubicBezTo>
                  <a:cubicBezTo>
                    <a:pt x="501" y="188"/>
                    <a:pt x="376" y="176"/>
                    <a:pt x="363" y="251"/>
                  </a:cubicBezTo>
                  <a:cubicBezTo>
                    <a:pt x="363" y="263"/>
                    <a:pt x="363" y="276"/>
                    <a:pt x="351" y="288"/>
                  </a:cubicBezTo>
                  <a:cubicBezTo>
                    <a:pt x="351" y="376"/>
                    <a:pt x="488" y="376"/>
                    <a:pt x="476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>
            <a:xfrm>
              <a:off x="695500" y="2835450"/>
              <a:ext cx="104675" cy="111250"/>
            </a:xfrm>
            <a:custGeom>
              <a:avLst/>
              <a:gdLst/>
              <a:ahLst/>
              <a:cxnLst/>
              <a:rect l="l" t="t" r="r" b="b"/>
              <a:pathLst>
                <a:path w="4187" h="4450" extrusionOk="0">
                  <a:moveTo>
                    <a:pt x="288" y="2650"/>
                  </a:moveTo>
                  <a:cubicBezTo>
                    <a:pt x="100" y="1075"/>
                    <a:pt x="1912" y="0"/>
                    <a:pt x="3124" y="1125"/>
                  </a:cubicBezTo>
                  <a:cubicBezTo>
                    <a:pt x="4062" y="2000"/>
                    <a:pt x="3624" y="3475"/>
                    <a:pt x="2974" y="4374"/>
                  </a:cubicBezTo>
                  <a:cubicBezTo>
                    <a:pt x="2949" y="4412"/>
                    <a:pt x="2999" y="4449"/>
                    <a:pt x="3037" y="4424"/>
                  </a:cubicBezTo>
                  <a:cubicBezTo>
                    <a:pt x="3974" y="3412"/>
                    <a:pt x="4187" y="1475"/>
                    <a:pt x="2799" y="738"/>
                  </a:cubicBezTo>
                  <a:cubicBezTo>
                    <a:pt x="1450" y="25"/>
                    <a:pt x="0" y="1213"/>
                    <a:pt x="188" y="2650"/>
                  </a:cubicBezTo>
                  <a:cubicBezTo>
                    <a:pt x="188" y="2712"/>
                    <a:pt x="300" y="2725"/>
                    <a:pt x="2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>
            <a:xfrm>
              <a:off x="628000" y="2941675"/>
              <a:ext cx="146875" cy="263700"/>
            </a:xfrm>
            <a:custGeom>
              <a:avLst/>
              <a:gdLst/>
              <a:ahLst/>
              <a:cxnLst/>
              <a:rect l="l" t="t" r="r" b="b"/>
              <a:pathLst>
                <a:path w="5875" h="10548" extrusionOk="0">
                  <a:moveTo>
                    <a:pt x="5812" y="25"/>
                  </a:moveTo>
                  <a:cubicBezTo>
                    <a:pt x="3937" y="1350"/>
                    <a:pt x="1513" y="2550"/>
                    <a:pt x="738" y="4862"/>
                  </a:cubicBezTo>
                  <a:cubicBezTo>
                    <a:pt x="151" y="6599"/>
                    <a:pt x="1" y="9073"/>
                    <a:pt x="1263" y="10523"/>
                  </a:cubicBezTo>
                  <a:cubicBezTo>
                    <a:pt x="1288" y="10548"/>
                    <a:pt x="1338" y="10510"/>
                    <a:pt x="1313" y="10485"/>
                  </a:cubicBezTo>
                  <a:cubicBezTo>
                    <a:pt x="113" y="8848"/>
                    <a:pt x="288" y="6086"/>
                    <a:pt x="1138" y="4324"/>
                  </a:cubicBezTo>
                  <a:cubicBezTo>
                    <a:pt x="2063" y="2412"/>
                    <a:pt x="4175" y="1300"/>
                    <a:pt x="5837" y="100"/>
                  </a:cubicBezTo>
                  <a:cubicBezTo>
                    <a:pt x="5874" y="63"/>
                    <a:pt x="5837" y="0"/>
                    <a:pt x="5799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>
            <a:xfrm>
              <a:off x="668000" y="3137875"/>
              <a:ext cx="85000" cy="100300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8" y="2925"/>
                  </a:moveTo>
                  <a:cubicBezTo>
                    <a:pt x="900" y="3424"/>
                    <a:pt x="2075" y="3624"/>
                    <a:pt x="2812" y="2787"/>
                  </a:cubicBezTo>
                  <a:cubicBezTo>
                    <a:pt x="3237" y="2312"/>
                    <a:pt x="3400" y="1175"/>
                    <a:pt x="2975" y="625"/>
                  </a:cubicBezTo>
                  <a:cubicBezTo>
                    <a:pt x="2500" y="0"/>
                    <a:pt x="1350" y="88"/>
                    <a:pt x="1025" y="825"/>
                  </a:cubicBezTo>
                  <a:cubicBezTo>
                    <a:pt x="813" y="1262"/>
                    <a:pt x="838" y="1775"/>
                    <a:pt x="1088" y="2200"/>
                  </a:cubicBezTo>
                  <a:cubicBezTo>
                    <a:pt x="1450" y="2837"/>
                    <a:pt x="2425" y="3237"/>
                    <a:pt x="2537" y="3987"/>
                  </a:cubicBezTo>
                  <a:cubicBezTo>
                    <a:pt x="2537" y="4012"/>
                    <a:pt x="2575" y="4012"/>
                    <a:pt x="2575" y="3987"/>
                  </a:cubicBezTo>
                  <a:cubicBezTo>
                    <a:pt x="2562" y="3574"/>
                    <a:pt x="2287" y="3337"/>
                    <a:pt x="2000" y="3062"/>
                  </a:cubicBezTo>
                  <a:cubicBezTo>
                    <a:pt x="1713" y="2787"/>
                    <a:pt x="1350" y="2500"/>
                    <a:pt x="1188" y="2150"/>
                  </a:cubicBezTo>
                  <a:cubicBezTo>
                    <a:pt x="825" y="1287"/>
                    <a:pt x="1075" y="288"/>
                    <a:pt x="2200" y="425"/>
                  </a:cubicBezTo>
                  <a:cubicBezTo>
                    <a:pt x="2550" y="350"/>
                    <a:pt x="2762" y="488"/>
                    <a:pt x="2837" y="838"/>
                  </a:cubicBezTo>
                  <a:cubicBezTo>
                    <a:pt x="2975" y="913"/>
                    <a:pt x="3050" y="1063"/>
                    <a:pt x="3050" y="1212"/>
                  </a:cubicBezTo>
                  <a:cubicBezTo>
                    <a:pt x="3062" y="1275"/>
                    <a:pt x="3062" y="1337"/>
                    <a:pt x="3050" y="1400"/>
                  </a:cubicBezTo>
                  <a:cubicBezTo>
                    <a:pt x="3087" y="1650"/>
                    <a:pt x="3075" y="1912"/>
                    <a:pt x="3025" y="2162"/>
                  </a:cubicBezTo>
                  <a:cubicBezTo>
                    <a:pt x="2687" y="3524"/>
                    <a:pt x="1025" y="3399"/>
                    <a:pt x="75" y="2862"/>
                  </a:cubicBezTo>
                  <a:cubicBezTo>
                    <a:pt x="38" y="2837"/>
                    <a:pt x="0" y="2900"/>
                    <a:pt x="38" y="2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>
            <a:xfrm>
              <a:off x="722350" y="3245025"/>
              <a:ext cx="13775" cy="55325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01" y="51"/>
                  </a:moveTo>
                  <a:cubicBezTo>
                    <a:pt x="476" y="825"/>
                    <a:pt x="238" y="1438"/>
                    <a:pt x="13" y="2163"/>
                  </a:cubicBezTo>
                  <a:cubicBezTo>
                    <a:pt x="1" y="2200"/>
                    <a:pt x="51" y="2213"/>
                    <a:pt x="76" y="2188"/>
                  </a:cubicBezTo>
                  <a:cubicBezTo>
                    <a:pt x="488" y="1588"/>
                    <a:pt x="551" y="738"/>
                    <a:pt x="476" y="51"/>
                  </a:cubicBezTo>
                  <a:cubicBezTo>
                    <a:pt x="476" y="1"/>
                    <a:pt x="388" y="1"/>
                    <a:pt x="4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>
            <a:xfrm>
              <a:off x="692050" y="2972300"/>
              <a:ext cx="96575" cy="82175"/>
            </a:xfrm>
            <a:custGeom>
              <a:avLst/>
              <a:gdLst/>
              <a:ahLst/>
              <a:cxnLst/>
              <a:rect l="l" t="t" r="r" b="b"/>
              <a:pathLst>
                <a:path w="3863" h="3287" extrusionOk="0">
                  <a:moveTo>
                    <a:pt x="63" y="1100"/>
                  </a:moveTo>
                  <a:cubicBezTo>
                    <a:pt x="738" y="575"/>
                    <a:pt x="1563" y="113"/>
                    <a:pt x="2450" y="350"/>
                  </a:cubicBezTo>
                  <a:cubicBezTo>
                    <a:pt x="2900" y="487"/>
                    <a:pt x="3287" y="812"/>
                    <a:pt x="3500" y="1250"/>
                  </a:cubicBezTo>
                  <a:cubicBezTo>
                    <a:pt x="3650" y="1525"/>
                    <a:pt x="3737" y="1837"/>
                    <a:pt x="3737" y="2149"/>
                  </a:cubicBezTo>
                  <a:cubicBezTo>
                    <a:pt x="3725" y="2887"/>
                    <a:pt x="3300" y="3037"/>
                    <a:pt x="2463" y="2612"/>
                  </a:cubicBezTo>
                  <a:cubicBezTo>
                    <a:pt x="2500" y="2574"/>
                    <a:pt x="2463" y="2512"/>
                    <a:pt x="2425" y="2537"/>
                  </a:cubicBezTo>
                  <a:cubicBezTo>
                    <a:pt x="2050" y="2824"/>
                    <a:pt x="2463" y="3162"/>
                    <a:pt x="2812" y="3212"/>
                  </a:cubicBezTo>
                  <a:cubicBezTo>
                    <a:pt x="3475" y="3287"/>
                    <a:pt x="3862" y="2612"/>
                    <a:pt x="3837" y="2037"/>
                  </a:cubicBezTo>
                  <a:cubicBezTo>
                    <a:pt x="3812" y="1237"/>
                    <a:pt x="3250" y="450"/>
                    <a:pt x="2475" y="250"/>
                  </a:cubicBezTo>
                  <a:cubicBezTo>
                    <a:pt x="1550" y="0"/>
                    <a:pt x="701" y="475"/>
                    <a:pt x="26" y="1050"/>
                  </a:cubicBezTo>
                  <a:cubicBezTo>
                    <a:pt x="1" y="1075"/>
                    <a:pt x="38" y="1112"/>
                    <a:pt x="63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>
            <a:xfrm>
              <a:off x="720175" y="2958850"/>
              <a:ext cx="110625" cy="22825"/>
            </a:xfrm>
            <a:custGeom>
              <a:avLst/>
              <a:gdLst/>
              <a:ahLst/>
              <a:cxnLst/>
              <a:rect l="l" t="t" r="r" b="b"/>
              <a:pathLst>
                <a:path w="4425" h="913" extrusionOk="0">
                  <a:moveTo>
                    <a:pt x="100" y="875"/>
                  </a:moveTo>
                  <a:cubicBezTo>
                    <a:pt x="1100" y="38"/>
                    <a:pt x="3250" y="1"/>
                    <a:pt x="4362" y="588"/>
                  </a:cubicBezTo>
                  <a:cubicBezTo>
                    <a:pt x="4399" y="601"/>
                    <a:pt x="4424" y="551"/>
                    <a:pt x="4399" y="526"/>
                  </a:cubicBezTo>
                  <a:cubicBezTo>
                    <a:pt x="3712" y="1"/>
                    <a:pt x="2725" y="88"/>
                    <a:pt x="1912" y="176"/>
                  </a:cubicBezTo>
                  <a:cubicBezTo>
                    <a:pt x="1250" y="251"/>
                    <a:pt x="563" y="376"/>
                    <a:pt x="38" y="825"/>
                  </a:cubicBezTo>
                  <a:cubicBezTo>
                    <a:pt x="0" y="863"/>
                    <a:pt x="63" y="913"/>
                    <a:pt x="100" y="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>
            <a:xfrm>
              <a:off x="830150" y="29694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126"/>
                  </a:moveTo>
                  <a:cubicBezTo>
                    <a:pt x="0" y="213"/>
                    <a:pt x="25" y="325"/>
                    <a:pt x="88" y="388"/>
                  </a:cubicBezTo>
                  <a:cubicBezTo>
                    <a:pt x="163" y="450"/>
                    <a:pt x="250" y="475"/>
                    <a:pt x="338" y="463"/>
                  </a:cubicBezTo>
                  <a:cubicBezTo>
                    <a:pt x="375" y="450"/>
                    <a:pt x="400" y="438"/>
                    <a:pt x="425" y="425"/>
                  </a:cubicBezTo>
                  <a:cubicBezTo>
                    <a:pt x="450" y="388"/>
                    <a:pt x="463" y="350"/>
                    <a:pt x="463" y="313"/>
                  </a:cubicBezTo>
                  <a:cubicBezTo>
                    <a:pt x="488" y="188"/>
                    <a:pt x="425" y="63"/>
                    <a:pt x="300" y="13"/>
                  </a:cubicBezTo>
                  <a:cubicBezTo>
                    <a:pt x="175" y="1"/>
                    <a:pt x="50" y="101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>
            <a:xfrm>
              <a:off x="828275" y="2965425"/>
              <a:ext cx="16275" cy="17825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63" y="275"/>
                  </a:moveTo>
                  <a:cubicBezTo>
                    <a:pt x="0" y="438"/>
                    <a:pt x="88" y="625"/>
                    <a:pt x="263" y="675"/>
                  </a:cubicBezTo>
                  <a:cubicBezTo>
                    <a:pt x="425" y="712"/>
                    <a:pt x="575" y="650"/>
                    <a:pt x="588" y="487"/>
                  </a:cubicBezTo>
                  <a:cubicBezTo>
                    <a:pt x="650" y="88"/>
                    <a:pt x="88" y="0"/>
                    <a:pt x="88" y="400"/>
                  </a:cubicBezTo>
                  <a:cubicBezTo>
                    <a:pt x="88" y="438"/>
                    <a:pt x="163" y="450"/>
                    <a:pt x="163" y="413"/>
                  </a:cubicBezTo>
                  <a:cubicBezTo>
                    <a:pt x="488" y="288"/>
                    <a:pt x="563" y="313"/>
                    <a:pt x="388" y="462"/>
                  </a:cubicBezTo>
                  <a:cubicBezTo>
                    <a:pt x="275" y="637"/>
                    <a:pt x="213" y="587"/>
                    <a:pt x="175" y="300"/>
                  </a:cubicBezTo>
                  <a:cubicBezTo>
                    <a:pt x="188" y="238"/>
                    <a:pt x="88" y="200"/>
                    <a:pt x="63" y="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>
            <a:xfrm>
              <a:off x="662375" y="3207225"/>
              <a:ext cx="3150" cy="2850"/>
            </a:xfrm>
            <a:custGeom>
              <a:avLst/>
              <a:gdLst/>
              <a:ahLst/>
              <a:cxnLst/>
              <a:rect l="l" t="t" r="r" b="b"/>
              <a:pathLst>
                <a:path w="126" h="114" extrusionOk="0">
                  <a:moveTo>
                    <a:pt x="63" y="101"/>
                  </a:moveTo>
                  <a:lnTo>
                    <a:pt x="88" y="88"/>
                  </a:lnTo>
                  <a:cubicBezTo>
                    <a:pt x="126" y="76"/>
                    <a:pt x="126" y="38"/>
                    <a:pt x="88" y="26"/>
                  </a:cubicBezTo>
                  <a:lnTo>
                    <a:pt x="63" y="13"/>
                  </a:lnTo>
                  <a:cubicBezTo>
                    <a:pt x="1" y="1"/>
                    <a:pt x="1" y="113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>
            <a:xfrm>
              <a:off x="705800" y="32975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13" y="25"/>
                  </a:moveTo>
                  <a:cubicBezTo>
                    <a:pt x="76" y="225"/>
                    <a:pt x="1" y="1175"/>
                    <a:pt x="138" y="1637"/>
                  </a:cubicBezTo>
                  <a:cubicBezTo>
                    <a:pt x="163" y="1687"/>
                    <a:pt x="251" y="1675"/>
                    <a:pt x="238" y="1612"/>
                  </a:cubicBezTo>
                  <a:cubicBezTo>
                    <a:pt x="201" y="1375"/>
                    <a:pt x="188" y="1125"/>
                    <a:pt x="226" y="887"/>
                  </a:cubicBezTo>
                  <a:cubicBezTo>
                    <a:pt x="263" y="650"/>
                    <a:pt x="375" y="225"/>
                    <a:pt x="638" y="125"/>
                  </a:cubicBezTo>
                  <a:cubicBezTo>
                    <a:pt x="700" y="100"/>
                    <a:pt x="675" y="0"/>
                    <a:pt x="600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>
            <a:xfrm>
              <a:off x="708300" y="3297825"/>
              <a:ext cx="19700" cy="42200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113" y="1638"/>
                  </a:moveTo>
                  <a:cubicBezTo>
                    <a:pt x="475" y="1288"/>
                    <a:pt x="788" y="563"/>
                    <a:pt x="638" y="63"/>
                  </a:cubicBezTo>
                  <a:cubicBezTo>
                    <a:pt x="625" y="1"/>
                    <a:pt x="538" y="26"/>
                    <a:pt x="550" y="88"/>
                  </a:cubicBezTo>
                  <a:cubicBezTo>
                    <a:pt x="600" y="625"/>
                    <a:pt x="413" y="1175"/>
                    <a:pt x="38" y="1575"/>
                  </a:cubicBezTo>
                  <a:cubicBezTo>
                    <a:pt x="1" y="1613"/>
                    <a:pt x="63" y="1688"/>
                    <a:pt x="113" y="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>
            <a:xfrm>
              <a:off x="732050" y="3237525"/>
              <a:ext cx="30000" cy="33150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25" y="51"/>
                  </a:moveTo>
                  <a:cubicBezTo>
                    <a:pt x="0" y="388"/>
                    <a:pt x="175" y="663"/>
                    <a:pt x="388" y="913"/>
                  </a:cubicBezTo>
                  <a:cubicBezTo>
                    <a:pt x="563" y="1163"/>
                    <a:pt x="850" y="1313"/>
                    <a:pt x="1150" y="1325"/>
                  </a:cubicBezTo>
                  <a:cubicBezTo>
                    <a:pt x="1200" y="1325"/>
                    <a:pt x="1200" y="1250"/>
                    <a:pt x="1163" y="1250"/>
                  </a:cubicBezTo>
                  <a:cubicBezTo>
                    <a:pt x="875" y="1225"/>
                    <a:pt x="613" y="1088"/>
                    <a:pt x="450" y="863"/>
                  </a:cubicBezTo>
                  <a:cubicBezTo>
                    <a:pt x="263" y="613"/>
                    <a:pt x="88" y="363"/>
                    <a:pt x="100" y="51"/>
                  </a:cubicBezTo>
                  <a:cubicBezTo>
                    <a:pt x="100" y="1"/>
                    <a:pt x="25" y="1"/>
                    <a:pt x="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>
            <a:xfrm>
              <a:off x="732675" y="3237850"/>
              <a:ext cx="29375" cy="33125"/>
            </a:xfrm>
            <a:custGeom>
              <a:avLst/>
              <a:gdLst/>
              <a:ahLst/>
              <a:cxnLst/>
              <a:rect l="l" t="t" r="r" b="b"/>
              <a:pathLst>
                <a:path w="1175" h="1325" extrusionOk="0">
                  <a:moveTo>
                    <a:pt x="1163" y="1262"/>
                  </a:moveTo>
                  <a:cubicBezTo>
                    <a:pt x="1088" y="700"/>
                    <a:pt x="675" y="125"/>
                    <a:pt x="100" y="13"/>
                  </a:cubicBezTo>
                  <a:cubicBezTo>
                    <a:pt x="38" y="0"/>
                    <a:pt x="0" y="75"/>
                    <a:pt x="50" y="113"/>
                  </a:cubicBezTo>
                  <a:cubicBezTo>
                    <a:pt x="288" y="250"/>
                    <a:pt x="525" y="313"/>
                    <a:pt x="700" y="550"/>
                  </a:cubicBezTo>
                  <a:cubicBezTo>
                    <a:pt x="875" y="763"/>
                    <a:pt x="1013" y="1012"/>
                    <a:pt x="1100" y="1287"/>
                  </a:cubicBezTo>
                  <a:cubicBezTo>
                    <a:pt x="1113" y="1325"/>
                    <a:pt x="1175" y="1312"/>
                    <a:pt x="1163" y="12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>
            <a:xfrm>
              <a:off x="739850" y="2929475"/>
              <a:ext cx="86875" cy="38475"/>
            </a:xfrm>
            <a:custGeom>
              <a:avLst/>
              <a:gdLst/>
              <a:ahLst/>
              <a:cxnLst/>
              <a:rect l="l" t="t" r="r" b="b"/>
              <a:pathLst>
                <a:path w="3475" h="1539" extrusionOk="0">
                  <a:moveTo>
                    <a:pt x="76" y="1513"/>
                  </a:moveTo>
                  <a:cubicBezTo>
                    <a:pt x="1075" y="801"/>
                    <a:pt x="2213" y="326"/>
                    <a:pt x="3412" y="101"/>
                  </a:cubicBezTo>
                  <a:cubicBezTo>
                    <a:pt x="3475" y="88"/>
                    <a:pt x="3450" y="1"/>
                    <a:pt x="3387" y="13"/>
                  </a:cubicBezTo>
                  <a:cubicBezTo>
                    <a:pt x="2175" y="226"/>
                    <a:pt x="1025" y="726"/>
                    <a:pt x="38" y="1451"/>
                  </a:cubicBezTo>
                  <a:cubicBezTo>
                    <a:pt x="1" y="1476"/>
                    <a:pt x="38" y="1538"/>
                    <a:pt x="76" y="1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>
            <a:xfrm>
              <a:off x="824200" y="2919175"/>
              <a:ext cx="16275" cy="17825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88" y="525"/>
                  </a:moveTo>
                  <a:cubicBezTo>
                    <a:pt x="288" y="713"/>
                    <a:pt x="651" y="475"/>
                    <a:pt x="451" y="238"/>
                  </a:cubicBezTo>
                  <a:cubicBezTo>
                    <a:pt x="238" y="1"/>
                    <a:pt x="1" y="338"/>
                    <a:pt x="101" y="563"/>
                  </a:cubicBezTo>
                  <a:cubicBezTo>
                    <a:pt x="113" y="600"/>
                    <a:pt x="176" y="575"/>
                    <a:pt x="176" y="538"/>
                  </a:cubicBezTo>
                  <a:cubicBezTo>
                    <a:pt x="163" y="500"/>
                    <a:pt x="163" y="463"/>
                    <a:pt x="176" y="425"/>
                  </a:cubicBezTo>
                  <a:cubicBezTo>
                    <a:pt x="176" y="351"/>
                    <a:pt x="176" y="351"/>
                    <a:pt x="151" y="463"/>
                  </a:cubicBezTo>
                  <a:cubicBezTo>
                    <a:pt x="101" y="425"/>
                    <a:pt x="38" y="488"/>
                    <a:pt x="88" y="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>
            <a:xfrm>
              <a:off x="728300" y="2974800"/>
              <a:ext cx="82175" cy="306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225"/>
                  </a:moveTo>
                  <a:cubicBezTo>
                    <a:pt x="1288" y="87"/>
                    <a:pt x="2287" y="425"/>
                    <a:pt x="3225" y="1200"/>
                  </a:cubicBezTo>
                  <a:cubicBezTo>
                    <a:pt x="3250" y="1225"/>
                    <a:pt x="3287" y="1187"/>
                    <a:pt x="3262" y="1150"/>
                  </a:cubicBezTo>
                  <a:cubicBezTo>
                    <a:pt x="2537" y="212"/>
                    <a:pt x="1163" y="0"/>
                    <a:pt x="63" y="137"/>
                  </a:cubicBezTo>
                  <a:cubicBezTo>
                    <a:pt x="0" y="137"/>
                    <a:pt x="0" y="237"/>
                    <a:pt x="6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>
            <a:xfrm>
              <a:off x="805150" y="3001975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475"/>
                  </a:moveTo>
                  <a:cubicBezTo>
                    <a:pt x="550" y="513"/>
                    <a:pt x="600" y="50"/>
                    <a:pt x="288" y="25"/>
                  </a:cubicBezTo>
                  <a:cubicBezTo>
                    <a:pt x="1" y="0"/>
                    <a:pt x="26" y="425"/>
                    <a:pt x="313" y="425"/>
                  </a:cubicBezTo>
                  <a:cubicBezTo>
                    <a:pt x="350" y="425"/>
                    <a:pt x="363" y="375"/>
                    <a:pt x="325" y="363"/>
                  </a:cubicBezTo>
                  <a:cubicBezTo>
                    <a:pt x="275" y="300"/>
                    <a:pt x="250" y="325"/>
                    <a:pt x="250" y="413"/>
                  </a:cubicBezTo>
                  <a:cubicBezTo>
                    <a:pt x="213" y="413"/>
                    <a:pt x="213" y="475"/>
                    <a:pt x="25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>
            <a:xfrm>
              <a:off x="644875" y="3178475"/>
              <a:ext cx="60325" cy="237475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6" y="51"/>
                  </a:moveTo>
                  <a:cubicBezTo>
                    <a:pt x="1275" y="3362"/>
                    <a:pt x="2413" y="6049"/>
                    <a:pt x="388" y="9373"/>
                  </a:cubicBezTo>
                  <a:cubicBezTo>
                    <a:pt x="338" y="9448"/>
                    <a:pt x="451" y="9498"/>
                    <a:pt x="488" y="9436"/>
                  </a:cubicBezTo>
                  <a:cubicBezTo>
                    <a:pt x="1438" y="8024"/>
                    <a:pt x="1838" y="6749"/>
                    <a:pt x="1675" y="5050"/>
                  </a:cubicBezTo>
                  <a:cubicBezTo>
                    <a:pt x="1488" y="3113"/>
                    <a:pt x="776" y="1813"/>
                    <a:pt x="76" y="38"/>
                  </a:cubicBezTo>
                  <a:cubicBezTo>
                    <a:pt x="63" y="1"/>
                    <a:pt x="1" y="13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>
            <a:xfrm>
              <a:off x="699875" y="2899175"/>
              <a:ext cx="49375" cy="31900"/>
            </a:xfrm>
            <a:custGeom>
              <a:avLst/>
              <a:gdLst/>
              <a:ahLst/>
              <a:cxnLst/>
              <a:rect l="l" t="t" r="r" b="b"/>
              <a:pathLst>
                <a:path w="1975" h="1276" extrusionOk="0">
                  <a:moveTo>
                    <a:pt x="13" y="63"/>
                  </a:moveTo>
                  <a:cubicBezTo>
                    <a:pt x="100" y="613"/>
                    <a:pt x="450" y="1151"/>
                    <a:pt x="1062" y="1213"/>
                  </a:cubicBezTo>
                  <a:cubicBezTo>
                    <a:pt x="1550" y="1275"/>
                    <a:pt x="1975" y="888"/>
                    <a:pt x="1975" y="401"/>
                  </a:cubicBezTo>
                  <a:cubicBezTo>
                    <a:pt x="1975" y="326"/>
                    <a:pt x="1862" y="326"/>
                    <a:pt x="1862" y="401"/>
                  </a:cubicBezTo>
                  <a:cubicBezTo>
                    <a:pt x="1850" y="976"/>
                    <a:pt x="1275" y="1263"/>
                    <a:pt x="775" y="1026"/>
                  </a:cubicBezTo>
                  <a:cubicBezTo>
                    <a:pt x="363" y="838"/>
                    <a:pt x="163" y="463"/>
                    <a:pt x="75" y="38"/>
                  </a:cubicBezTo>
                  <a:cubicBezTo>
                    <a:pt x="63" y="1"/>
                    <a:pt x="0" y="13"/>
                    <a:pt x="13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>
            <a:xfrm>
              <a:off x="674550" y="3113825"/>
              <a:ext cx="31600" cy="62800"/>
            </a:xfrm>
            <a:custGeom>
              <a:avLst/>
              <a:gdLst/>
              <a:ahLst/>
              <a:cxnLst/>
              <a:rect l="l" t="t" r="r" b="b"/>
              <a:pathLst>
                <a:path w="1264" h="2512" extrusionOk="0">
                  <a:moveTo>
                    <a:pt x="726" y="2449"/>
                  </a:moveTo>
                  <a:cubicBezTo>
                    <a:pt x="713" y="1825"/>
                    <a:pt x="1263" y="1325"/>
                    <a:pt x="1038" y="687"/>
                  </a:cubicBezTo>
                  <a:cubicBezTo>
                    <a:pt x="888" y="275"/>
                    <a:pt x="488" y="0"/>
                    <a:pt x="51" y="13"/>
                  </a:cubicBezTo>
                  <a:cubicBezTo>
                    <a:pt x="13" y="13"/>
                    <a:pt x="1" y="75"/>
                    <a:pt x="38" y="88"/>
                  </a:cubicBezTo>
                  <a:cubicBezTo>
                    <a:pt x="838" y="200"/>
                    <a:pt x="1138" y="875"/>
                    <a:pt x="838" y="1575"/>
                  </a:cubicBezTo>
                  <a:cubicBezTo>
                    <a:pt x="701" y="1850"/>
                    <a:pt x="638" y="2149"/>
                    <a:pt x="651" y="2449"/>
                  </a:cubicBezTo>
                  <a:cubicBezTo>
                    <a:pt x="651" y="2499"/>
                    <a:pt x="726" y="2512"/>
                    <a:pt x="7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>
            <a:xfrm>
              <a:off x="658950" y="3112575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25" y="113"/>
                  </a:moveTo>
                  <a:cubicBezTo>
                    <a:pt x="525" y="0"/>
                    <a:pt x="275" y="163"/>
                    <a:pt x="163" y="437"/>
                  </a:cubicBezTo>
                  <a:cubicBezTo>
                    <a:pt x="75" y="675"/>
                    <a:pt x="0" y="1062"/>
                    <a:pt x="250" y="1212"/>
                  </a:cubicBezTo>
                  <a:cubicBezTo>
                    <a:pt x="275" y="1225"/>
                    <a:pt x="313" y="1200"/>
                    <a:pt x="300" y="1162"/>
                  </a:cubicBezTo>
                  <a:cubicBezTo>
                    <a:pt x="50" y="837"/>
                    <a:pt x="275" y="0"/>
                    <a:pt x="800" y="175"/>
                  </a:cubicBezTo>
                  <a:cubicBezTo>
                    <a:pt x="850" y="200"/>
                    <a:pt x="862" y="125"/>
                    <a:pt x="825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>
            <a:xfrm>
              <a:off x="762050" y="2872625"/>
              <a:ext cx="56250" cy="81250"/>
            </a:xfrm>
            <a:custGeom>
              <a:avLst/>
              <a:gdLst/>
              <a:ahLst/>
              <a:cxnLst/>
              <a:rect l="l" t="t" r="r" b="b"/>
              <a:pathLst>
                <a:path w="2250" h="3250" extrusionOk="0">
                  <a:moveTo>
                    <a:pt x="87" y="3212"/>
                  </a:moveTo>
                  <a:cubicBezTo>
                    <a:pt x="1037" y="2425"/>
                    <a:pt x="2249" y="1450"/>
                    <a:pt x="1962" y="51"/>
                  </a:cubicBezTo>
                  <a:cubicBezTo>
                    <a:pt x="1949" y="1"/>
                    <a:pt x="1862" y="26"/>
                    <a:pt x="1875" y="76"/>
                  </a:cubicBezTo>
                  <a:cubicBezTo>
                    <a:pt x="2062" y="1463"/>
                    <a:pt x="987" y="2350"/>
                    <a:pt x="37" y="3162"/>
                  </a:cubicBezTo>
                  <a:cubicBezTo>
                    <a:pt x="0" y="3187"/>
                    <a:pt x="62" y="3250"/>
                    <a:pt x="100" y="32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>
            <a:xfrm>
              <a:off x="710800" y="31019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101" y="1175"/>
                  </a:moveTo>
                  <a:cubicBezTo>
                    <a:pt x="126" y="775"/>
                    <a:pt x="288" y="388"/>
                    <a:pt x="575" y="100"/>
                  </a:cubicBezTo>
                  <a:cubicBezTo>
                    <a:pt x="613" y="63"/>
                    <a:pt x="563" y="0"/>
                    <a:pt x="525" y="25"/>
                  </a:cubicBezTo>
                  <a:cubicBezTo>
                    <a:pt x="350" y="150"/>
                    <a:pt x="225" y="325"/>
                    <a:pt x="163" y="525"/>
                  </a:cubicBezTo>
                  <a:cubicBezTo>
                    <a:pt x="51" y="725"/>
                    <a:pt x="1" y="950"/>
                    <a:pt x="13" y="1175"/>
                  </a:cubicBezTo>
                  <a:cubicBezTo>
                    <a:pt x="13" y="1237"/>
                    <a:pt x="113" y="1237"/>
                    <a:pt x="11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>
            <a:xfrm>
              <a:off x="710175" y="31016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550" y="101"/>
                  </a:moveTo>
                  <a:cubicBezTo>
                    <a:pt x="763" y="538"/>
                    <a:pt x="475" y="1050"/>
                    <a:pt x="51" y="1250"/>
                  </a:cubicBezTo>
                  <a:cubicBezTo>
                    <a:pt x="1" y="1275"/>
                    <a:pt x="38" y="1375"/>
                    <a:pt x="101" y="1350"/>
                  </a:cubicBezTo>
                  <a:cubicBezTo>
                    <a:pt x="575" y="1138"/>
                    <a:pt x="875" y="538"/>
                    <a:pt x="638" y="51"/>
                  </a:cubicBezTo>
                  <a:cubicBezTo>
                    <a:pt x="613" y="1"/>
                    <a:pt x="525" y="51"/>
                    <a:pt x="550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>
            <a:xfrm>
              <a:off x="669550" y="3338125"/>
              <a:ext cx="60025" cy="13217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576" y="51"/>
                  </a:moveTo>
                  <a:cubicBezTo>
                    <a:pt x="263" y="1638"/>
                    <a:pt x="1" y="5074"/>
                    <a:pt x="2350" y="5287"/>
                  </a:cubicBezTo>
                  <a:cubicBezTo>
                    <a:pt x="2400" y="5287"/>
                    <a:pt x="2388" y="5224"/>
                    <a:pt x="2350" y="5212"/>
                  </a:cubicBezTo>
                  <a:cubicBezTo>
                    <a:pt x="63" y="4912"/>
                    <a:pt x="363" y="1600"/>
                    <a:pt x="651" y="63"/>
                  </a:cubicBezTo>
                  <a:cubicBezTo>
                    <a:pt x="663" y="13"/>
                    <a:pt x="588" y="1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>
            <a:xfrm>
              <a:off x="701750" y="3402175"/>
              <a:ext cx="65000" cy="6157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13" y="1500"/>
                  </a:moveTo>
                  <a:cubicBezTo>
                    <a:pt x="350" y="2175"/>
                    <a:pt x="1175" y="2462"/>
                    <a:pt x="1825" y="2012"/>
                  </a:cubicBezTo>
                  <a:cubicBezTo>
                    <a:pt x="2400" y="1600"/>
                    <a:pt x="2599" y="538"/>
                    <a:pt x="2025" y="38"/>
                  </a:cubicBezTo>
                  <a:cubicBezTo>
                    <a:pt x="1975" y="1"/>
                    <a:pt x="1900" y="76"/>
                    <a:pt x="1950" y="113"/>
                  </a:cubicBezTo>
                  <a:cubicBezTo>
                    <a:pt x="2462" y="588"/>
                    <a:pt x="2300" y="1563"/>
                    <a:pt x="1762" y="1938"/>
                  </a:cubicBezTo>
                  <a:cubicBezTo>
                    <a:pt x="1150" y="2350"/>
                    <a:pt x="400" y="2112"/>
                    <a:pt x="75" y="1463"/>
                  </a:cubicBezTo>
                  <a:cubicBezTo>
                    <a:pt x="50" y="1425"/>
                    <a:pt x="0" y="1463"/>
                    <a:pt x="13" y="1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>
            <a:xfrm>
              <a:off x="709550" y="3392175"/>
              <a:ext cx="46575" cy="35950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1850" y="700"/>
                  </a:moveTo>
                  <a:cubicBezTo>
                    <a:pt x="1663" y="226"/>
                    <a:pt x="1125" y="1"/>
                    <a:pt x="663" y="201"/>
                  </a:cubicBezTo>
                  <a:cubicBezTo>
                    <a:pt x="200" y="401"/>
                    <a:pt x="1" y="938"/>
                    <a:pt x="200" y="1400"/>
                  </a:cubicBezTo>
                  <a:cubicBezTo>
                    <a:pt x="225" y="1438"/>
                    <a:pt x="300" y="1413"/>
                    <a:pt x="288" y="1363"/>
                  </a:cubicBezTo>
                  <a:cubicBezTo>
                    <a:pt x="163" y="938"/>
                    <a:pt x="275" y="488"/>
                    <a:pt x="713" y="301"/>
                  </a:cubicBezTo>
                  <a:cubicBezTo>
                    <a:pt x="1125" y="138"/>
                    <a:pt x="1600" y="326"/>
                    <a:pt x="1788" y="738"/>
                  </a:cubicBezTo>
                  <a:cubicBezTo>
                    <a:pt x="1800" y="775"/>
                    <a:pt x="1863" y="738"/>
                    <a:pt x="1838" y="7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>
            <a:xfrm>
              <a:off x="713300" y="3422475"/>
              <a:ext cx="30950" cy="17225"/>
            </a:xfrm>
            <a:custGeom>
              <a:avLst/>
              <a:gdLst/>
              <a:ahLst/>
              <a:cxnLst/>
              <a:rect l="l" t="t" r="r" b="b"/>
              <a:pathLst>
                <a:path w="1238" h="689" extrusionOk="0">
                  <a:moveTo>
                    <a:pt x="26" y="51"/>
                  </a:moveTo>
                  <a:cubicBezTo>
                    <a:pt x="1" y="388"/>
                    <a:pt x="375" y="638"/>
                    <a:pt x="688" y="626"/>
                  </a:cubicBezTo>
                  <a:cubicBezTo>
                    <a:pt x="1000" y="626"/>
                    <a:pt x="1238" y="351"/>
                    <a:pt x="1113" y="63"/>
                  </a:cubicBezTo>
                  <a:cubicBezTo>
                    <a:pt x="1100" y="13"/>
                    <a:pt x="1013" y="26"/>
                    <a:pt x="1025" y="88"/>
                  </a:cubicBezTo>
                  <a:cubicBezTo>
                    <a:pt x="1213" y="688"/>
                    <a:pt x="75" y="638"/>
                    <a:pt x="100" y="51"/>
                  </a:cubicBezTo>
                  <a:cubicBezTo>
                    <a:pt x="100" y="1"/>
                    <a:pt x="38" y="1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>
            <a:xfrm>
              <a:off x="702675" y="3138500"/>
              <a:ext cx="71875" cy="55325"/>
            </a:xfrm>
            <a:custGeom>
              <a:avLst/>
              <a:gdLst/>
              <a:ahLst/>
              <a:cxnLst/>
              <a:rect l="l" t="t" r="r" b="b"/>
              <a:pathLst>
                <a:path w="2875" h="2213" extrusionOk="0">
                  <a:moveTo>
                    <a:pt x="88" y="463"/>
                  </a:moveTo>
                  <a:cubicBezTo>
                    <a:pt x="1400" y="113"/>
                    <a:pt x="2487" y="925"/>
                    <a:pt x="2812" y="2187"/>
                  </a:cubicBezTo>
                  <a:cubicBezTo>
                    <a:pt x="2812" y="2212"/>
                    <a:pt x="2875" y="2212"/>
                    <a:pt x="2862" y="2175"/>
                  </a:cubicBezTo>
                  <a:cubicBezTo>
                    <a:pt x="2762" y="788"/>
                    <a:pt x="1325" y="0"/>
                    <a:pt x="51" y="388"/>
                  </a:cubicBezTo>
                  <a:cubicBezTo>
                    <a:pt x="1" y="400"/>
                    <a:pt x="26" y="475"/>
                    <a:pt x="76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>
            <a:xfrm>
              <a:off x="695500" y="2739850"/>
              <a:ext cx="104675" cy="111550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188" y="1800"/>
                  </a:moveTo>
                  <a:cubicBezTo>
                    <a:pt x="0" y="3250"/>
                    <a:pt x="1450" y="4424"/>
                    <a:pt x="2799" y="3712"/>
                  </a:cubicBezTo>
                  <a:cubicBezTo>
                    <a:pt x="4187" y="2975"/>
                    <a:pt x="3962" y="1038"/>
                    <a:pt x="3024" y="25"/>
                  </a:cubicBezTo>
                  <a:cubicBezTo>
                    <a:pt x="2999" y="0"/>
                    <a:pt x="2949" y="38"/>
                    <a:pt x="2974" y="75"/>
                  </a:cubicBezTo>
                  <a:cubicBezTo>
                    <a:pt x="3624" y="975"/>
                    <a:pt x="4074" y="2450"/>
                    <a:pt x="3124" y="3325"/>
                  </a:cubicBezTo>
                  <a:cubicBezTo>
                    <a:pt x="1912" y="4462"/>
                    <a:pt x="100" y="3375"/>
                    <a:pt x="288" y="1800"/>
                  </a:cubicBezTo>
                  <a:cubicBezTo>
                    <a:pt x="300" y="1738"/>
                    <a:pt x="188" y="1738"/>
                    <a:pt x="175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>
            <a:xfrm>
              <a:off x="628325" y="2481475"/>
              <a:ext cx="146850" cy="263400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5836" y="10448"/>
                  </a:moveTo>
                  <a:cubicBezTo>
                    <a:pt x="4162" y="9236"/>
                    <a:pt x="2050" y="8124"/>
                    <a:pt x="1125" y="6224"/>
                  </a:cubicBezTo>
                  <a:cubicBezTo>
                    <a:pt x="275" y="4462"/>
                    <a:pt x="100" y="1688"/>
                    <a:pt x="1300" y="63"/>
                  </a:cubicBezTo>
                  <a:cubicBezTo>
                    <a:pt x="1325" y="38"/>
                    <a:pt x="1275" y="1"/>
                    <a:pt x="1250" y="26"/>
                  </a:cubicBezTo>
                  <a:cubicBezTo>
                    <a:pt x="0" y="1463"/>
                    <a:pt x="138" y="3950"/>
                    <a:pt x="725" y="5674"/>
                  </a:cubicBezTo>
                  <a:cubicBezTo>
                    <a:pt x="1513" y="7986"/>
                    <a:pt x="3912" y="9186"/>
                    <a:pt x="5799" y="10510"/>
                  </a:cubicBezTo>
                  <a:cubicBezTo>
                    <a:pt x="5836" y="10535"/>
                    <a:pt x="5874" y="10473"/>
                    <a:pt x="5836" y="10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>
            <a:xfrm>
              <a:off x="667675" y="2448375"/>
              <a:ext cx="84700" cy="100925"/>
            </a:xfrm>
            <a:custGeom>
              <a:avLst/>
              <a:gdLst/>
              <a:ahLst/>
              <a:cxnLst/>
              <a:rect l="l" t="t" r="r" b="b"/>
              <a:pathLst>
                <a:path w="3388" h="4037" extrusionOk="0">
                  <a:moveTo>
                    <a:pt x="88" y="1150"/>
                  </a:moveTo>
                  <a:cubicBezTo>
                    <a:pt x="1026" y="625"/>
                    <a:pt x="2413" y="500"/>
                    <a:pt x="2950" y="1662"/>
                  </a:cubicBezTo>
                  <a:cubicBezTo>
                    <a:pt x="3075" y="1937"/>
                    <a:pt x="3113" y="2249"/>
                    <a:pt x="3075" y="2549"/>
                  </a:cubicBezTo>
                  <a:cubicBezTo>
                    <a:pt x="3063" y="2624"/>
                    <a:pt x="3075" y="2712"/>
                    <a:pt x="3075" y="2774"/>
                  </a:cubicBezTo>
                  <a:cubicBezTo>
                    <a:pt x="2938" y="3549"/>
                    <a:pt x="2738" y="3524"/>
                    <a:pt x="2213" y="3587"/>
                  </a:cubicBezTo>
                  <a:cubicBezTo>
                    <a:pt x="1313" y="3699"/>
                    <a:pt x="976" y="3087"/>
                    <a:pt x="1113" y="2312"/>
                  </a:cubicBezTo>
                  <a:cubicBezTo>
                    <a:pt x="1226" y="1737"/>
                    <a:pt x="1526" y="1425"/>
                    <a:pt x="1938" y="1037"/>
                  </a:cubicBezTo>
                  <a:cubicBezTo>
                    <a:pt x="2250" y="737"/>
                    <a:pt x="2575" y="487"/>
                    <a:pt x="2588" y="25"/>
                  </a:cubicBezTo>
                  <a:cubicBezTo>
                    <a:pt x="2588" y="0"/>
                    <a:pt x="2550" y="0"/>
                    <a:pt x="2538" y="25"/>
                  </a:cubicBezTo>
                  <a:cubicBezTo>
                    <a:pt x="2438" y="750"/>
                    <a:pt x="1538" y="1137"/>
                    <a:pt x="1163" y="1725"/>
                  </a:cubicBezTo>
                  <a:cubicBezTo>
                    <a:pt x="863" y="2149"/>
                    <a:pt x="813" y="2712"/>
                    <a:pt x="1026" y="3187"/>
                  </a:cubicBezTo>
                  <a:cubicBezTo>
                    <a:pt x="1363" y="3912"/>
                    <a:pt x="2500" y="4036"/>
                    <a:pt x="2988" y="3387"/>
                  </a:cubicBezTo>
                  <a:cubicBezTo>
                    <a:pt x="3388" y="2874"/>
                    <a:pt x="3263" y="1800"/>
                    <a:pt x="2900" y="1312"/>
                  </a:cubicBezTo>
                  <a:cubicBezTo>
                    <a:pt x="2200" y="387"/>
                    <a:pt x="938" y="575"/>
                    <a:pt x="51" y="1087"/>
                  </a:cubicBezTo>
                  <a:cubicBezTo>
                    <a:pt x="1" y="1112"/>
                    <a:pt x="51" y="1187"/>
                    <a:pt x="88" y="1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>
            <a:xfrm>
              <a:off x="722350" y="2386200"/>
              <a:ext cx="13775" cy="55325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76" y="2162"/>
                  </a:moveTo>
                  <a:cubicBezTo>
                    <a:pt x="551" y="1475"/>
                    <a:pt x="488" y="625"/>
                    <a:pt x="76" y="25"/>
                  </a:cubicBezTo>
                  <a:cubicBezTo>
                    <a:pt x="51" y="0"/>
                    <a:pt x="1" y="13"/>
                    <a:pt x="13" y="50"/>
                  </a:cubicBezTo>
                  <a:cubicBezTo>
                    <a:pt x="251" y="775"/>
                    <a:pt x="476" y="1387"/>
                    <a:pt x="401" y="2162"/>
                  </a:cubicBezTo>
                  <a:cubicBezTo>
                    <a:pt x="401" y="2212"/>
                    <a:pt x="476" y="2212"/>
                    <a:pt x="476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>
            <a:xfrm>
              <a:off x="691750" y="2632075"/>
              <a:ext cx="96875" cy="81550"/>
            </a:xfrm>
            <a:custGeom>
              <a:avLst/>
              <a:gdLst/>
              <a:ahLst/>
              <a:cxnLst/>
              <a:rect l="l" t="t" r="r" b="b"/>
              <a:pathLst>
                <a:path w="3875" h="3262" extrusionOk="0">
                  <a:moveTo>
                    <a:pt x="38" y="2237"/>
                  </a:moveTo>
                  <a:cubicBezTo>
                    <a:pt x="688" y="2787"/>
                    <a:pt x="1500" y="3262"/>
                    <a:pt x="2375" y="3074"/>
                  </a:cubicBezTo>
                  <a:cubicBezTo>
                    <a:pt x="3212" y="2887"/>
                    <a:pt x="3812" y="2087"/>
                    <a:pt x="3849" y="1250"/>
                  </a:cubicBezTo>
                  <a:cubicBezTo>
                    <a:pt x="3874" y="675"/>
                    <a:pt x="3487" y="0"/>
                    <a:pt x="2824" y="75"/>
                  </a:cubicBezTo>
                  <a:cubicBezTo>
                    <a:pt x="2475" y="113"/>
                    <a:pt x="2062" y="463"/>
                    <a:pt x="2437" y="750"/>
                  </a:cubicBezTo>
                  <a:cubicBezTo>
                    <a:pt x="2475" y="775"/>
                    <a:pt x="2512" y="712"/>
                    <a:pt x="2475" y="675"/>
                  </a:cubicBezTo>
                  <a:cubicBezTo>
                    <a:pt x="3299" y="250"/>
                    <a:pt x="3724" y="400"/>
                    <a:pt x="3749" y="1137"/>
                  </a:cubicBezTo>
                  <a:cubicBezTo>
                    <a:pt x="3737" y="1450"/>
                    <a:pt x="3662" y="1762"/>
                    <a:pt x="3499" y="2037"/>
                  </a:cubicBezTo>
                  <a:cubicBezTo>
                    <a:pt x="3299" y="2474"/>
                    <a:pt x="2912" y="2799"/>
                    <a:pt x="2450" y="2937"/>
                  </a:cubicBezTo>
                  <a:cubicBezTo>
                    <a:pt x="1562" y="3174"/>
                    <a:pt x="750" y="2712"/>
                    <a:pt x="75" y="2187"/>
                  </a:cubicBezTo>
                  <a:cubicBezTo>
                    <a:pt x="50" y="2162"/>
                    <a:pt x="0" y="2212"/>
                    <a:pt x="38" y="22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>
            <a:xfrm>
              <a:off x="720475" y="2704850"/>
              <a:ext cx="110625" cy="22850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38" y="88"/>
                  </a:moveTo>
                  <a:cubicBezTo>
                    <a:pt x="551" y="538"/>
                    <a:pt x="1238" y="663"/>
                    <a:pt x="1913" y="738"/>
                  </a:cubicBezTo>
                  <a:cubicBezTo>
                    <a:pt x="2725" y="826"/>
                    <a:pt x="3712" y="913"/>
                    <a:pt x="4400" y="388"/>
                  </a:cubicBezTo>
                  <a:cubicBezTo>
                    <a:pt x="4425" y="363"/>
                    <a:pt x="4400" y="313"/>
                    <a:pt x="4362" y="326"/>
                  </a:cubicBezTo>
                  <a:cubicBezTo>
                    <a:pt x="3238" y="913"/>
                    <a:pt x="1101" y="876"/>
                    <a:pt x="101" y="26"/>
                  </a:cubicBezTo>
                  <a:cubicBezTo>
                    <a:pt x="63" y="1"/>
                    <a:pt x="1" y="51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>
            <a:xfrm>
              <a:off x="830150" y="27051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350"/>
                  </a:moveTo>
                  <a:cubicBezTo>
                    <a:pt x="0" y="263"/>
                    <a:pt x="25" y="150"/>
                    <a:pt x="88" y="88"/>
                  </a:cubicBezTo>
                  <a:cubicBezTo>
                    <a:pt x="163" y="25"/>
                    <a:pt x="250" y="0"/>
                    <a:pt x="338" y="13"/>
                  </a:cubicBezTo>
                  <a:cubicBezTo>
                    <a:pt x="375" y="13"/>
                    <a:pt x="400" y="25"/>
                    <a:pt x="425" y="50"/>
                  </a:cubicBezTo>
                  <a:cubicBezTo>
                    <a:pt x="450" y="88"/>
                    <a:pt x="463" y="125"/>
                    <a:pt x="463" y="163"/>
                  </a:cubicBezTo>
                  <a:cubicBezTo>
                    <a:pt x="488" y="288"/>
                    <a:pt x="425" y="413"/>
                    <a:pt x="300" y="463"/>
                  </a:cubicBezTo>
                  <a:cubicBezTo>
                    <a:pt x="175" y="475"/>
                    <a:pt x="50" y="375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>
            <a:xfrm>
              <a:off x="827325" y="2698925"/>
              <a:ext cx="17225" cy="22200"/>
            </a:xfrm>
            <a:custGeom>
              <a:avLst/>
              <a:gdLst/>
              <a:ahLst/>
              <a:cxnLst/>
              <a:rect l="l" t="t" r="r" b="b"/>
              <a:pathLst>
                <a:path w="689" h="888" extrusionOk="0">
                  <a:moveTo>
                    <a:pt x="213" y="588"/>
                  </a:moveTo>
                  <a:cubicBezTo>
                    <a:pt x="251" y="300"/>
                    <a:pt x="313" y="250"/>
                    <a:pt x="426" y="425"/>
                  </a:cubicBezTo>
                  <a:cubicBezTo>
                    <a:pt x="601" y="575"/>
                    <a:pt x="526" y="588"/>
                    <a:pt x="201" y="475"/>
                  </a:cubicBezTo>
                  <a:cubicBezTo>
                    <a:pt x="201" y="438"/>
                    <a:pt x="126" y="450"/>
                    <a:pt x="126" y="488"/>
                  </a:cubicBezTo>
                  <a:cubicBezTo>
                    <a:pt x="126" y="888"/>
                    <a:pt x="688" y="800"/>
                    <a:pt x="626" y="400"/>
                  </a:cubicBezTo>
                  <a:cubicBezTo>
                    <a:pt x="576" y="0"/>
                    <a:pt x="1" y="238"/>
                    <a:pt x="101" y="613"/>
                  </a:cubicBezTo>
                  <a:cubicBezTo>
                    <a:pt x="113" y="700"/>
                    <a:pt x="238" y="663"/>
                    <a:pt x="213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>
            <a:xfrm>
              <a:off x="662375" y="2476475"/>
              <a:ext cx="3150" cy="3150"/>
            </a:xfrm>
            <a:custGeom>
              <a:avLst/>
              <a:gdLst/>
              <a:ahLst/>
              <a:cxnLst/>
              <a:rect l="l" t="t" r="r" b="b"/>
              <a:pathLst>
                <a:path w="126" h="126" extrusionOk="0">
                  <a:moveTo>
                    <a:pt x="63" y="88"/>
                  </a:moveTo>
                  <a:lnTo>
                    <a:pt x="88" y="88"/>
                  </a:lnTo>
                  <a:cubicBezTo>
                    <a:pt x="126" y="88"/>
                    <a:pt x="126" y="38"/>
                    <a:pt x="88" y="26"/>
                  </a:cubicBezTo>
                  <a:lnTo>
                    <a:pt x="63" y="26"/>
                  </a:lnTo>
                  <a:cubicBezTo>
                    <a:pt x="1" y="1"/>
                    <a:pt x="1" y="126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>
            <a:xfrm>
              <a:off x="705800" y="23468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8" y="1550"/>
                  </a:moveTo>
                  <a:cubicBezTo>
                    <a:pt x="388" y="1463"/>
                    <a:pt x="276" y="1025"/>
                    <a:pt x="226" y="800"/>
                  </a:cubicBezTo>
                  <a:cubicBezTo>
                    <a:pt x="188" y="563"/>
                    <a:pt x="201" y="313"/>
                    <a:pt x="238" y="63"/>
                  </a:cubicBezTo>
                  <a:cubicBezTo>
                    <a:pt x="238" y="13"/>
                    <a:pt x="163" y="1"/>
                    <a:pt x="138" y="51"/>
                  </a:cubicBezTo>
                  <a:cubicBezTo>
                    <a:pt x="1" y="513"/>
                    <a:pt x="76" y="1463"/>
                    <a:pt x="613" y="1663"/>
                  </a:cubicBezTo>
                  <a:cubicBezTo>
                    <a:pt x="675" y="1688"/>
                    <a:pt x="700" y="1575"/>
                    <a:pt x="638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>
            <a:xfrm>
              <a:off x="708300" y="2346525"/>
              <a:ext cx="19700" cy="42200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38" y="113"/>
                  </a:moveTo>
                  <a:cubicBezTo>
                    <a:pt x="413" y="513"/>
                    <a:pt x="600" y="1062"/>
                    <a:pt x="550" y="1600"/>
                  </a:cubicBezTo>
                  <a:cubicBezTo>
                    <a:pt x="550" y="1662"/>
                    <a:pt x="625" y="1687"/>
                    <a:pt x="638" y="1625"/>
                  </a:cubicBezTo>
                  <a:cubicBezTo>
                    <a:pt x="788" y="1125"/>
                    <a:pt x="475" y="400"/>
                    <a:pt x="113" y="50"/>
                  </a:cubicBezTo>
                  <a:cubicBezTo>
                    <a:pt x="63" y="0"/>
                    <a:pt x="1" y="63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>
            <a:xfrm>
              <a:off x="732050" y="2415875"/>
              <a:ext cx="30000" cy="33150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100" y="1275"/>
                  </a:moveTo>
                  <a:cubicBezTo>
                    <a:pt x="88" y="963"/>
                    <a:pt x="250" y="713"/>
                    <a:pt x="450" y="463"/>
                  </a:cubicBezTo>
                  <a:cubicBezTo>
                    <a:pt x="613" y="238"/>
                    <a:pt x="875" y="100"/>
                    <a:pt x="1163" y="75"/>
                  </a:cubicBezTo>
                  <a:cubicBezTo>
                    <a:pt x="1200" y="75"/>
                    <a:pt x="1200" y="0"/>
                    <a:pt x="1150" y="0"/>
                  </a:cubicBezTo>
                  <a:cubicBezTo>
                    <a:pt x="850" y="13"/>
                    <a:pt x="563" y="163"/>
                    <a:pt x="388" y="413"/>
                  </a:cubicBezTo>
                  <a:cubicBezTo>
                    <a:pt x="188" y="663"/>
                    <a:pt x="0" y="938"/>
                    <a:pt x="25" y="1275"/>
                  </a:cubicBezTo>
                  <a:cubicBezTo>
                    <a:pt x="25" y="1325"/>
                    <a:pt x="100" y="1325"/>
                    <a:pt x="100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>
            <a:xfrm>
              <a:off x="732675" y="2415550"/>
              <a:ext cx="29075" cy="33475"/>
            </a:xfrm>
            <a:custGeom>
              <a:avLst/>
              <a:gdLst/>
              <a:ahLst/>
              <a:cxnLst/>
              <a:rect l="l" t="t" r="r" b="b"/>
              <a:pathLst>
                <a:path w="1163" h="1339" extrusionOk="0">
                  <a:moveTo>
                    <a:pt x="1100" y="51"/>
                  </a:moveTo>
                  <a:cubicBezTo>
                    <a:pt x="1013" y="313"/>
                    <a:pt x="875" y="563"/>
                    <a:pt x="700" y="788"/>
                  </a:cubicBezTo>
                  <a:cubicBezTo>
                    <a:pt x="525" y="1013"/>
                    <a:pt x="288" y="1076"/>
                    <a:pt x="50" y="1213"/>
                  </a:cubicBezTo>
                  <a:cubicBezTo>
                    <a:pt x="0" y="1251"/>
                    <a:pt x="38" y="1338"/>
                    <a:pt x="100" y="1313"/>
                  </a:cubicBezTo>
                  <a:cubicBezTo>
                    <a:pt x="675" y="1201"/>
                    <a:pt x="1088" y="626"/>
                    <a:pt x="1163" y="63"/>
                  </a:cubicBezTo>
                  <a:cubicBezTo>
                    <a:pt x="1163" y="26"/>
                    <a:pt x="1113" y="1"/>
                    <a:pt x="110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34"/>
            <p:cNvSpPr/>
            <p:nvPr/>
          </p:nvSpPr>
          <p:spPr>
            <a:xfrm>
              <a:off x="739850" y="2718600"/>
              <a:ext cx="86875" cy="38450"/>
            </a:xfrm>
            <a:custGeom>
              <a:avLst/>
              <a:gdLst/>
              <a:ahLst/>
              <a:cxnLst/>
              <a:rect l="l" t="t" r="r" b="b"/>
              <a:pathLst>
                <a:path w="3475" h="1538" extrusionOk="0">
                  <a:moveTo>
                    <a:pt x="38" y="88"/>
                  </a:moveTo>
                  <a:cubicBezTo>
                    <a:pt x="1025" y="813"/>
                    <a:pt x="2175" y="1313"/>
                    <a:pt x="3387" y="1525"/>
                  </a:cubicBezTo>
                  <a:cubicBezTo>
                    <a:pt x="3450" y="1538"/>
                    <a:pt x="3475" y="1450"/>
                    <a:pt x="3412" y="1438"/>
                  </a:cubicBezTo>
                  <a:cubicBezTo>
                    <a:pt x="2213" y="1213"/>
                    <a:pt x="1075" y="738"/>
                    <a:pt x="76" y="26"/>
                  </a:cubicBezTo>
                  <a:cubicBezTo>
                    <a:pt x="38" y="1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34"/>
            <p:cNvSpPr/>
            <p:nvPr/>
          </p:nvSpPr>
          <p:spPr>
            <a:xfrm>
              <a:off x="824200" y="2749525"/>
              <a:ext cx="16600" cy="17850"/>
            </a:xfrm>
            <a:custGeom>
              <a:avLst/>
              <a:gdLst/>
              <a:ahLst/>
              <a:cxnLst/>
              <a:rect l="l" t="t" r="r" b="b"/>
              <a:pathLst>
                <a:path w="664" h="714" extrusionOk="0">
                  <a:moveTo>
                    <a:pt x="151" y="251"/>
                  </a:moveTo>
                  <a:cubicBezTo>
                    <a:pt x="176" y="351"/>
                    <a:pt x="188" y="363"/>
                    <a:pt x="176" y="288"/>
                  </a:cubicBezTo>
                  <a:cubicBezTo>
                    <a:pt x="163" y="251"/>
                    <a:pt x="163" y="213"/>
                    <a:pt x="176" y="176"/>
                  </a:cubicBezTo>
                  <a:cubicBezTo>
                    <a:pt x="176" y="138"/>
                    <a:pt x="113" y="113"/>
                    <a:pt x="101" y="151"/>
                  </a:cubicBezTo>
                  <a:cubicBezTo>
                    <a:pt x="1" y="376"/>
                    <a:pt x="238" y="713"/>
                    <a:pt x="451" y="463"/>
                  </a:cubicBezTo>
                  <a:cubicBezTo>
                    <a:pt x="663" y="213"/>
                    <a:pt x="288" y="1"/>
                    <a:pt x="88" y="176"/>
                  </a:cubicBezTo>
                  <a:cubicBezTo>
                    <a:pt x="38" y="213"/>
                    <a:pt x="101" y="276"/>
                    <a:pt x="151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34"/>
            <p:cNvSpPr/>
            <p:nvPr/>
          </p:nvSpPr>
          <p:spPr>
            <a:xfrm>
              <a:off x="728300" y="2681125"/>
              <a:ext cx="82175" cy="306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1087"/>
                  </a:moveTo>
                  <a:cubicBezTo>
                    <a:pt x="1163" y="1225"/>
                    <a:pt x="2537" y="1000"/>
                    <a:pt x="3262" y="75"/>
                  </a:cubicBezTo>
                  <a:cubicBezTo>
                    <a:pt x="3287" y="38"/>
                    <a:pt x="3250" y="0"/>
                    <a:pt x="3225" y="25"/>
                  </a:cubicBezTo>
                  <a:cubicBezTo>
                    <a:pt x="2287" y="812"/>
                    <a:pt x="1288" y="1137"/>
                    <a:pt x="63" y="1000"/>
                  </a:cubicBezTo>
                  <a:cubicBezTo>
                    <a:pt x="0" y="987"/>
                    <a:pt x="0" y="1087"/>
                    <a:pt x="63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34"/>
            <p:cNvSpPr/>
            <p:nvPr/>
          </p:nvSpPr>
          <p:spPr>
            <a:xfrm>
              <a:off x="805150" y="2671750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100"/>
                  </a:moveTo>
                  <a:cubicBezTo>
                    <a:pt x="250" y="188"/>
                    <a:pt x="275" y="213"/>
                    <a:pt x="325" y="150"/>
                  </a:cubicBezTo>
                  <a:cubicBezTo>
                    <a:pt x="363" y="138"/>
                    <a:pt x="350" y="88"/>
                    <a:pt x="313" y="88"/>
                  </a:cubicBezTo>
                  <a:cubicBezTo>
                    <a:pt x="26" y="88"/>
                    <a:pt x="1" y="513"/>
                    <a:pt x="288" y="488"/>
                  </a:cubicBezTo>
                  <a:cubicBezTo>
                    <a:pt x="600" y="450"/>
                    <a:pt x="550" y="0"/>
                    <a:pt x="250" y="25"/>
                  </a:cubicBezTo>
                  <a:cubicBezTo>
                    <a:pt x="213" y="25"/>
                    <a:pt x="213" y="100"/>
                    <a:pt x="2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34"/>
            <p:cNvSpPr/>
            <p:nvPr/>
          </p:nvSpPr>
          <p:spPr>
            <a:xfrm>
              <a:off x="644875" y="2270600"/>
              <a:ext cx="60325" cy="237450"/>
            </a:xfrm>
            <a:custGeom>
              <a:avLst/>
              <a:gdLst/>
              <a:ahLst/>
              <a:cxnLst/>
              <a:rect l="l" t="t" r="r" b="b"/>
              <a:pathLst>
                <a:path w="2413" h="9498" extrusionOk="0">
                  <a:moveTo>
                    <a:pt x="76" y="9473"/>
                  </a:moveTo>
                  <a:cubicBezTo>
                    <a:pt x="776" y="7698"/>
                    <a:pt x="1488" y="6374"/>
                    <a:pt x="1675" y="4462"/>
                  </a:cubicBezTo>
                  <a:cubicBezTo>
                    <a:pt x="1838" y="2737"/>
                    <a:pt x="1438" y="1488"/>
                    <a:pt x="488" y="63"/>
                  </a:cubicBezTo>
                  <a:cubicBezTo>
                    <a:pt x="451" y="0"/>
                    <a:pt x="338" y="63"/>
                    <a:pt x="388" y="125"/>
                  </a:cubicBezTo>
                  <a:cubicBezTo>
                    <a:pt x="2413" y="3450"/>
                    <a:pt x="1275" y="6124"/>
                    <a:pt x="26" y="9448"/>
                  </a:cubicBezTo>
                  <a:cubicBezTo>
                    <a:pt x="1" y="9485"/>
                    <a:pt x="63" y="9498"/>
                    <a:pt x="76" y="9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34"/>
            <p:cNvSpPr/>
            <p:nvPr/>
          </p:nvSpPr>
          <p:spPr>
            <a:xfrm>
              <a:off x="699875" y="2755475"/>
              <a:ext cx="49375" cy="31875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75" y="1238"/>
                  </a:moveTo>
                  <a:cubicBezTo>
                    <a:pt x="163" y="813"/>
                    <a:pt x="363" y="425"/>
                    <a:pt x="775" y="238"/>
                  </a:cubicBezTo>
                  <a:cubicBezTo>
                    <a:pt x="1262" y="25"/>
                    <a:pt x="1850" y="288"/>
                    <a:pt x="1862" y="863"/>
                  </a:cubicBezTo>
                  <a:cubicBezTo>
                    <a:pt x="1862" y="938"/>
                    <a:pt x="1975" y="938"/>
                    <a:pt x="1975" y="863"/>
                  </a:cubicBezTo>
                  <a:cubicBezTo>
                    <a:pt x="1975" y="375"/>
                    <a:pt x="1550" y="0"/>
                    <a:pt x="1062" y="50"/>
                  </a:cubicBezTo>
                  <a:cubicBezTo>
                    <a:pt x="450" y="113"/>
                    <a:pt x="100" y="663"/>
                    <a:pt x="13" y="1213"/>
                  </a:cubicBezTo>
                  <a:cubicBezTo>
                    <a:pt x="0" y="1250"/>
                    <a:pt x="63" y="1275"/>
                    <a:pt x="75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34"/>
            <p:cNvSpPr/>
            <p:nvPr/>
          </p:nvSpPr>
          <p:spPr>
            <a:xfrm>
              <a:off x="674550" y="2510225"/>
              <a:ext cx="31600" cy="62500"/>
            </a:xfrm>
            <a:custGeom>
              <a:avLst/>
              <a:gdLst/>
              <a:ahLst/>
              <a:cxnLst/>
              <a:rect l="l" t="t" r="r" b="b"/>
              <a:pathLst>
                <a:path w="1264" h="2500" extrusionOk="0">
                  <a:moveTo>
                    <a:pt x="651" y="50"/>
                  </a:moveTo>
                  <a:cubicBezTo>
                    <a:pt x="638" y="350"/>
                    <a:pt x="701" y="650"/>
                    <a:pt x="838" y="925"/>
                  </a:cubicBezTo>
                  <a:cubicBezTo>
                    <a:pt x="1138" y="1625"/>
                    <a:pt x="838" y="2312"/>
                    <a:pt x="38" y="2412"/>
                  </a:cubicBezTo>
                  <a:cubicBezTo>
                    <a:pt x="1" y="2412"/>
                    <a:pt x="13" y="2487"/>
                    <a:pt x="51" y="2487"/>
                  </a:cubicBezTo>
                  <a:cubicBezTo>
                    <a:pt x="488" y="2500"/>
                    <a:pt x="888" y="2225"/>
                    <a:pt x="1038" y="1812"/>
                  </a:cubicBezTo>
                  <a:cubicBezTo>
                    <a:pt x="1263" y="1175"/>
                    <a:pt x="713" y="675"/>
                    <a:pt x="726" y="50"/>
                  </a:cubicBezTo>
                  <a:cubicBezTo>
                    <a:pt x="726" y="0"/>
                    <a:pt x="651" y="0"/>
                    <a:pt x="651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34"/>
            <p:cNvSpPr/>
            <p:nvPr/>
          </p:nvSpPr>
          <p:spPr>
            <a:xfrm>
              <a:off x="658950" y="2543350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00" y="1050"/>
                  </a:moveTo>
                  <a:cubicBezTo>
                    <a:pt x="288" y="1225"/>
                    <a:pt x="38" y="387"/>
                    <a:pt x="300" y="63"/>
                  </a:cubicBezTo>
                  <a:cubicBezTo>
                    <a:pt x="313" y="25"/>
                    <a:pt x="275" y="0"/>
                    <a:pt x="250" y="13"/>
                  </a:cubicBezTo>
                  <a:cubicBezTo>
                    <a:pt x="0" y="163"/>
                    <a:pt x="75" y="550"/>
                    <a:pt x="163" y="775"/>
                  </a:cubicBezTo>
                  <a:cubicBezTo>
                    <a:pt x="275" y="1062"/>
                    <a:pt x="525" y="1225"/>
                    <a:pt x="825" y="1112"/>
                  </a:cubicBezTo>
                  <a:cubicBezTo>
                    <a:pt x="862" y="1100"/>
                    <a:pt x="850" y="1025"/>
                    <a:pt x="800" y="1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1338;p34"/>
            <p:cNvSpPr/>
            <p:nvPr/>
          </p:nvSpPr>
          <p:spPr>
            <a:xfrm>
              <a:off x="761725" y="273267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50" y="88"/>
                  </a:moveTo>
                  <a:cubicBezTo>
                    <a:pt x="988" y="900"/>
                    <a:pt x="2062" y="1787"/>
                    <a:pt x="1875" y="3174"/>
                  </a:cubicBezTo>
                  <a:cubicBezTo>
                    <a:pt x="1875" y="3224"/>
                    <a:pt x="1950" y="3249"/>
                    <a:pt x="1962" y="3199"/>
                  </a:cubicBezTo>
                  <a:cubicBezTo>
                    <a:pt x="2262" y="1800"/>
                    <a:pt x="1050" y="825"/>
                    <a:pt x="88" y="38"/>
                  </a:cubicBezTo>
                  <a:cubicBezTo>
                    <a:pt x="50" y="0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1339;p34"/>
            <p:cNvSpPr/>
            <p:nvPr/>
          </p:nvSpPr>
          <p:spPr>
            <a:xfrm>
              <a:off x="710500" y="25536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25" y="63"/>
                  </a:moveTo>
                  <a:cubicBezTo>
                    <a:pt x="0" y="288"/>
                    <a:pt x="50" y="513"/>
                    <a:pt x="162" y="713"/>
                  </a:cubicBezTo>
                  <a:cubicBezTo>
                    <a:pt x="237" y="900"/>
                    <a:pt x="362" y="1075"/>
                    <a:pt x="525" y="1213"/>
                  </a:cubicBezTo>
                  <a:cubicBezTo>
                    <a:pt x="575" y="1238"/>
                    <a:pt x="612" y="1175"/>
                    <a:pt x="587" y="1138"/>
                  </a:cubicBezTo>
                  <a:cubicBezTo>
                    <a:pt x="300" y="850"/>
                    <a:pt x="125" y="463"/>
                    <a:pt x="113" y="63"/>
                  </a:cubicBezTo>
                  <a:cubicBezTo>
                    <a:pt x="113" y="0"/>
                    <a:pt x="25" y="0"/>
                    <a:pt x="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34"/>
            <p:cNvSpPr/>
            <p:nvPr/>
          </p:nvSpPr>
          <p:spPr>
            <a:xfrm>
              <a:off x="710175" y="25505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638" y="1325"/>
                  </a:moveTo>
                  <a:cubicBezTo>
                    <a:pt x="875" y="838"/>
                    <a:pt x="575" y="225"/>
                    <a:pt x="101" y="25"/>
                  </a:cubicBezTo>
                  <a:cubicBezTo>
                    <a:pt x="38" y="0"/>
                    <a:pt x="1" y="100"/>
                    <a:pt x="51" y="125"/>
                  </a:cubicBezTo>
                  <a:cubicBezTo>
                    <a:pt x="475" y="313"/>
                    <a:pt x="763" y="825"/>
                    <a:pt x="550" y="1275"/>
                  </a:cubicBezTo>
                  <a:cubicBezTo>
                    <a:pt x="525" y="1325"/>
                    <a:pt x="613" y="1375"/>
                    <a:pt x="638" y="1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34"/>
            <p:cNvSpPr/>
            <p:nvPr/>
          </p:nvSpPr>
          <p:spPr>
            <a:xfrm>
              <a:off x="669550" y="2216250"/>
              <a:ext cx="59700" cy="13217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651" y="5211"/>
                  </a:moveTo>
                  <a:cubicBezTo>
                    <a:pt x="363" y="3674"/>
                    <a:pt x="51" y="375"/>
                    <a:pt x="2338" y="75"/>
                  </a:cubicBezTo>
                  <a:cubicBezTo>
                    <a:pt x="2388" y="75"/>
                    <a:pt x="2388" y="0"/>
                    <a:pt x="2338" y="0"/>
                  </a:cubicBezTo>
                  <a:cubicBezTo>
                    <a:pt x="1" y="212"/>
                    <a:pt x="263" y="3649"/>
                    <a:pt x="576" y="5236"/>
                  </a:cubicBezTo>
                  <a:cubicBezTo>
                    <a:pt x="588" y="5286"/>
                    <a:pt x="663" y="5261"/>
                    <a:pt x="651" y="5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34"/>
            <p:cNvSpPr/>
            <p:nvPr/>
          </p:nvSpPr>
          <p:spPr>
            <a:xfrm>
              <a:off x="701750" y="2223100"/>
              <a:ext cx="65000" cy="61275"/>
            </a:xfrm>
            <a:custGeom>
              <a:avLst/>
              <a:gdLst/>
              <a:ahLst/>
              <a:cxnLst/>
              <a:rect l="l" t="t" r="r" b="b"/>
              <a:pathLst>
                <a:path w="2600" h="2451" extrusionOk="0">
                  <a:moveTo>
                    <a:pt x="75" y="976"/>
                  </a:moveTo>
                  <a:cubicBezTo>
                    <a:pt x="400" y="351"/>
                    <a:pt x="1162" y="88"/>
                    <a:pt x="1762" y="513"/>
                  </a:cubicBezTo>
                  <a:cubicBezTo>
                    <a:pt x="2300" y="888"/>
                    <a:pt x="2474" y="1863"/>
                    <a:pt x="1950" y="2325"/>
                  </a:cubicBezTo>
                  <a:cubicBezTo>
                    <a:pt x="1900" y="2375"/>
                    <a:pt x="1975" y="2450"/>
                    <a:pt x="2025" y="2400"/>
                  </a:cubicBezTo>
                  <a:cubicBezTo>
                    <a:pt x="2599" y="1913"/>
                    <a:pt x="2412" y="838"/>
                    <a:pt x="1825" y="438"/>
                  </a:cubicBezTo>
                  <a:cubicBezTo>
                    <a:pt x="1187" y="1"/>
                    <a:pt x="325" y="251"/>
                    <a:pt x="13" y="938"/>
                  </a:cubicBezTo>
                  <a:cubicBezTo>
                    <a:pt x="0" y="976"/>
                    <a:pt x="50" y="1013"/>
                    <a:pt x="7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34"/>
            <p:cNvSpPr/>
            <p:nvPr/>
          </p:nvSpPr>
          <p:spPr>
            <a:xfrm>
              <a:off x="709550" y="2258100"/>
              <a:ext cx="46900" cy="35950"/>
            </a:xfrm>
            <a:custGeom>
              <a:avLst/>
              <a:gdLst/>
              <a:ahLst/>
              <a:cxnLst/>
              <a:rect l="l" t="t" r="r" b="b"/>
              <a:pathLst>
                <a:path w="1876" h="1438" extrusionOk="0">
                  <a:moveTo>
                    <a:pt x="1788" y="713"/>
                  </a:moveTo>
                  <a:cubicBezTo>
                    <a:pt x="1600" y="1125"/>
                    <a:pt x="1138" y="1313"/>
                    <a:pt x="725" y="1150"/>
                  </a:cubicBezTo>
                  <a:cubicBezTo>
                    <a:pt x="288" y="963"/>
                    <a:pt x="163" y="513"/>
                    <a:pt x="288" y="88"/>
                  </a:cubicBezTo>
                  <a:cubicBezTo>
                    <a:pt x="300" y="38"/>
                    <a:pt x="225" y="1"/>
                    <a:pt x="213" y="51"/>
                  </a:cubicBezTo>
                  <a:cubicBezTo>
                    <a:pt x="1" y="513"/>
                    <a:pt x="213" y="1050"/>
                    <a:pt x="675" y="1250"/>
                  </a:cubicBezTo>
                  <a:cubicBezTo>
                    <a:pt x="1138" y="1438"/>
                    <a:pt x="1675" y="1225"/>
                    <a:pt x="1850" y="750"/>
                  </a:cubicBezTo>
                  <a:cubicBezTo>
                    <a:pt x="1875" y="713"/>
                    <a:pt x="1813" y="675"/>
                    <a:pt x="1800" y="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34"/>
            <p:cNvSpPr/>
            <p:nvPr/>
          </p:nvSpPr>
          <p:spPr>
            <a:xfrm>
              <a:off x="713300" y="2246550"/>
              <a:ext cx="30950" cy="17500"/>
            </a:xfrm>
            <a:custGeom>
              <a:avLst/>
              <a:gdLst/>
              <a:ahLst/>
              <a:cxnLst/>
              <a:rect l="l" t="t" r="r" b="b"/>
              <a:pathLst>
                <a:path w="1238" h="700" extrusionOk="0">
                  <a:moveTo>
                    <a:pt x="100" y="650"/>
                  </a:moveTo>
                  <a:cubicBezTo>
                    <a:pt x="75" y="63"/>
                    <a:pt x="1213" y="0"/>
                    <a:pt x="1025" y="613"/>
                  </a:cubicBezTo>
                  <a:cubicBezTo>
                    <a:pt x="1013" y="675"/>
                    <a:pt x="1100" y="688"/>
                    <a:pt x="1113" y="638"/>
                  </a:cubicBezTo>
                  <a:cubicBezTo>
                    <a:pt x="1238" y="350"/>
                    <a:pt x="975" y="75"/>
                    <a:pt x="688" y="75"/>
                  </a:cubicBezTo>
                  <a:cubicBezTo>
                    <a:pt x="388" y="75"/>
                    <a:pt x="1" y="313"/>
                    <a:pt x="26" y="650"/>
                  </a:cubicBezTo>
                  <a:cubicBezTo>
                    <a:pt x="26" y="700"/>
                    <a:pt x="113" y="700"/>
                    <a:pt x="100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34"/>
            <p:cNvSpPr/>
            <p:nvPr/>
          </p:nvSpPr>
          <p:spPr>
            <a:xfrm>
              <a:off x="703000" y="2492725"/>
              <a:ext cx="71550" cy="55325"/>
            </a:xfrm>
            <a:custGeom>
              <a:avLst/>
              <a:gdLst/>
              <a:ahLst/>
              <a:cxnLst/>
              <a:rect l="l" t="t" r="r" b="b"/>
              <a:pathLst>
                <a:path w="2862" h="2213" extrusionOk="0">
                  <a:moveTo>
                    <a:pt x="50" y="1838"/>
                  </a:moveTo>
                  <a:cubicBezTo>
                    <a:pt x="1312" y="2213"/>
                    <a:pt x="2749" y="1438"/>
                    <a:pt x="2862" y="38"/>
                  </a:cubicBezTo>
                  <a:cubicBezTo>
                    <a:pt x="2862" y="13"/>
                    <a:pt x="2812" y="1"/>
                    <a:pt x="2799" y="38"/>
                  </a:cubicBezTo>
                  <a:cubicBezTo>
                    <a:pt x="2474" y="1300"/>
                    <a:pt x="1400" y="2113"/>
                    <a:pt x="75" y="1763"/>
                  </a:cubicBezTo>
                  <a:cubicBezTo>
                    <a:pt x="25" y="1750"/>
                    <a:pt x="0" y="1825"/>
                    <a:pt x="50" y="1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34"/>
            <p:cNvSpPr/>
            <p:nvPr/>
          </p:nvSpPr>
          <p:spPr>
            <a:xfrm>
              <a:off x="779850" y="2847325"/>
              <a:ext cx="15325" cy="20025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63" y="113"/>
                  </a:moveTo>
                  <a:cubicBezTo>
                    <a:pt x="288" y="263"/>
                    <a:pt x="450" y="488"/>
                    <a:pt x="513" y="750"/>
                  </a:cubicBezTo>
                  <a:cubicBezTo>
                    <a:pt x="525" y="800"/>
                    <a:pt x="613" y="800"/>
                    <a:pt x="613" y="738"/>
                  </a:cubicBezTo>
                  <a:cubicBezTo>
                    <a:pt x="575" y="438"/>
                    <a:pt x="388" y="163"/>
                    <a:pt x="113" y="25"/>
                  </a:cubicBezTo>
                  <a:cubicBezTo>
                    <a:pt x="50" y="0"/>
                    <a:pt x="0" y="88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34"/>
            <p:cNvSpPr/>
            <p:nvPr/>
          </p:nvSpPr>
          <p:spPr>
            <a:xfrm>
              <a:off x="792975" y="2850750"/>
              <a:ext cx="5950" cy="16900"/>
            </a:xfrm>
            <a:custGeom>
              <a:avLst/>
              <a:gdLst/>
              <a:ahLst/>
              <a:cxnLst/>
              <a:rect l="l" t="t" r="r" b="b"/>
              <a:pathLst>
                <a:path w="238" h="676" extrusionOk="0">
                  <a:moveTo>
                    <a:pt x="125" y="613"/>
                  </a:moveTo>
                  <a:cubicBezTo>
                    <a:pt x="200" y="451"/>
                    <a:pt x="238" y="251"/>
                    <a:pt x="200" y="76"/>
                  </a:cubicBezTo>
                  <a:cubicBezTo>
                    <a:pt x="188" y="1"/>
                    <a:pt x="100" y="26"/>
                    <a:pt x="88" y="88"/>
                  </a:cubicBezTo>
                  <a:cubicBezTo>
                    <a:pt x="100" y="251"/>
                    <a:pt x="63" y="426"/>
                    <a:pt x="13" y="588"/>
                  </a:cubicBezTo>
                  <a:cubicBezTo>
                    <a:pt x="0" y="651"/>
                    <a:pt x="100" y="676"/>
                    <a:pt x="125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34"/>
            <p:cNvSpPr/>
            <p:nvPr/>
          </p:nvSpPr>
          <p:spPr>
            <a:xfrm>
              <a:off x="775150" y="2839500"/>
              <a:ext cx="7525" cy="9400"/>
            </a:xfrm>
            <a:custGeom>
              <a:avLst/>
              <a:gdLst/>
              <a:ahLst/>
              <a:cxnLst/>
              <a:rect l="l" t="t" r="r" b="b"/>
              <a:pathLst>
                <a:path w="301" h="376" extrusionOk="0">
                  <a:moveTo>
                    <a:pt x="226" y="276"/>
                  </a:moveTo>
                  <a:cubicBezTo>
                    <a:pt x="201" y="213"/>
                    <a:pt x="213" y="151"/>
                    <a:pt x="263" y="113"/>
                  </a:cubicBezTo>
                  <a:cubicBezTo>
                    <a:pt x="301" y="76"/>
                    <a:pt x="263" y="1"/>
                    <a:pt x="213" y="26"/>
                  </a:cubicBezTo>
                  <a:cubicBezTo>
                    <a:pt x="76" y="76"/>
                    <a:pt x="1" y="263"/>
                    <a:pt x="163" y="351"/>
                  </a:cubicBezTo>
                  <a:cubicBezTo>
                    <a:pt x="213" y="376"/>
                    <a:pt x="276" y="313"/>
                    <a:pt x="226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1349;p34"/>
            <p:cNvSpPr/>
            <p:nvPr/>
          </p:nvSpPr>
          <p:spPr>
            <a:xfrm>
              <a:off x="780775" y="2821400"/>
              <a:ext cx="15650" cy="20325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88" y="787"/>
                  </a:moveTo>
                  <a:cubicBezTo>
                    <a:pt x="338" y="625"/>
                    <a:pt x="626" y="363"/>
                    <a:pt x="563" y="50"/>
                  </a:cubicBezTo>
                  <a:cubicBezTo>
                    <a:pt x="538" y="0"/>
                    <a:pt x="488" y="0"/>
                    <a:pt x="463" y="50"/>
                  </a:cubicBezTo>
                  <a:cubicBezTo>
                    <a:pt x="413" y="313"/>
                    <a:pt x="263" y="550"/>
                    <a:pt x="38" y="712"/>
                  </a:cubicBezTo>
                  <a:cubicBezTo>
                    <a:pt x="1" y="750"/>
                    <a:pt x="51" y="812"/>
                    <a:pt x="88" y="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34"/>
            <p:cNvSpPr/>
            <p:nvPr/>
          </p:nvSpPr>
          <p:spPr>
            <a:xfrm>
              <a:off x="790475" y="2821700"/>
              <a:ext cx="10325" cy="24400"/>
            </a:xfrm>
            <a:custGeom>
              <a:avLst/>
              <a:gdLst/>
              <a:ahLst/>
              <a:cxnLst/>
              <a:rect l="l" t="t" r="r" b="b"/>
              <a:pathLst>
                <a:path w="413" h="976" extrusionOk="0">
                  <a:moveTo>
                    <a:pt x="113" y="126"/>
                  </a:moveTo>
                  <a:cubicBezTo>
                    <a:pt x="288" y="363"/>
                    <a:pt x="225" y="625"/>
                    <a:pt x="50" y="838"/>
                  </a:cubicBezTo>
                  <a:cubicBezTo>
                    <a:pt x="0" y="900"/>
                    <a:pt x="75" y="975"/>
                    <a:pt x="138" y="925"/>
                  </a:cubicBezTo>
                  <a:cubicBezTo>
                    <a:pt x="375" y="700"/>
                    <a:pt x="413" y="313"/>
                    <a:pt x="200" y="51"/>
                  </a:cubicBezTo>
                  <a:cubicBezTo>
                    <a:pt x="163" y="1"/>
                    <a:pt x="75" y="76"/>
                    <a:pt x="1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34"/>
            <p:cNvSpPr/>
            <p:nvPr/>
          </p:nvSpPr>
          <p:spPr>
            <a:xfrm>
              <a:off x="790150" y="2842625"/>
              <a:ext cx="8150" cy="14100"/>
            </a:xfrm>
            <a:custGeom>
              <a:avLst/>
              <a:gdLst/>
              <a:ahLst/>
              <a:cxnLst/>
              <a:rect l="l" t="t" r="r" b="b"/>
              <a:pathLst>
                <a:path w="326" h="564" extrusionOk="0">
                  <a:moveTo>
                    <a:pt x="63" y="138"/>
                  </a:moveTo>
                  <a:cubicBezTo>
                    <a:pt x="151" y="238"/>
                    <a:pt x="201" y="363"/>
                    <a:pt x="213" y="501"/>
                  </a:cubicBezTo>
                  <a:cubicBezTo>
                    <a:pt x="226" y="563"/>
                    <a:pt x="313" y="538"/>
                    <a:pt x="313" y="488"/>
                  </a:cubicBezTo>
                  <a:cubicBezTo>
                    <a:pt x="326" y="326"/>
                    <a:pt x="263" y="163"/>
                    <a:pt x="138" y="63"/>
                  </a:cubicBezTo>
                  <a:cubicBezTo>
                    <a:pt x="88" y="1"/>
                    <a:pt x="1" y="88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34"/>
            <p:cNvSpPr/>
            <p:nvPr/>
          </p:nvSpPr>
          <p:spPr>
            <a:xfrm>
              <a:off x="799850" y="2837000"/>
              <a:ext cx="12500" cy="14400"/>
            </a:xfrm>
            <a:custGeom>
              <a:avLst/>
              <a:gdLst/>
              <a:ahLst/>
              <a:cxnLst/>
              <a:rect l="l" t="t" r="r" b="b"/>
              <a:pathLst>
                <a:path w="500" h="576" extrusionOk="0">
                  <a:moveTo>
                    <a:pt x="25" y="288"/>
                  </a:moveTo>
                  <a:cubicBezTo>
                    <a:pt x="38" y="413"/>
                    <a:pt x="75" y="538"/>
                    <a:pt x="225" y="563"/>
                  </a:cubicBezTo>
                  <a:cubicBezTo>
                    <a:pt x="338" y="576"/>
                    <a:pt x="437" y="488"/>
                    <a:pt x="437" y="363"/>
                  </a:cubicBezTo>
                  <a:cubicBezTo>
                    <a:pt x="500" y="63"/>
                    <a:pt x="38" y="1"/>
                    <a:pt x="13" y="313"/>
                  </a:cubicBezTo>
                  <a:cubicBezTo>
                    <a:pt x="0" y="388"/>
                    <a:pt x="125" y="401"/>
                    <a:pt x="150" y="326"/>
                  </a:cubicBezTo>
                  <a:cubicBezTo>
                    <a:pt x="150" y="313"/>
                    <a:pt x="150" y="301"/>
                    <a:pt x="163" y="288"/>
                  </a:cubicBezTo>
                  <a:cubicBezTo>
                    <a:pt x="163" y="201"/>
                    <a:pt x="25" y="201"/>
                    <a:pt x="25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7" name="Google Shape;1407;p37"/>
          <p:cNvGrpSpPr/>
          <p:nvPr/>
        </p:nvGrpSpPr>
        <p:grpSpPr>
          <a:xfrm>
            <a:off x="565056" y="519563"/>
            <a:ext cx="8012737" cy="4104778"/>
            <a:chOff x="585525" y="1202450"/>
            <a:chExt cx="6436450" cy="3297275"/>
          </a:xfrm>
        </p:grpSpPr>
        <p:sp>
          <p:nvSpPr>
            <p:cNvPr id="1408" name="Google Shape;1408;p37"/>
            <p:cNvSpPr/>
            <p:nvPr/>
          </p:nvSpPr>
          <p:spPr>
            <a:xfrm>
              <a:off x="839525" y="1202450"/>
              <a:ext cx="551125" cy="190275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1819" y="2949"/>
                  </a:moveTo>
                  <a:cubicBezTo>
                    <a:pt x="16996" y="7611"/>
                    <a:pt x="10597" y="0"/>
                    <a:pt x="4949" y="1300"/>
                  </a:cubicBezTo>
                  <a:cubicBezTo>
                    <a:pt x="1962" y="2000"/>
                    <a:pt x="0" y="4312"/>
                    <a:pt x="100" y="7373"/>
                  </a:cubicBezTo>
                  <a:cubicBezTo>
                    <a:pt x="113" y="7461"/>
                    <a:pt x="225" y="7461"/>
                    <a:pt x="238" y="7373"/>
                  </a:cubicBezTo>
                  <a:cubicBezTo>
                    <a:pt x="513" y="1100"/>
                    <a:pt x="7511" y="887"/>
                    <a:pt x="11872" y="2724"/>
                  </a:cubicBezTo>
                  <a:cubicBezTo>
                    <a:pt x="13597" y="3449"/>
                    <a:pt x="15309" y="4437"/>
                    <a:pt x="17208" y="4661"/>
                  </a:cubicBezTo>
                  <a:cubicBezTo>
                    <a:pt x="19108" y="4886"/>
                    <a:pt x="20620" y="4387"/>
                    <a:pt x="21957" y="3087"/>
                  </a:cubicBezTo>
                  <a:cubicBezTo>
                    <a:pt x="22044" y="2999"/>
                    <a:pt x="21919" y="2874"/>
                    <a:pt x="21832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1409;p37"/>
            <p:cNvSpPr/>
            <p:nvPr/>
          </p:nvSpPr>
          <p:spPr>
            <a:xfrm>
              <a:off x="844200" y="1369575"/>
              <a:ext cx="180925" cy="121575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13" y="1688"/>
                  </a:moveTo>
                  <a:cubicBezTo>
                    <a:pt x="151" y="3700"/>
                    <a:pt x="2612" y="4862"/>
                    <a:pt x="4412" y="4325"/>
                  </a:cubicBezTo>
                  <a:cubicBezTo>
                    <a:pt x="5924" y="3875"/>
                    <a:pt x="7236" y="1338"/>
                    <a:pt x="5849" y="88"/>
                  </a:cubicBezTo>
                  <a:cubicBezTo>
                    <a:pt x="5774" y="1"/>
                    <a:pt x="5649" y="126"/>
                    <a:pt x="5737" y="201"/>
                  </a:cubicBezTo>
                  <a:cubicBezTo>
                    <a:pt x="7124" y="1725"/>
                    <a:pt x="5474" y="4025"/>
                    <a:pt x="3837" y="4225"/>
                  </a:cubicBezTo>
                  <a:cubicBezTo>
                    <a:pt x="2288" y="4425"/>
                    <a:pt x="326" y="3413"/>
                    <a:pt x="201" y="1688"/>
                  </a:cubicBezTo>
                  <a:cubicBezTo>
                    <a:pt x="201" y="1563"/>
                    <a:pt x="1" y="1563"/>
                    <a:pt x="13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1410;p37"/>
            <p:cNvSpPr/>
            <p:nvPr/>
          </p:nvSpPr>
          <p:spPr>
            <a:xfrm>
              <a:off x="898575" y="1348025"/>
              <a:ext cx="73125" cy="77200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49" y="488"/>
                  </a:moveTo>
                  <a:cubicBezTo>
                    <a:pt x="2025" y="1"/>
                    <a:pt x="800" y="351"/>
                    <a:pt x="387" y="1238"/>
                  </a:cubicBezTo>
                  <a:cubicBezTo>
                    <a:pt x="0" y="2063"/>
                    <a:pt x="612" y="2987"/>
                    <a:pt x="1487" y="3075"/>
                  </a:cubicBezTo>
                  <a:cubicBezTo>
                    <a:pt x="1600" y="3087"/>
                    <a:pt x="1625" y="2900"/>
                    <a:pt x="1512" y="2887"/>
                  </a:cubicBezTo>
                  <a:cubicBezTo>
                    <a:pt x="700" y="2737"/>
                    <a:pt x="200" y="1913"/>
                    <a:pt x="675" y="1163"/>
                  </a:cubicBezTo>
                  <a:cubicBezTo>
                    <a:pt x="1137" y="476"/>
                    <a:pt x="2037" y="251"/>
                    <a:pt x="2774" y="625"/>
                  </a:cubicBezTo>
                  <a:cubicBezTo>
                    <a:pt x="2862" y="663"/>
                    <a:pt x="2924" y="551"/>
                    <a:pt x="2849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1411;p37"/>
            <p:cNvSpPr/>
            <p:nvPr/>
          </p:nvSpPr>
          <p:spPr>
            <a:xfrm>
              <a:off x="944800" y="14189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1412;p37"/>
            <p:cNvSpPr/>
            <p:nvPr/>
          </p:nvSpPr>
          <p:spPr>
            <a:xfrm>
              <a:off x="752350" y="1240875"/>
              <a:ext cx="206850" cy="104050"/>
            </a:xfrm>
            <a:custGeom>
              <a:avLst/>
              <a:gdLst/>
              <a:ahLst/>
              <a:cxnLst/>
              <a:rect l="l" t="t" r="r" b="b"/>
              <a:pathLst>
                <a:path w="8274" h="4162" extrusionOk="0">
                  <a:moveTo>
                    <a:pt x="8123" y="25"/>
                  </a:moveTo>
                  <a:cubicBezTo>
                    <a:pt x="6999" y="263"/>
                    <a:pt x="5937" y="725"/>
                    <a:pt x="4987" y="1375"/>
                  </a:cubicBezTo>
                  <a:cubicBezTo>
                    <a:pt x="3537" y="2387"/>
                    <a:pt x="2063" y="4162"/>
                    <a:pt x="176" y="2875"/>
                  </a:cubicBezTo>
                  <a:cubicBezTo>
                    <a:pt x="101" y="2825"/>
                    <a:pt x="1" y="2950"/>
                    <a:pt x="76" y="3012"/>
                  </a:cubicBezTo>
                  <a:cubicBezTo>
                    <a:pt x="825" y="3699"/>
                    <a:pt x="1775" y="3699"/>
                    <a:pt x="2700" y="3299"/>
                  </a:cubicBezTo>
                  <a:cubicBezTo>
                    <a:pt x="3375" y="2999"/>
                    <a:pt x="3912" y="2475"/>
                    <a:pt x="4474" y="2025"/>
                  </a:cubicBezTo>
                  <a:cubicBezTo>
                    <a:pt x="5549" y="1137"/>
                    <a:pt x="6811" y="500"/>
                    <a:pt x="8173" y="175"/>
                  </a:cubicBezTo>
                  <a:cubicBezTo>
                    <a:pt x="8273" y="150"/>
                    <a:pt x="8223" y="0"/>
                    <a:pt x="812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1413;p37"/>
            <p:cNvSpPr/>
            <p:nvPr/>
          </p:nvSpPr>
          <p:spPr>
            <a:xfrm>
              <a:off x="1012600" y="1245875"/>
              <a:ext cx="88750" cy="80000"/>
            </a:xfrm>
            <a:custGeom>
              <a:avLst/>
              <a:gdLst/>
              <a:ahLst/>
              <a:cxnLst/>
              <a:rect l="l" t="t" r="r" b="b"/>
              <a:pathLst>
                <a:path w="3550" h="3200" extrusionOk="0">
                  <a:moveTo>
                    <a:pt x="3437" y="313"/>
                  </a:moveTo>
                  <a:cubicBezTo>
                    <a:pt x="2562" y="113"/>
                    <a:pt x="1700" y="0"/>
                    <a:pt x="900" y="488"/>
                  </a:cubicBezTo>
                  <a:cubicBezTo>
                    <a:pt x="363" y="813"/>
                    <a:pt x="0" y="1325"/>
                    <a:pt x="100" y="1975"/>
                  </a:cubicBezTo>
                  <a:cubicBezTo>
                    <a:pt x="200" y="2587"/>
                    <a:pt x="700" y="3062"/>
                    <a:pt x="1325" y="3137"/>
                  </a:cubicBezTo>
                  <a:cubicBezTo>
                    <a:pt x="1787" y="3187"/>
                    <a:pt x="2462" y="3024"/>
                    <a:pt x="2512" y="2475"/>
                  </a:cubicBezTo>
                  <a:cubicBezTo>
                    <a:pt x="2525" y="2387"/>
                    <a:pt x="2400" y="2387"/>
                    <a:pt x="2387" y="2475"/>
                  </a:cubicBezTo>
                  <a:cubicBezTo>
                    <a:pt x="2312" y="3199"/>
                    <a:pt x="1100" y="2937"/>
                    <a:pt x="788" y="2712"/>
                  </a:cubicBezTo>
                  <a:cubicBezTo>
                    <a:pt x="300" y="2362"/>
                    <a:pt x="150" y="1700"/>
                    <a:pt x="450" y="1175"/>
                  </a:cubicBezTo>
                  <a:cubicBezTo>
                    <a:pt x="1063" y="163"/>
                    <a:pt x="2412" y="263"/>
                    <a:pt x="3387" y="488"/>
                  </a:cubicBezTo>
                  <a:cubicBezTo>
                    <a:pt x="3499" y="513"/>
                    <a:pt x="3549" y="338"/>
                    <a:pt x="3437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1414;p37"/>
            <p:cNvSpPr/>
            <p:nvPr/>
          </p:nvSpPr>
          <p:spPr>
            <a:xfrm>
              <a:off x="1123500" y="1272100"/>
              <a:ext cx="33450" cy="43775"/>
            </a:xfrm>
            <a:custGeom>
              <a:avLst/>
              <a:gdLst/>
              <a:ahLst/>
              <a:cxnLst/>
              <a:rect l="l" t="t" r="r" b="b"/>
              <a:pathLst>
                <a:path w="1338" h="1751" extrusionOk="0">
                  <a:moveTo>
                    <a:pt x="1238" y="188"/>
                  </a:moveTo>
                  <a:cubicBezTo>
                    <a:pt x="688" y="1"/>
                    <a:pt x="1" y="326"/>
                    <a:pt x="76" y="976"/>
                  </a:cubicBezTo>
                  <a:cubicBezTo>
                    <a:pt x="126" y="1413"/>
                    <a:pt x="825" y="1750"/>
                    <a:pt x="1088" y="1326"/>
                  </a:cubicBezTo>
                  <a:cubicBezTo>
                    <a:pt x="1163" y="1213"/>
                    <a:pt x="975" y="1101"/>
                    <a:pt x="900" y="1213"/>
                  </a:cubicBezTo>
                  <a:cubicBezTo>
                    <a:pt x="788" y="1288"/>
                    <a:pt x="651" y="1301"/>
                    <a:pt x="538" y="1263"/>
                  </a:cubicBezTo>
                  <a:cubicBezTo>
                    <a:pt x="263" y="1026"/>
                    <a:pt x="213" y="813"/>
                    <a:pt x="388" y="613"/>
                  </a:cubicBezTo>
                  <a:cubicBezTo>
                    <a:pt x="551" y="301"/>
                    <a:pt x="888" y="263"/>
                    <a:pt x="1188" y="351"/>
                  </a:cubicBezTo>
                  <a:cubicBezTo>
                    <a:pt x="1288" y="376"/>
                    <a:pt x="1338" y="226"/>
                    <a:pt x="123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1415;p37"/>
            <p:cNvSpPr/>
            <p:nvPr/>
          </p:nvSpPr>
          <p:spPr>
            <a:xfrm>
              <a:off x="732975" y="129210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51" y="925"/>
                  </a:moveTo>
                  <a:cubicBezTo>
                    <a:pt x="1275" y="563"/>
                    <a:pt x="826" y="1"/>
                    <a:pt x="413" y="326"/>
                  </a:cubicBezTo>
                  <a:cubicBezTo>
                    <a:pt x="1" y="651"/>
                    <a:pt x="476" y="1275"/>
                    <a:pt x="888" y="975"/>
                  </a:cubicBezTo>
                  <a:cubicBezTo>
                    <a:pt x="963" y="925"/>
                    <a:pt x="913" y="813"/>
                    <a:pt x="826" y="826"/>
                  </a:cubicBezTo>
                  <a:lnTo>
                    <a:pt x="826" y="826"/>
                  </a:lnTo>
                  <a:cubicBezTo>
                    <a:pt x="788" y="901"/>
                    <a:pt x="888" y="1000"/>
                    <a:pt x="951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1416;p37"/>
            <p:cNvSpPr/>
            <p:nvPr/>
          </p:nvSpPr>
          <p:spPr>
            <a:xfrm>
              <a:off x="809225" y="1274925"/>
              <a:ext cx="77800" cy="113125"/>
            </a:xfrm>
            <a:custGeom>
              <a:avLst/>
              <a:gdLst/>
              <a:ahLst/>
              <a:cxnLst/>
              <a:rect l="l" t="t" r="r" b="b"/>
              <a:pathLst>
                <a:path w="3112" h="4525" extrusionOk="0">
                  <a:moveTo>
                    <a:pt x="2949" y="63"/>
                  </a:moveTo>
                  <a:cubicBezTo>
                    <a:pt x="1550" y="1163"/>
                    <a:pt x="525" y="2675"/>
                    <a:pt x="25" y="4374"/>
                  </a:cubicBezTo>
                  <a:cubicBezTo>
                    <a:pt x="0" y="4462"/>
                    <a:pt x="125" y="4524"/>
                    <a:pt x="175" y="4437"/>
                  </a:cubicBezTo>
                  <a:cubicBezTo>
                    <a:pt x="925" y="2825"/>
                    <a:pt x="1687" y="1338"/>
                    <a:pt x="3049" y="150"/>
                  </a:cubicBezTo>
                  <a:cubicBezTo>
                    <a:pt x="3112" y="100"/>
                    <a:pt x="3012" y="0"/>
                    <a:pt x="2949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1417;p37"/>
            <p:cNvSpPr/>
            <p:nvPr/>
          </p:nvSpPr>
          <p:spPr>
            <a:xfrm>
              <a:off x="792650" y="1376150"/>
              <a:ext cx="30650" cy="32525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725" y="500"/>
                  </a:moveTo>
                  <a:lnTo>
                    <a:pt x="725" y="563"/>
                  </a:lnTo>
                  <a:cubicBezTo>
                    <a:pt x="800" y="638"/>
                    <a:pt x="913" y="550"/>
                    <a:pt x="875" y="450"/>
                  </a:cubicBezTo>
                  <a:cubicBezTo>
                    <a:pt x="626" y="0"/>
                    <a:pt x="1" y="550"/>
                    <a:pt x="338" y="925"/>
                  </a:cubicBezTo>
                  <a:cubicBezTo>
                    <a:pt x="688" y="1300"/>
                    <a:pt x="1225" y="750"/>
                    <a:pt x="838" y="388"/>
                  </a:cubicBezTo>
                  <a:cubicBezTo>
                    <a:pt x="763" y="325"/>
                    <a:pt x="663" y="425"/>
                    <a:pt x="725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1418;p37"/>
            <p:cNvSpPr/>
            <p:nvPr/>
          </p:nvSpPr>
          <p:spPr>
            <a:xfrm>
              <a:off x="841400" y="1393325"/>
              <a:ext cx="5650" cy="9725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13" y="126"/>
                  </a:moveTo>
                  <a:cubicBezTo>
                    <a:pt x="0" y="201"/>
                    <a:pt x="13" y="276"/>
                    <a:pt x="63" y="326"/>
                  </a:cubicBezTo>
                  <a:cubicBezTo>
                    <a:pt x="100" y="388"/>
                    <a:pt x="225" y="376"/>
                    <a:pt x="225" y="288"/>
                  </a:cubicBezTo>
                  <a:cubicBezTo>
                    <a:pt x="213" y="238"/>
                    <a:pt x="213" y="176"/>
                    <a:pt x="213" y="126"/>
                  </a:cubicBezTo>
                  <a:cubicBezTo>
                    <a:pt x="200" y="1"/>
                    <a:pt x="13" y="1"/>
                    <a:pt x="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1419;p37"/>
            <p:cNvSpPr/>
            <p:nvPr/>
          </p:nvSpPr>
          <p:spPr>
            <a:xfrm>
              <a:off x="973550" y="1363650"/>
              <a:ext cx="9700" cy="6900"/>
            </a:xfrm>
            <a:custGeom>
              <a:avLst/>
              <a:gdLst/>
              <a:ahLst/>
              <a:cxnLst/>
              <a:rect l="l" t="t" r="r" b="b"/>
              <a:pathLst>
                <a:path w="388" h="276" extrusionOk="0">
                  <a:moveTo>
                    <a:pt x="75" y="188"/>
                  </a:moveTo>
                  <a:cubicBezTo>
                    <a:pt x="138" y="225"/>
                    <a:pt x="213" y="250"/>
                    <a:pt x="288" y="263"/>
                  </a:cubicBezTo>
                  <a:cubicBezTo>
                    <a:pt x="350" y="275"/>
                    <a:pt x="388" y="213"/>
                    <a:pt x="350" y="163"/>
                  </a:cubicBezTo>
                  <a:cubicBezTo>
                    <a:pt x="300" y="100"/>
                    <a:pt x="225" y="50"/>
                    <a:pt x="138" y="25"/>
                  </a:cubicBezTo>
                  <a:cubicBezTo>
                    <a:pt x="50" y="0"/>
                    <a:pt x="0" y="138"/>
                    <a:pt x="75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1420;p37"/>
            <p:cNvSpPr/>
            <p:nvPr/>
          </p:nvSpPr>
          <p:spPr>
            <a:xfrm>
              <a:off x="832025" y="1234000"/>
              <a:ext cx="156850" cy="27525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6174" y="13"/>
                  </a:moveTo>
                  <a:cubicBezTo>
                    <a:pt x="5324" y="0"/>
                    <a:pt x="4462" y="75"/>
                    <a:pt x="3624" y="250"/>
                  </a:cubicBezTo>
                  <a:cubicBezTo>
                    <a:pt x="2475" y="488"/>
                    <a:pt x="1350" y="925"/>
                    <a:pt x="163" y="613"/>
                  </a:cubicBezTo>
                  <a:cubicBezTo>
                    <a:pt x="50" y="575"/>
                    <a:pt x="0" y="763"/>
                    <a:pt x="113" y="788"/>
                  </a:cubicBezTo>
                  <a:cubicBezTo>
                    <a:pt x="913" y="1100"/>
                    <a:pt x="1625" y="950"/>
                    <a:pt x="2450" y="775"/>
                  </a:cubicBezTo>
                  <a:cubicBezTo>
                    <a:pt x="3687" y="500"/>
                    <a:pt x="4899" y="250"/>
                    <a:pt x="6174" y="188"/>
                  </a:cubicBezTo>
                  <a:cubicBezTo>
                    <a:pt x="6274" y="175"/>
                    <a:pt x="6274" y="25"/>
                    <a:pt x="6174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1421;p37"/>
            <p:cNvSpPr/>
            <p:nvPr/>
          </p:nvSpPr>
          <p:spPr>
            <a:xfrm>
              <a:off x="810775" y="1233675"/>
              <a:ext cx="33150" cy="30975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875" y="688"/>
                  </a:moveTo>
                  <a:lnTo>
                    <a:pt x="763" y="651"/>
                  </a:lnTo>
                  <a:cubicBezTo>
                    <a:pt x="700" y="726"/>
                    <a:pt x="763" y="826"/>
                    <a:pt x="850" y="813"/>
                  </a:cubicBezTo>
                  <a:cubicBezTo>
                    <a:pt x="1325" y="651"/>
                    <a:pt x="850" y="1"/>
                    <a:pt x="463" y="226"/>
                  </a:cubicBezTo>
                  <a:cubicBezTo>
                    <a:pt x="0" y="526"/>
                    <a:pt x="550" y="1238"/>
                    <a:pt x="975" y="801"/>
                  </a:cubicBezTo>
                  <a:cubicBezTo>
                    <a:pt x="1038" y="738"/>
                    <a:pt x="950" y="638"/>
                    <a:pt x="875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1422;p37"/>
            <p:cNvSpPr/>
            <p:nvPr/>
          </p:nvSpPr>
          <p:spPr>
            <a:xfrm>
              <a:off x="766400" y="1291175"/>
              <a:ext cx="73150" cy="22525"/>
            </a:xfrm>
            <a:custGeom>
              <a:avLst/>
              <a:gdLst/>
              <a:ahLst/>
              <a:cxnLst/>
              <a:rect l="l" t="t" r="r" b="b"/>
              <a:pathLst>
                <a:path w="2926" h="901" extrusionOk="0">
                  <a:moveTo>
                    <a:pt x="2813" y="638"/>
                  </a:moveTo>
                  <a:cubicBezTo>
                    <a:pt x="2500" y="338"/>
                    <a:pt x="2113" y="150"/>
                    <a:pt x="1688" y="100"/>
                  </a:cubicBezTo>
                  <a:cubicBezTo>
                    <a:pt x="1226" y="38"/>
                    <a:pt x="526" y="0"/>
                    <a:pt x="113" y="263"/>
                  </a:cubicBezTo>
                  <a:cubicBezTo>
                    <a:pt x="1" y="325"/>
                    <a:pt x="76" y="488"/>
                    <a:pt x="201" y="463"/>
                  </a:cubicBezTo>
                  <a:cubicBezTo>
                    <a:pt x="976" y="263"/>
                    <a:pt x="2025" y="213"/>
                    <a:pt x="2650" y="800"/>
                  </a:cubicBezTo>
                  <a:cubicBezTo>
                    <a:pt x="2763" y="900"/>
                    <a:pt x="2925" y="738"/>
                    <a:pt x="28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1423;p37"/>
            <p:cNvSpPr/>
            <p:nvPr/>
          </p:nvSpPr>
          <p:spPr>
            <a:xfrm>
              <a:off x="767350" y="1296800"/>
              <a:ext cx="70625" cy="23450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63" y="200"/>
                  </a:moveTo>
                  <a:cubicBezTo>
                    <a:pt x="575" y="887"/>
                    <a:pt x="2012" y="937"/>
                    <a:pt x="2712" y="575"/>
                  </a:cubicBezTo>
                  <a:cubicBezTo>
                    <a:pt x="2825" y="513"/>
                    <a:pt x="2737" y="375"/>
                    <a:pt x="2637" y="388"/>
                  </a:cubicBezTo>
                  <a:cubicBezTo>
                    <a:pt x="1925" y="500"/>
                    <a:pt x="763" y="762"/>
                    <a:pt x="213" y="88"/>
                  </a:cubicBezTo>
                  <a:cubicBezTo>
                    <a:pt x="150" y="0"/>
                    <a:pt x="0" y="113"/>
                    <a:pt x="63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37"/>
            <p:cNvSpPr/>
            <p:nvPr/>
          </p:nvSpPr>
          <p:spPr>
            <a:xfrm>
              <a:off x="919500" y="1249000"/>
              <a:ext cx="18150" cy="56875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325" y="163"/>
                  </a:moveTo>
                  <a:cubicBezTo>
                    <a:pt x="488" y="800"/>
                    <a:pt x="400" y="1475"/>
                    <a:pt x="75" y="2037"/>
                  </a:cubicBezTo>
                  <a:cubicBezTo>
                    <a:pt x="0" y="2162"/>
                    <a:pt x="188" y="2275"/>
                    <a:pt x="263" y="2150"/>
                  </a:cubicBezTo>
                  <a:cubicBezTo>
                    <a:pt x="638" y="1537"/>
                    <a:pt x="725" y="800"/>
                    <a:pt x="500" y="113"/>
                  </a:cubicBezTo>
                  <a:cubicBezTo>
                    <a:pt x="463" y="0"/>
                    <a:pt x="288" y="50"/>
                    <a:pt x="3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1425;p37"/>
            <p:cNvSpPr/>
            <p:nvPr/>
          </p:nvSpPr>
          <p:spPr>
            <a:xfrm>
              <a:off x="914500" y="1250875"/>
              <a:ext cx="16275" cy="54375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463" y="1987"/>
                  </a:moveTo>
                  <a:cubicBezTo>
                    <a:pt x="338" y="1625"/>
                    <a:pt x="288" y="1225"/>
                    <a:pt x="350" y="850"/>
                  </a:cubicBezTo>
                  <a:cubicBezTo>
                    <a:pt x="400" y="563"/>
                    <a:pt x="538" y="388"/>
                    <a:pt x="638" y="150"/>
                  </a:cubicBezTo>
                  <a:cubicBezTo>
                    <a:pt x="650" y="100"/>
                    <a:pt x="625" y="63"/>
                    <a:pt x="588" y="50"/>
                  </a:cubicBezTo>
                  <a:cubicBezTo>
                    <a:pt x="288" y="0"/>
                    <a:pt x="188" y="325"/>
                    <a:pt x="113" y="563"/>
                  </a:cubicBezTo>
                  <a:cubicBezTo>
                    <a:pt x="0" y="1062"/>
                    <a:pt x="50" y="1575"/>
                    <a:pt x="250" y="2050"/>
                  </a:cubicBezTo>
                  <a:cubicBezTo>
                    <a:pt x="300" y="2175"/>
                    <a:pt x="500" y="2125"/>
                    <a:pt x="463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37"/>
            <p:cNvSpPr/>
            <p:nvPr/>
          </p:nvSpPr>
          <p:spPr>
            <a:xfrm>
              <a:off x="1186925" y="1310225"/>
              <a:ext cx="83125" cy="26900"/>
            </a:xfrm>
            <a:custGeom>
              <a:avLst/>
              <a:gdLst/>
              <a:ahLst/>
              <a:cxnLst/>
              <a:rect l="l" t="t" r="r" b="b"/>
              <a:pathLst>
                <a:path w="3325" h="1076" extrusionOk="0">
                  <a:moveTo>
                    <a:pt x="3200" y="151"/>
                  </a:moveTo>
                  <a:cubicBezTo>
                    <a:pt x="2187" y="1"/>
                    <a:pt x="813" y="151"/>
                    <a:pt x="63" y="913"/>
                  </a:cubicBezTo>
                  <a:cubicBezTo>
                    <a:pt x="1" y="963"/>
                    <a:pt x="63" y="1075"/>
                    <a:pt x="138" y="1050"/>
                  </a:cubicBezTo>
                  <a:cubicBezTo>
                    <a:pt x="613" y="888"/>
                    <a:pt x="1013" y="600"/>
                    <a:pt x="1500" y="475"/>
                  </a:cubicBezTo>
                  <a:cubicBezTo>
                    <a:pt x="2050" y="338"/>
                    <a:pt x="2612" y="300"/>
                    <a:pt x="3162" y="363"/>
                  </a:cubicBezTo>
                  <a:cubicBezTo>
                    <a:pt x="3287" y="375"/>
                    <a:pt x="3325" y="163"/>
                    <a:pt x="3200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37"/>
            <p:cNvSpPr/>
            <p:nvPr/>
          </p:nvSpPr>
          <p:spPr>
            <a:xfrm>
              <a:off x="1187250" y="1314900"/>
              <a:ext cx="100600" cy="30975"/>
            </a:xfrm>
            <a:custGeom>
              <a:avLst/>
              <a:gdLst/>
              <a:ahLst/>
              <a:cxnLst/>
              <a:rect l="l" t="t" r="r" b="b"/>
              <a:pathLst>
                <a:path w="4024" h="1239" extrusionOk="0">
                  <a:moveTo>
                    <a:pt x="138" y="1001"/>
                  </a:moveTo>
                  <a:cubicBezTo>
                    <a:pt x="762" y="1113"/>
                    <a:pt x="1412" y="1238"/>
                    <a:pt x="2049" y="1151"/>
                  </a:cubicBezTo>
                  <a:cubicBezTo>
                    <a:pt x="2724" y="1038"/>
                    <a:pt x="3312" y="688"/>
                    <a:pt x="3887" y="313"/>
                  </a:cubicBezTo>
                  <a:cubicBezTo>
                    <a:pt x="4024" y="226"/>
                    <a:pt x="3887" y="1"/>
                    <a:pt x="3749" y="88"/>
                  </a:cubicBezTo>
                  <a:cubicBezTo>
                    <a:pt x="3287" y="401"/>
                    <a:pt x="2787" y="713"/>
                    <a:pt x="2237" y="851"/>
                  </a:cubicBezTo>
                  <a:cubicBezTo>
                    <a:pt x="1575" y="1013"/>
                    <a:pt x="862" y="901"/>
                    <a:pt x="187" y="788"/>
                  </a:cubicBezTo>
                  <a:cubicBezTo>
                    <a:pt x="50" y="776"/>
                    <a:pt x="0" y="976"/>
                    <a:pt x="138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1428;p37"/>
            <p:cNvSpPr/>
            <p:nvPr/>
          </p:nvSpPr>
          <p:spPr>
            <a:xfrm>
              <a:off x="585525" y="1460800"/>
              <a:ext cx="199975" cy="551150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3487" y="21958"/>
                  </a:moveTo>
                  <a:cubicBezTo>
                    <a:pt x="4799" y="20621"/>
                    <a:pt x="5299" y="19108"/>
                    <a:pt x="5074" y="17209"/>
                  </a:cubicBezTo>
                  <a:cubicBezTo>
                    <a:pt x="4912" y="15809"/>
                    <a:pt x="4287" y="14560"/>
                    <a:pt x="3749" y="13285"/>
                  </a:cubicBezTo>
                  <a:cubicBezTo>
                    <a:pt x="1875" y="8811"/>
                    <a:pt x="0" y="576"/>
                    <a:pt x="7786" y="238"/>
                  </a:cubicBezTo>
                  <a:cubicBezTo>
                    <a:pt x="7861" y="238"/>
                    <a:pt x="7861" y="113"/>
                    <a:pt x="7786" y="101"/>
                  </a:cubicBezTo>
                  <a:cubicBezTo>
                    <a:pt x="4737" y="1"/>
                    <a:pt x="2400" y="1975"/>
                    <a:pt x="1712" y="4962"/>
                  </a:cubicBezTo>
                  <a:cubicBezTo>
                    <a:pt x="400" y="10611"/>
                    <a:pt x="7998" y="17034"/>
                    <a:pt x="3362" y="21833"/>
                  </a:cubicBezTo>
                  <a:cubicBezTo>
                    <a:pt x="3274" y="21908"/>
                    <a:pt x="3412" y="22045"/>
                    <a:pt x="3487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1429;p37"/>
            <p:cNvSpPr/>
            <p:nvPr/>
          </p:nvSpPr>
          <p:spPr>
            <a:xfrm>
              <a:off x="762975" y="1465800"/>
              <a:ext cx="121550" cy="180925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1688" y="201"/>
                  </a:moveTo>
                  <a:cubicBezTo>
                    <a:pt x="3412" y="326"/>
                    <a:pt x="4424" y="2288"/>
                    <a:pt x="4224" y="3837"/>
                  </a:cubicBezTo>
                  <a:cubicBezTo>
                    <a:pt x="4024" y="5462"/>
                    <a:pt x="1725" y="7124"/>
                    <a:pt x="200" y="5724"/>
                  </a:cubicBezTo>
                  <a:cubicBezTo>
                    <a:pt x="125" y="5649"/>
                    <a:pt x="0" y="5774"/>
                    <a:pt x="88" y="5849"/>
                  </a:cubicBezTo>
                  <a:cubicBezTo>
                    <a:pt x="1338" y="7237"/>
                    <a:pt x="3874" y="5924"/>
                    <a:pt x="4324" y="4412"/>
                  </a:cubicBezTo>
                  <a:cubicBezTo>
                    <a:pt x="4862" y="2600"/>
                    <a:pt x="3700" y="151"/>
                    <a:pt x="1688" y="13"/>
                  </a:cubicBezTo>
                  <a:cubicBezTo>
                    <a:pt x="1563" y="1"/>
                    <a:pt x="1563" y="201"/>
                    <a:pt x="16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37"/>
            <p:cNvSpPr/>
            <p:nvPr/>
          </p:nvSpPr>
          <p:spPr>
            <a:xfrm>
              <a:off x="741425" y="1520175"/>
              <a:ext cx="77175" cy="73125"/>
            </a:xfrm>
            <a:custGeom>
              <a:avLst/>
              <a:gdLst/>
              <a:ahLst/>
              <a:cxnLst/>
              <a:rect l="l" t="t" r="r" b="b"/>
              <a:pathLst>
                <a:path w="3087" h="2925" extrusionOk="0">
                  <a:moveTo>
                    <a:pt x="625" y="2775"/>
                  </a:moveTo>
                  <a:cubicBezTo>
                    <a:pt x="250" y="2037"/>
                    <a:pt x="475" y="1138"/>
                    <a:pt x="1162" y="675"/>
                  </a:cubicBezTo>
                  <a:cubicBezTo>
                    <a:pt x="1900" y="188"/>
                    <a:pt x="2737" y="713"/>
                    <a:pt x="2874" y="1512"/>
                  </a:cubicBezTo>
                  <a:cubicBezTo>
                    <a:pt x="2899" y="1625"/>
                    <a:pt x="3087" y="1600"/>
                    <a:pt x="3074" y="1487"/>
                  </a:cubicBezTo>
                  <a:cubicBezTo>
                    <a:pt x="2987" y="613"/>
                    <a:pt x="2062" y="0"/>
                    <a:pt x="1237" y="388"/>
                  </a:cubicBezTo>
                  <a:cubicBezTo>
                    <a:pt x="350" y="800"/>
                    <a:pt x="0" y="2025"/>
                    <a:pt x="488" y="2850"/>
                  </a:cubicBezTo>
                  <a:cubicBezTo>
                    <a:pt x="538" y="2925"/>
                    <a:pt x="663" y="2862"/>
                    <a:pt x="625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37"/>
            <p:cNvSpPr/>
            <p:nvPr/>
          </p:nvSpPr>
          <p:spPr>
            <a:xfrm>
              <a:off x="812325" y="1566400"/>
              <a:ext cx="25" cy="350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37"/>
            <p:cNvSpPr/>
            <p:nvPr/>
          </p:nvSpPr>
          <p:spPr>
            <a:xfrm>
              <a:off x="633950" y="1373950"/>
              <a:ext cx="104050" cy="206550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175" y="8174"/>
                  </a:moveTo>
                  <a:cubicBezTo>
                    <a:pt x="463" y="6974"/>
                    <a:pt x="988" y="5862"/>
                    <a:pt x="1725" y="4887"/>
                  </a:cubicBezTo>
                  <a:cubicBezTo>
                    <a:pt x="2250" y="4187"/>
                    <a:pt x="2937" y="3525"/>
                    <a:pt x="3312" y="2700"/>
                  </a:cubicBezTo>
                  <a:cubicBezTo>
                    <a:pt x="3712" y="1788"/>
                    <a:pt x="3699" y="826"/>
                    <a:pt x="3025" y="76"/>
                  </a:cubicBezTo>
                  <a:cubicBezTo>
                    <a:pt x="2962" y="1"/>
                    <a:pt x="2837" y="88"/>
                    <a:pt x="2887" y="176"/>
                  </a:cubicBezTo>
                  <a:cubicBezTo>
                    <a:pt x="4162" y="2050"/>
                    <a:pt x="2400" y="3537"/>
                    <a:pt x="1387" y="4987"/>
                  </a:cubicBezTo>
                  <a:cubicBezTo>
                    <a:pt x="738" y="5937"/>
                    <a:pt x="275" y="6999"/>
                    <a:pt x="25" y="8124"/>
                  </a:cubicBezTo>
                  <a:cubicBezTo>
                    <a:pt x="0" y="8224"/>
                    <a:pt x="150" y="8261"/>
                    <a:pt x="188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37"/>
            <p:cNvSpPr/>
            <p:nvPr/>
          </p:nvSpPr>
          <p:spPr>
            <a:xfrm>
              <a:off x="638950" y="1634200"/>
              <a:ext cx="81550" cy="88450"/>
            </a:xfrm>
            <a:custGeom>
              <a:avLst/>
              <a:gdLst/>
              <a:ahLst/>
              <a:cxnLst/>
              <a:rect l="l" t="t" r="r" b="b"/>
              <a:pathLst>
                <a:path w="3262" h="3538" extrusionOk="0">
                  <a:moveTo>
                    <a:pt x="488" y="3387"/>
                  </a:moveTo>
                  <a:cubicBezTo>
                    <a:pt x="275" y="2413"/>
                    <a:pt x="175" y="1050"/>
                    <a:pt x="1187" y="438"/>
                  </a:cubicBezTo>
                  <a:cubicBezTo>
                    <a:pt x="1650" y="176"/>
                    <a:pt x="2250" y="263"/>
                    <a:pt x="2625" y="650"/>
                  </a:cubicBezTo>
                  <a:cubicBezTo>
                    <a:pt x="2937" y="975"/>
                    <a:pt x="3262" y="2300"/>
                    <a:pt x="2475" y="2388"/>
                  </a:cubicBezTo>
                  <a:cubicBezTo>
                    <a:pt x="2400" y="2388"/>
                    <a:pt x="2400" y="2525"/>
                    <a:pt x="2475" y="2512"/>
                  </a:cubicBezTo>
                  <a:cubicBezTo>
                    <a:pt x="3024" y="2462"/>
                    <a:pt x="3199" y="1788"/>
                    <a:pt x="3137" y="1313"/>
                  </a:cubicBezTo>
                  <a:cubicBezTo>
                    <a:pt x="3074" y="700"/>
                    <a:pt x="2600" y="201"/>
                    <a:pt x="1975" y="101"/>
                  </a:cubicBezTo>
                  <a:cubicBezTo>
                    <a:pt x="1337" y="1"/>
                    <a:pt x="825" y="363"/>
                    <a:pt x="500" y="900"/>
                  </a:cubicBezTo>
                  <a:cubicBezTo>
                    <a:pt x="0" y="1700"/>
                    <a:pt x="125" y="2562"/>
                    <a:pt x="325" y="3425"/>
                  </a:cubicBezTo>
                  <a:cubicBezTo>
                    <a:pt x="350" y="3537"/>
                    <a:pt x="525" y="3500"/>
                    <a:pt x="488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37"/>
            <p:cNvSpPr/>
            <p:nvPr/>
          </p:nvSpPr>
          <p:spPr>
            <a:xfrm>
              <a:off x="665200" y="1745425"/>
              <a:ext cx="44075" cy="33150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350" y="1175"/>
                  </a:moveTo>
                  <a:cubicBezTo>
                    <a:pt x="262" y="863"/>
                    <a:pt x="312" y="538"/>
                    <a:pt x="625" y="363"/>
                  </a:cubicBezTo>
                  <a:cubicBezTo>
                    <a:pt x="825" y="188"/>
                    <a:pt x="1037" y="238"/>
                    <a:pt x="1262" y="525"/>
                  </a:cubicBezTo>
                  <a:cubicBezTo>
                    <a:pt x="1312" y="650"/>
                    <a:pt x="1300" y="788"/>
                    <a:pt x="1225" y="900"/>
                  </a:cubicBezTo>
                  <a:cubicBezTo>
                    <a:pt x="1112" y="975"/>
                    <a:pt x="1212" y="1150"/>
                    <a:pt x="1325" y="1075"/>
                  </a:cubicBezTo>
                  <a:cubicBezTo>
                    <a:pt x="1762" y="813"/>
                    <a:pt x="1412" y="113"/>
                    <a:pt x="987" y="63"/>
                  </a:cubicBezTo>
                  <a:cubicBezTo>
                    <a:pt x="325" y="0"/>
                    <a:pt x="0" y="688"/>
                    <a:pt x="200" y="1225"/>
                  </a:cubicBezTo>
                  <a:cubicBezTo>
                    <a:pt x="237" y="1325"/>
                    <a:pt x="387" y="1288"/>
                    <a:pt x="3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37"/>
            <p:cNvSpPr/>
            <p:nvPr/>
          </p:nvSpPr>
          <p:spPr>
            <a:xfrm>
              <a:off x="685175" y="1354600"/>
              <a:ext cx="32200" cy="31875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838" y="825"/>
                  </a:moveTo>
                  <a:lnTo>
                    <a:pt x="838" y="825"/>
                  </a:lnTo>
                  <a:cubicBezTo>
                    <a:pt x="826" y="900"/>
                    <a:pt x="926" y="950"/>
                    <a:pt x="988" y="887"/>
                  </a:cubicBezTo>
                  <a:cubicBezTo>
                    <a:pt x="1288" y="475"/>
                    <a:pt x="663" y="0"/>
                    <a:pt x="326" y="412"/>
                  </a:cubicBezTo>
                  <a:cubicBezTo>
                    <a:pt x="1" y="825"/>
                    <a:pt x="563" y="1275"/>
                    <a:pt x="938" y="950"/>
                  </a:cubicBezTo>
                  <a:cubicBezTo>
                    <a:pt x="1001" y="887"/>
                    <a:pt x="913" y="775"/>
                    <a:pt x="838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37"/>
            <p:cNvSpPr/>
            <p:nvPr/>
          </p:nvSpPr>
          <p:spPr>
            <a:xfrm>
              <a:off x="668300" y="143050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1" y="3050"/>
                  </a:moveTo>
                  <a:cubicBezTo>
                    <a:pt x="1338" y="1688"/>
                    <a:pt x="2813" y="926"/>
                    <a:pt x="4437" y="176"/>
                  </a:cubicBezTo>
                  <a:cubicBezTo>
                    <a:pt x="4525" y="138"/>
                    <a:pt x="4462" y="1"/>
                    <a:pt x="4375" y="26"/>
                  </a:cubicBezTo>
                  <a:cubicBezTo>
                    <a:pt x="2663" y="538"/>
                    <a:pt x="1163" y="1550"/>
                    <a:pt x="51" y="2950"/>
                  </a:cubicBezTo>
                  <a:cubicBezTo>
                    <a:pt x="1" y="3012"/>
                    <a:pt x="88" y="3100"/>
                    <a:pt x="151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37"/>
            <p:cNvSpPr/>
            <p:nvPr/>
          </p:nvSpPr>
          <p:spPr>
            <a:xfrm>
              <a:off x="769525" y="1413950"/>
              <a:ext cx="32525" cy="3095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850"/>
                  </a:moveTo>
                  <a:cubicBezTo>
                    <a:pt x="751" y="1238"/>
                    <a:pt x="1301" y="700"/>
                    <a:pt x="926" y="350"/>
                  </a:cubicBezTo>
                  <a:cubicBezTo>
                    <a:pt x="551" y="0"/>
                    <a:pt x="1" y="638"/>
                    <a:pt x="451" y="888"/>
                  </a:cubicBezTo>
                  <a:cubicBezTo>
                    <a:pt x="538" y="925"/>
                    <a:pt x="626" y="813"/>
                    <a:pt x="563" y="738"/>
                  </a:cubicBezTo>
                  <a:lnTo>
                    <a:pt x="501" y="738"/>
                  </a:lnTo>
                  <a:cubicBezTo>
                    <a:pt x="426" y="675"/>
                    <a:pt x="326" y="775"/>
                    <a:pt x="3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37"/>
            <p:cNvSpPr/>
            <p:nvPr/>
          </p:nvSpPr>
          <p:spPr>
            <a:xfrm>
              <a:off x="786400" y="1462675"/>
              <a:ext cx="10025" cy="5975"/>
            </a:xfrm>
            <a:custGeom>
              <a:avLst/>
              <a:gdLst/>
              <a:ahLst/>
              <a:cxnLst/>
              <a:rect l="l" t="t" r="r" b="b"/>
              <a:pathLst>
                <a:path w="401" h="239" extrusionOk="0">
                  <a:moveTo>
                    <a:pt x="126" y="213"/>
                  </a:moveTo>
                  <a:cubicBezTo>
                    <a:pt x="188" y="213"/>
                    <a:pt x="238" y="213"/>
                    <a:pt x="301" y="226"/>
                  </a:cubicBezTo>
                  <a:cubicBezTo>
                    <a:pt x="388" y="238"/>
                    <a:pt x="401" y="113"/>
                    <a:pt x="338" y="76"/>
                  </a:cubicBezTo>
                  <a:cubicBezTo>
                    <a:pt x="276" y="26"/>
                    <a:pt x="201" y="1"/>
                    <a:pt x="126" y="13"/>
                  </a:cubicBezTo>
                  <a:cubicBezTo>
                    <a:pt x="1" y="13"/>
                    <a:pt x="1" y="201"/>
                    <a:pt x="126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37"/>
            <p:cNvSpPr/>
            <p:nvPr/>
          </p:nvSpPr>
          <p:spPr>
            <a:xfrm>
              <a:off x="756725" y="1594850"/>
              <a:ext cx="7200" cy="10000"/>
            </a:xfrm>
            <a:custGeom>
              <a:avLst/>
              <a:gdLst/>
              <a:ahLst/>
              <a:cxnLst/>
              <a:rect l="l" t="t" r="r" b="b"/>
              <a:pathLst>
                <a:path w="288" h="400" extrusionOk="0">
                  <a:moveTo>
                    <a:pt x="38" y="150"/>
                  </a:moveTo>
                  <a:cubicBezTo>
                    <a:pt x="63" y="237"/>
                    <a:pt x="101" y="312"/>
                    <a:pt x="176" y="362"/>
                  </a:cubicBezTo>
                  <a:cubicBezTo>
                    <a:pt x="213" y="400"/>
                    <a:pt x="288" y="362"/>
                    <a:pt x="275" y="300"/>
                  </a:cubicBezTo>
                  <a:cubicBezTo>
                    <a:pt x="263" y="225"/>
                    <a:pt x="238" y="150"/>
                    <a:pt x="188" y="88"/>
                  </a:cubicBezTo>
                  <a:cubicBezTo>
                    <a:pt x="151" y="0"/>
                    <a:pt x="1" y="63"/>
                    <a:pt x="38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37"/>
            <p:cNvSpPr/>
            <p:nvPr/>
          </p:nvSpPr>
          <p:spPr>
            <a:xfrm>
              <a:off x="627075" y="1453625"/>
              <a:ext cx="27825" cy="156850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188" y="6174"/>
                  </a:moveTo>
                  <a:cubicBezTo>
                    <a:pt x="250" y="4899"/>
                    <a:pt x="500" y="3675"/>
                    <a:pt x="775" y="2437"/>
                  </a:cubicBezTo>
                  <a:cubicBezTo>
                    <a:pt x="950" y="1625"/>
                    <a:pt x="1113" y="913"/>
                    <a:pt x="788" y="113"/>
                  </a:cubicBezTo>
                  <a:cubicBezTo>
                    <a:pt x="750" y="1"/>
                    <a:pt x="588" y="51"/>
                    <a:pt x="613" y="163"/>
                  </a:cubicBezTo>
                  <a:cubicBezTo>
                    <a:pt x="925" y="1338"/>
                    <a:pt x="488" y="2462"/>
                    <a:pt x="250" y="3625"/>
                  </a:cubicBezTo>
                  <a:cubicBezTo>
                    <a:pt x="75" y="4462"/>
                    <a:pt x="0" y="5312"/>
                    <a:pt x="0" y="6174"/>
                  </a:cubicBezTo>
                  <a:cubicBezTo>
                    <a:pt x="25" y="6274"/>
                    <a:pt x="175" y="6274"/>
                    <a:pt x="188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37"/>
            <p:cNvSpPr/>
            <p:nvPr/>
          </p:nvSpPr>
          <p:spPr>
            <a:xfrm>
              <a:off x="627075" y="1432375"/>
              <a:ext cx="30950" cy="33150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800" y="976"/>
                  </a:moveTo>
                  <a:cubicBezTo>
                    <a:pt x="1238" y="551"/>
                    <a:pt x="513" y="1"/>
                    <a:pt x="225" y="476"/>
                  </a:cubicBezTo>
                  <a:cubicBezTo>
                    <a:pt x="0" y="851"/>
                    <a:pt x="663" y="1325"/>
                    <a:pt x="813" y="851"/>
                  </a:cubicBezTo>
                  <a:cubicBezTo>
                    <a:pt x="825" y="763"/>
                    <a:pt x="725" y="701"/>
                    <a:pt x="650" y="763"/>
                  </a:cubicBezTo>
                  <a:cubicBezTo>
                    <a:pt x="663" y="801"/>
                    <a:pt x="675" y="838"/>
                    <a:pt x="688" y="876"/>
                  </a:cubicBezTo>
                  <a:cubicBezTo>
                    <a:pt x="638" y="963"/>
                    <a:pt x="738" y="1038"/>
                    <a:pt x="813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37"/>
            <p:cNvSpPr/>
            <p:nvPr/>
          </p:nvSpPr>
          <p:spPr>
            <a:xfrm>
              <a:off x="684550" y="1388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1" y="2650"/>
                  </a:moveTo>
                  <a:cubicBezTo>
                    <a:pt x="213" y="2012"/>
                    <a:pt x="263" y="975"/>
                    <a:pt x="451" y="188"/>
                  </a:cubicBezTo>
                  <a:cubicBezTo>
                    <a:pt x="488" y="63"/>
                    <a:pt x="326" y="0"/>
                    <a:pt x="251" y="113"/>
                  </a:cubicBezTo>
                  <a:cubicBezTo>
                    <a:pt x="1" y="525"/>
                    <a:pt x="26" y="1225"/>
                    <a:pt x="101" y="1687"/>
                  </a:cubicBezTo>
                  <a:cubicBezTo>
                    <a:pt x="151" y="2112"/>
                    <a:pt x="338" y="2500"/>
                    <a:pt x="638" y="2812"/>
                  </a:cubicBezTo>
                  <a:cubicBezTo>
                    <a:pt x="738" y="2912"/>
                    <a:pt x="901" y="2750"/>
                    <a:pt x="7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37"/>
            <p:cNvSpPr/>
            <p:nvPr/>
          </p:nvSpPr>
          <p:spPr>
            <a:xfrm>
              <a:off x="690175" y="1388950"/>
              <a:ext cx="23775" cy="70625"/>
            </a:xfrm>
            <a:custGeom>
              <a:avLst/>
              <a:gdLst/>
              <a:ahLst/>
              <a:cxnLst/>
              <a:rect l="l" t="t" r="r" b="b"/>
              <a:pathLst>
                <a:path w="951" h="2825" extrusionOk="0">
                  <a:moveTo>
                    <a:pt x="88" y="213"/>
                  </a:moveTo>
                  <a:cubicBezTo>
                    <a:pt x="763" y="763"/>
                    <a:pt x="501" y="1938"/>
                    <a:pt x="401" y="2650"/>
                  </a:cubicBezTo>
                  <a:cubicBezTo>
                    <a:pt x="376" y="2750"/>
                    <a:pt x="513" y="2825"/>
                    <a:pt x="576" y="2725"/>
                  </a:cubicBezTo>
                  <a:cubicBezTo>
                    <a:pt x="951" y="2013"/>
                    <a:pt x="888" y="588"/>
                    <a:pt x="201" y="63"/>
                  </a:cubicBezTo>
                  <a:cubicBezTo>
                    <a:pt x="113" y="1"/>
                    <a:pt x="1" y="138"/>
                    <a:pt x="88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37"/>
            <p:cNvSpPr/>
            <p:nvPr/>
          </p:nvSpPr>
          <p:spPr>
            <a:xfrm>
              <a:off x="642075" y="1541100"/>
              <a:ext cx="56875" cy="18150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113" y="500"/>
                  </a:moveTo>
                  <a:cubicBezTo>
                    <a:pt x="800" y="725"/>
                    <a:pt x="1537" y="638"/>
                    <a:pt x="2150" y="251"/>
                  </a:cubicBezTo>
                  <a:cubicBezTo>
                    <a:pt x="2275" y="188"/>
                    <a:pt x="2162" y="1"/>
                    <a:pt x="2037" y="63"/>
                  </a:cubicBezTo>
                  <a:cubicBezTo>
                    <a:pt x="1475" y="401"/>
                    <a:pt x="800" y="488"/>
                    <a:pt x="163" y="313"/>
                  </a:cubicBezTo>
                  <a:cubicBezTo>
                    <a:pt x="50" y="288"/>
                    <a:pt x="0" y="463"/>
                    <a:pt x="113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37"/>
            <p:cNvSpPr/>
            <p:nvPr/>
          </p:nvSpPr>
          <p:spPr>
            <a:xfrm>
              <a:off x="642375" y="1531100"/>
              <a:ext cx="55950" cy="20950"/>
            </a:xfrm>
            <a:custGeom>
              <a:avLst/>
              <a:gdLst/>
              <a:ahLst/>
              <a:cxnLst/>
              <a:rect l="l" t="t" r="r" b="b"/>
              <a:pathLst>
                <a:path w="2238" h="838" extrusionOk="0">
                  <a:moveTo>
                    <a:pt x="2113" y="438"/>
                  </a:moveTo>
                  <a:cubicBezTo>
                    <a:pt x="1763" y="313"/>
                    <a:pt x="1" y="1"/>
                    <a:pt x="113" y="776"/>
                  </a:cubicBezTo>
                  <a:cubicBezTo>
                    <a:pt x="126" y="813"/>
                    <a:pt x="176" y="838"/>
                    <a:pt x="213" y="826"/>
                  </a:cubicBezTo>
                  <a:cubicBezTo>
                    <a:pt x="463" y="738"/>
                    <a:pt x="626" y="588"/>
                    <a:pt x="913" y="538"/>
                  </a:cubicBezTo>
                  <a:cubicBezTo>
                    <a:pt x="1300" y="488"/>
                    <a:pt x="1688" y="526"/>
                    <a:pt x="2050" y="663"/>
                  </a:cubicBezTo>
                  <a:cubicBezTo>
                    <a:pt x="2188" y="701"/>
                    <a:pt x="2238" y="501"/>
                    <a:pt x="2113" y="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37"/>
            <p:cNvSpPr/>
            <p:nvPr/>
          </p:nvSpPr>
          <p:spPr>
            <a:xfrm>
              <a:off x="703625" y="1808525"/>
              <a:ext cx="26875" cy="82825"/>
            </a:xfrm>
            <a:custGeom>
              <a:avLst/>
              <a:gdLst/>
              <a:ahLst/>
              <a:cxnLst/>
              <a:rect l="l" t="t" r="r" b="b"/>
              <a:pathLst>
                <a:path w="1075" h="3313" extrusionOk="0">
                  <a:moveTo>
                    <a:pt x="350" y="3162"/>
                  </a:moveTo>
                  <a:cubicBezTo>
                    <a:pt x="288" y="2600"/>
                    <a:pt x="325" y="2038"/>
                    <a:pt x="462" y="1500"/>
                  </a:cubicBezTo>
                  <a:cubicBezTo>
                    <a:pt x="600" y="1013"/>
                    <a:pt x="887" y="613"/>
                    <a:pt x="1050" y="138"/>
                  </a:cubicBezTo>
                  <a:cubicBezTo>
                    <a:pt x="1075" y="63"/>
                    <a:pt x="962" y="1"/>
                    <a:pt x="912" y="63"/>
                  </a:cubicBezTo>
                  <a:cubicBezTo>
                    <a:pt x="138" y="813"/>
                    <a:pt x="0" y="2175"/>
                    <a:pt x="138" y="3187"/>
                  </a:cubicBezTo>
                  <a:cubicBezTo>
                    <a:pt x="163" y="3312"/>
                    <a:pt x="363" y="3287"/>
                    <a:pt x="350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37"/>
            <p:cNvSpPr/>
            <p:nvPr/>
          </p:nvSpPr>
          <p:spPr>
            <a:xfrm>
              <a:off x="708300" y="1808525"/>
              <a:ext cx="30950" cy="100950"/>
            </a:xfrm>
            <a:custGeom>
              <a:avLst/>
              <a:gdLst/>
              <a:ahLst/>
              <a:cxnLst/>
              <a:rect l="l" t="t" r="r" b="b"/>
              <a:pathLst>
                <a:path w="1238" h="4038" extrusionOk="0">
                  <a:moveTo>
                    <a:pt x="788" y="201"/>
                  </a:moveTo>
                  <a:cubicBezTo>
                    <a:pt x="900" y="876"/>
                    <a:pt x="1000" y="1575"/>
                    <a:pt x="850" y="2250"/>
                  </a:cubicBezTo>
                  <a:cubicBezTo>
                    <a:pt x="713" y="2800"/>
                    <a:pt x="400" y="3287"/>
                    <a:pt x="88" y="3762"/>
                  </a:cubicBezTo>
                  <a:cubicBezTo>
                    <a:pt x="1" y="3900"/>
                    <a:pt x="226" y="4037"/>
                    <a:pt x="313" y="3887"/>
                  </a:cubicBezTo>
                  <a:cubicBezTo>
                    <a:pt x="688" y="3325"/>
                    <a:pt x="1038" y="2738"/>
                    <a:pt x="1138" y="2050"/>
                  </a:cubicBezTo>
                  <a:cubicBezTo>
                    <a:pt x="1238" y="1425"/>
                    <a:pt x="1113" y="763"/>
                    <a:pt x="1000" y="138"/>
                  </a:cubicBezTo>
                  <a:cubicBezTo>
                    <a:pt x="975" y="1"/>
                    <a:pt x="763" y="63"/>
                    <a:pt x="7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37"/>
            <p:cNvSpPr/>
            <p:nvPr/>
          </p:nvSpPr>
          <p:spPr>
            <a:xfrm>
              <a:off x="887000" y="1496125"/>
              <a:ext cx="8475" cy="812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251" y="13"/>
                  </a:moveTo>
                  <a:cubicBezTo>
                    <a:pt x="163" y="0"/>
                    <a:pt x="76" y="38"/>
                    <a:pt x="38" y="113"/>
                  </a:cubicBezTo>
                  <a:cubicBezTo>
                    <a:pt x="13" y="125"/>
                    <a:pt x="1" y="163"/>
                    <a:pt x="13" y="188"/>
                  </a:cubicBezTo>
                  <a:cubicBezTo>
                    <a:pt x="26" y="213"/>
                    <a:pt x="26" y="250"/>
                    <a:pt x="38" y="275"/>
                  </a:cubicBezTo>
                  <a:cubicBezTo>
                    <a:pt x="51" y="300"/>
                    <a:pt x="113" y="325"/>
                    <a:pt x="138" y="288"/>
                  </a:cubicBezTo>
                  <a:lnTo>
                    <a:pt x="276" y="150"/>
                  </a:lnTo>
                  <a:cubicBezTo>
                    <a:pt x="338" y="125"/>
                    <a:pt x="338" y="0"/>
                    <a:pt x="25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37"/>
            <p:cNvSpPr/>
            <p:nvPr/>
          </p:nvSpPr>
          <p:spPr>
            <a:xfrm>
              <a:off x="893575" y="1496125"/>
              <a:ext cx="58750" cy="15000"/>
            </a:xfrm>
            <a:custGeom>
              <a:avLst/>
              <a:gdLst/>
              <a:ahLst/>
              <a:cxnLst/>
              <a:rect l="l" t="t" r="r" b="b"/>
              <a:pathLst>
                <a:path w="2350" h="600" extrusionOk="0">
                  <a:moveTo>
                    <a:pt x="50" y="125"/>
                  </a:moveTo>
                  <a:cubicBezTo>
                    <a:pt x="725" y="462"/>
                    <a:pt x="1525" y="600"/>
                    <a:pt x="2262" y="375"/>
                  </a:cubicBezTo>
                  <a:cubicBezTo>
                    <a:pt x="2350" y="350"/>
                    <a:pt x="2337" y="188"/>
                    <a:pt x="2237" y="200"/>
                  </a:cubicBezTo>
                  <a:cubicBezTo>
                    <a:pt x="1487" y="288"/>
                    <a:pt x="812" y="288"/>
                    <a:pt x="100" y="25"/>
                  </a:cubicBezTo>
                  <a:cubicBezTo>
                    <a:pt x="38" y="0"/>
                    <a:pt x="0" y="100"/>
                    <a:pt x="5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37"/>
            <p:cNvSpPr/>
            <p:nvPr/>
          </p:nvSpPr>
          <p:spPr>
            <a:xfrm>
              <a:off x="927000" y="1501125"/>
              <a:ext cx="25325" cy="17200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825" y="75"/>
                  </a:moveTo>
                  <a:cubicBezTo>
                    <a:pt x="613" y="337"/>
                    <a:pt x="375" y="412"/>
                    <a:pt x="75" y="525"/>
                  </a:cubicBezTo>
                  <a:cubicBezTo>
                    <a:pt x="0" y="562"/>
                    <a:pt x="0" y="687"/>
                    <a:pt x="100" y="675"/>
                  </a:cubicBezTo>
                  <a:cubicBezTo>
                    <a:pt x="450" y="662"/>
                    <a:pt x="763" y="475"/>
                    <a:pt x="963" y="187"/>
                  </a:cubicBezTo>
                  <a:cubicBezTo>
                    <a:pt x="1013" y="100"/>
                    <a:pt x="888" y="0"/>
                    <a:pt x="82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37"/>
            <p:cNvSpPr/>
            <p:nvPr/>
          </p:nvSpPr>
          <p:spPr>
            <a:xfrm>
              <a:off x="886700" y="1501125"/>
              <a:ext cx="26575" cy="55300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38" y="138"/>
                  </a:moveTo>
                  <a:cubicBezTo>
                    <a:pt x="213" y="437"/>
                    <a:pt x="363" y="750"/>
                    <a:pt x="488" y="1087"/>
                  </a:cubicBezTo>
                  <a:cubicBezTo>
                    <a:pt x="600" y="1437"/>
                    <a:pt x="525" y="1737"/>
                    <a:pt x="488" y="2099"/>
                  </a:cubicBezTo>
                  <a:cubicBezTo>
                    <a:pt x="475" y="2187"/>
                    <a:pt x="600" y="2212"/>
                    <a:pt x="638" y="2137"/>
                  </a:cubicBezTo>
                  <a:cubicBezTo>
                    <a:pt x="1062" y="1437"/>
                    <a:pt x="600" y="600"/>
                    <a:pt x="125" y="50"/>
                  </a:cubicBezTo>
                  <a:cubicBezTo>
                    <a:pt x="75" y="0"/>
                    <a:pt x="0" y="75"/>
                    <a:pt x="25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37"/>
            <p:cNvSpPr/>
            <p:nvPr/>
          </p:nvSpPr>
          <p:spPr>
            <a:xfrm>
              <a:off x="897000" y="1522975"/>
              <a:ext cx="17200" cy="34700"/>
            </a:xfrm>
            <a:custGeom>
              <a:avLst/>
              <a:gdLst/>
              <a:ahLst/>
              <a:cxnLst/>
              <a:rect l="l" t="t" r="r" b="b"/>
              <a:pathLst>
                <a:path w="688" h="1388" extrusionOk="0">
                  <a:moveTo>
                    <a:pt x="301" y="1263"/>
                  </a:moveTo>
                  <a:cubicBezTo>
                    <a:pt x="563" y="938"/>
                    <a:pt x="688" y="513"/>
                    <a:pt x="638" y="101"/>
                  </a:cubicBezTo>
                  <a:cubicBezTo>
                    <a:pt x="613" y="1"/>
                    <a:pt x="463" y="38"/>
                    <a:pt x="463" y="126"/>
                  </a:cubicBezTo>
                  <a:cubicBezTo>
                    <a:pt x="438" y="513"/>
                    <a:pt x="375" y="813"/>
                    <a:pt x="113" y="1101"/>
                  </a:cubicBezTo>
                  <a:cubicBezTo>
                    <a:pt x="1" y="1238"/>
                    <a:pt x="201" y="1388"/>
                    <a:pt x="301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37"/>
            <p:cNvSpPr/>
            <p:nvPr/>
          </p:nvSpPr>
          <p:spPr>
            <a:xfrm>
              <a:off x="907925" y="1521425"/>
              <a:ext cx="22850" cy="11275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126" y="213"/>
                  </a:moveTo>
                  <a:cubicBezTo>
                    <a:pt x="351" y="275"/>
                    <a:pt x="551" y="388"/>
                    <a:pt x="776" y="425"/>
                  </a:cubicBezTo>
                  <a:cubicBezTo>
                    <a:pt x="863" y="450"/>
                    <a:pt x="913" y="338"/>
                    <a:pt x="838" y="288"/>
                  </a:cubicBezTo>
                  <a:cubicBezTo>
                    <a:pt x="638" y="163"/>
                    <a:pt x="413" y="75"/>
                    <a:pt x="176" y="38"/>
                  </a:cubicBezTo>
                  <a:cubicBezTo>
                    <a:pt x="51" y="0"/>
                    <a:pt x="1" y="175"/>
                    <a:pt x="12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1454;p37"/>
            <p:cNvSpPr/>
            <p:nvPr/>
          </p:nvSpPr>
          <p:spPr>
            <a:xfrm>
              <a:off x="915425" y="1512975"/>
              <a:ext cx="16275" cy="19725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588" y="563"/>
                  </a:moveTo>
                  <a:cubicBezTo>
                    <a:pt x="501" y="376"/>
                    <a:pt x="376" y="201"/>
                    <a:pt x="213" y="63"/>
                  </a:cubicBezTo>
                  <a:cubicBezTo>
                    <a:pt x="138" y="1"/>
                    <a:pt x="1" y="88"/>
                    <a:pt x="63" y="176"/>
                  </a:cubicBezTo>
                  <a:cubicBezTo>
                    <a:pt x="176" y="351"/>
                    <a:pt x="288" y="501"/>
                    <a:pt x="401" y="663"/>
                  </a:cubicBezTo>
                  <a:cubicBezTo>
                    <a:pt x="476" y="788"/>
                    <a:pt x="651" y="688"/>
                    <a:pt x="588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1455;p37"/>
            <p:cNvSpPr/>
            <p:nvPr/>
          </p:nvSpPr>
          <p:spPr>
            <a:xfrm>
              <a:off x="917300" y="1513300"/>
              <a:ext cx="17225" cy="6900"/>
            </a:xfrm>
            <a:custGeom>
              <a:avLst/>
              <a:gdLst/>
              <a:ahLst/>
              <a:cxnLst/>
              <a:rect l="l" t="t" r="r" b="b"/>
              <a:pathLst>
                <a:path w="689" h="276" extrusionOk="0">
                  <a:moveTo>
                    <a:pt x="126" y="225"/>
                  </a:moveTo>
                  <a:cubicBezTo>
                    <a:pt x="288" y="275"/>
                    <a:pt x="463" y="250"/>
                    <a:pt x="613" y="163"/>
                  </a:cubicBezTo>
                  <a:cubicBezTo>
                    <a:pt x="688" y="113"/>
                    <a:pt x="626" y="0"/>
                    <a:pt x="551" y="25"/>
                  </a:cubicBezTo>
                  <a:lnTo>
                    <a:pt x="176" y="38"/>
                  </a:lnTo>
                  <a:cubicBezTo>
                    <a:pt x="51" y="13"/>
                    <a:pt x="1" y="188"/>
                    <a:pt x="126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37"/>
            <p:cNvSpPr/>
            <p:nvPr/>
          </p:nvSpPr>
          <p:spPr>
            <a:xfrm>
              <a:off x="926050" y="1528925"/>
              <a:ext cx="28775" cy="23450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501" y="163"/>
                  </a:moveTo>
                  <a:cubicBezTo>
                    <a:pt x="1" y="263"/>
                    <a:pt x="276" y="937"/>
                    <a:pt x="713" y="838"/>
                  </a:cubicBezTo>
                  <a:cubicBezTo>
                    <a:pt x="1150" y="750"/>
                    <a:pt x="1013" y="0"/>
                    <a:pt x="513" y="150"/>
                  </a:cubicBezTo>
                  <a:cubicBezTo>
                    <a:pt x="401" y="188"/>
                    <a:pt x="426" y="350"/>
                    <a:pt x="538" y="350"/>
                  </a:cubicBezTo>
                  <a:cubicBezTo>
                    <a:pt x="538" y="350"/>
                    <a:pt x="538" y="325"/>
                    <a:pt x="551" y="325"/>
                  </a:cubicBezTo>
                  <a:cubicBezTo>
                    <a:pt x="663" y="288"/>
                    <a:pt x="613" y="125"/>
                    <a:pt x="50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1457;p37"/>
            <p:cNvSpPr/>
            <p:nvPr/>
          </p:nvSpPr>
          <p:spPr>
            <a:xfrm>
              <a:off x="6209675" y="1202450"/>
              <a:ext cx="551125" cy="190275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25" y="2949"/>
                  </a:moveTo>
                  <a:cubicBezTo>
                    <a:pt x="5049" y="7611"/>
                    <a:pt x="11447" y="0"/>
                    <a:pt x="17096" y="1300"/>
                  </a:cubicBezTo>
                  <a:cubicBezTo>
                    <a:pt x="20083" y="2000"/>
                    <a:pt x="22045" y="4312"/>
                    <a:pt x="21945" y="7373"/>
                  </a:cubicBezTo>
                  <a:cubicBezTo>
                    <a:pt x="21932" y="7461"/>
                    <a:pt x="21820" y="7461"/>
                    <a:pt x="21807" y="7373"/>
                  </a:cubicBezTo>
                  <a:cubicBezTo>
                    <a:pt x="21532" y="1100"/>
                    <a:pt x="14534" y="887"/>
                    <a:pt x="10173" y="2724"/>
                  </a:cubicBezTo>
                  <a:cubicBezTo>
                    <a:pt x="8448" y="3449"/>
                    <a:pt x="6736" y="4437"/>
                    <a:pt x="4837" y="4661"/>
                  </a:cubicBezTo>
                  <a:cubicBezTo>
                    <a:pt x="2937" y="4886"/>
                    <a:pt x="1425" y="4387"/>
                    <a:pt x="88" y="3087"/>
                  </a:cubicBezTo>
                  <a:cubicBezTo>
                    <a:pt x="0" y="2999"/>
                    <a:pt x="125" y="2874"/>
                    <a:pt x="213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1458;p37"/>
            <p:cNvSpPr/>
            <p:nvPr/>
          </p:nvSpPr>
          <p:spPr>
            <a:xfrm>
              <a:off x="6575200" y="1369575"/>
              <a:ext cx="180925" cy="121575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7224" y="1688"/>
                  </a:moveTo>
                  <a:cubicBezTo>
                    <a:pt x="7086" y="3700"/>
                    <a:pt x="4624" y="4862"/>
                    <a:pt x="2825" y="4325"/>
                  </a:cubicBezTo>
                  <a:cubicBezTo>
                    <a:pt x="1313" y="3875"/>
                    <a:pt x="0" y="1338"/>
                    <a:pt x="1388" y="88"/>
                  </a:cubicBezTo>
                  <a:cubicBezTo>
                    <a:pt x="1463" y="1"/>
                    <a:pt x="1588" y="126"/>
                    <a:pt x="1500" y="201"/>
                  </a:cubicBezTo>
                  <a:cubicBezTo>
                    <a:pt x="113" y="1725"/>
                    <a:pt x="1775" y="4025"/>
                    <a:pt x="3400" y="4225"/>
                  </a:cubicBezTo>
                  <a:cubicBezTo>
                    <a:pt x="4949" y="4425"/>
                    <a:pt x="6911" y="3413"/>
                    <a:pt x="7024" y="1688"/>
                  </a:cubicBezTo>
                  <a:cubicBezTo>
                    <a:pt x="7036" y="1563"/>
                    <a:pt x="7236" y="1563"/>
                    <a:pt x="7224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37"/>
            <p:cNvSpPr/>
            <p:nvPr/>
          </p:nvSpPr>
          <p:spPr>
            <a:xfrm>
              <a:off x="6628300" y="1348025"/>
              <a:ext cx="73450" cy="77200"/>
            </a:xfrm>
            <a:custGeom>
              <a:avLst/>
              <a:gdLst/>
              <a:ahLst/>
              <a:cxnLst/>
              <a:rect l="l" t="t" r="r" b="b"/>
              <a:pathLst>
                <a:path w="2938" h="3088" extrusionOk="0">
                  <a:moveTo>
                    <a:pt x="88" y="488"/>
                  </a:moveTo>
                  <a:cubicBezTo>
                    <a:pt x="913" y="1"/>
                    <a:pt x="2138" y="351"/>
                    <a:pt x="2550" y="1238"/>
                  </a:cubicBezTo>
                  <a:cubicBezTo>
                    <a:pt x="2938" y="2063"/>
                    <a:pt x="2325" y="2987"/>
                    <a:pt x="1451" y="3075"/>
                  </a:cubicBezTo>
                  <a:cubicBezTo>
                    <a:pt x="1338" y="3087"/>
                    <a:pt x="1313" y="2900"/>
                    <a:pt x="1426" y="2887"/>
                  </a:cubicBezTo>
                  <a:cubicBezTo>
                    <a:pt x="2238" y="2737"/>
                    <a:pt x="2738" y="1913"/>
                    <a:pt x="2275" y="1163"/>
                  </a:cubicBezTo>
                  <a:cubicBezTo>
                    <a:pt x="1800" y="476"/>
                    <a:pt x="901" y="251"/>
                    <a:pt x="163" y="625"/>
                  </a:cubicBezTo>
                  <a:cubicBezTo>
                    <a:pt x="76" y="675"/>
                    <a:pt x="1" y="538"/>
                    <a:pt x="88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37"/>
            <p:cNvSpPr/>
            <p:nvPr/>
          </p:nvSpPr>
          <p:spPr>
            <a:xfrm>
              <a:off x="6655500" y="14189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37"/>
            <p:cNvSpPr/>
            <p:nvPr/>
          </p:nvSpPr>
          <p:spPr>
            <a:xfrm>
              <a:off x="6641425" y="1240875"/>
              <a:ext cx="206550" cy="104050"/>
            </a:xfrm>
            <a:custGeom>
              <a:avLst/>
              <a:gdLst/>
              <a:ahLst/>
              <a:cxnLst/>
              <a:rect l="l" t="t" r="r" b="b"/>
              <a:pathLst>
                <a:path w="8262" h="4162" extrusionOk="0">
                  <a:moveTo>
                    <a:pt x="138" y="25"/>
                  </a:moveTo>
                  <a:cubicBezTo>
                    <a:pt x="1263" y="263"/>
                    <a:pt x="2325" y="725"/>
                    <a:pt x="3275" y="1375"/>
                  </a:cubicBezTo>
                  <a:cubicBezTo>
                    <a:pt x="4725" y="2387"/>
                    <a:pt x="6199" y="4162"/>
                    <a:pt x="8086" y="2875"/>
                  </a:cubicBezTo>
                  <a:cubicBezTo>
                    <a:pt x="8161" y="2825"/>
                    <a:pt x="8261" y="2950"/>
                    <a:pt x="8186" y="3012"/>
                  </a:cubicBezTo>
                  <a:cubicBezTo>
                    <a:pt x="7436" y="3699"/>
                    <a:pt x="6487" y="3699"/>
                    <a:pt x="5562" y="3299"/>
                  </a:cubicBezTo>
                  <a:cubicBezTo>
                    <a:pt x="4887" y="2999"/>
                    <a:pt x="4362" y="2475"/>
                    <a:pt x="3787" y="2025"/>
                  </a:cubicBezTo>
                  <a:cubicBezTo>
                    <a:pt x="2713" y="1137"/>
                    <a:pt x="1450" y="500"/>
                    <a:pt x="88" y="175"/>
                  </a:cubicBezTo>
                  <a:cubicBezTo>
                    <a:pt x="1" y="150"/>
                    <a:pt x="38" y="0"/>
                    <a:pt x="13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37"/>
            <p:cNvSpPr/>
            <p:nvPr/>
          </p:nvSpPr>
          <p:spPr>
            <a:xfrm>
              <a:off x="6499275" y="1245875"/>
              <a:ext cx="88450" cy="80000"/>
            </a:xfrm>
            <a:custGeom>
              <a:avLst/>
              <a:gdLst/>
              <a:ahLst/>
              <a:cxnLst/>
              <a:rect l="l" t="t" r="r" b="b"/>
              <a:pathLst>
                <a:path w="3538" h="3200" extrusionOk="0">
                  <a:moveTo>
                    <a:pt x="101" y="313"/>
                  </a:moveTo>
                  <a:cubicBezTo>
                    <a:pt x="988" y="113"/>
                    <a:pt x="1838" y="0"/>
                    <a:pt x="2638" y="488"/>
                  </a:cubicBezTo>
                  <a:cubicBezTo>
                    <a:pt x="3175" y="813"/>
                    <a:pt x="3537" y="1325"/>
                    <a:pt x="3437" y="1975"/>
                  </a:cubicBezTo>
                  <a:cubicBezTo>
                    <a:pt x="3337" y="2587"/>
                    <a:pt x="2838" y="3062"/>
                    <a:pt x="2225" y="3137"/>
                  </a:cubicBezTo>
                  <a:cubicBezTo>
                    <a:pt x="1750" y="3187"/>
                    <a:pt x="1075" y="3024"/>
                    <a:pt x="1026" y="2475"/>
                  </a:cubicBezTo>
                  <a:cubicBezTo>
                    <a:pt x="1013" y="2387"/>
                    <a:pt x="1150" y="2387"/>
                    <a:pt x="1150" y="2475"/>
                  </a:cubicBezTo>
                  <a:cubicBezTo>
                    <a:pt x="1225" y="3199"/>
                    <a:pt x="2438" y="2937"/>
                    <a:pt x="2750" y="2712"/>
                  </a:cubicBezTo>
                  <a:cubicBezTo>
                    <a:pt x="3237" y="2362"/>
                    <a:pt x="3387" y="1700"/>
                    <a:pt x="3087" y="1175"/>
                  </a:cubicBezTo>
                  <a:cubicBezTo>
                    <a:pt x="2475" y="163"/>
                    <a:pt x="1125" y="263"/>
                    <a:pt x="151" y="488"/>
                  </a:cubicBezTo>
                  <a:cubicBezTo>
                    <a:pt x="38" y="513"/>
                    <a:pt x="1" y="338"/>
                    <a:pt x="101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37"/>
            <p:cNvSpPr/>
            <p:nvPr/>
          </p:nvSpPr>
          <p:spPr>
            <a:xfrm>
              <a:off x="6443675" y="1272100"/>
              <a:ext cx="33125" cy="43775"/>
            </a:xfrm>
            <a:custGeom>
              <a:avLst/>
              <a:gdLst/>
              <a:ahLst/>
              <a:cxnLst/>
              <a:rect l="l" t="t" r="r" b="b"/>
              <a:pathLst>
                <a:path w="1325" h="1751" extrusionOk="0">
                  <a:moveTo>
                    <a:pt x="88" y="188"/>
                  </a:moveTo>
                  <a:cubicBezTo>
                    <a:pt x="638" y="1"/>
                    <a:pt x="1325" y="326"/>
                    <a:pt x="1250" y="976"/>
                  </a:cubicBezTo>
                  <a:cubicBezTo>
                    <a:pt x="1200" y="1413"/>
                    <a:pt x="500" y="1750"/>
                    <a:pt x="238" y="1326"/>
                  </a:cubicBezTo>
                  <a:cubicBezTo>
                    <a:pt x="175" y="1213"/>
                    <a:pt x="350" y="1101"/>
                    <a:pt x="425" y="1213"/>
                  </a:cubicBezTo>
                  <a:cubicBezTo>
                    <a:pt x="538" y="1288"/>
                    <a:pt x="675" y="1301"/>
                    <a:pt x="800" y="1263"/>
                  </a:cubicBezTo>
                  <a:cubicBezTo>
                    <a:pt x="1075" y="1026"/>
                    <a:pt x="1125" y="813"/>
                    <a:pt x="950" y="613"/>
                  </a:cubicBezTo>
                  <a:cubicBezTo>
                    <a:pt x="788" y="301"/>
                    <a:pt x="450" y="263"/>
                    <a:pt x="138" y="351"/>
                  </a:cubicBezTo>
                  <a:cubicBezTo>
                    <a:pt x="38" y="376"/>
                    <a:pt x="0" y="226"/>
                    <a:pt x="10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37"/>
            <p:cNvSpPr/>
            <p:nvPr/>
          </p:nvSpPr>
          <p:spPr>
            <a:xfrm>
              <a:off x="6835450" y="1292100"/>
              <a:ext cx="31875" cy="31900"/>
            </a:xfrm>
            <a:custGeom>
              <a:avLst/>
              <a:gdLst/>
              <a:ahLst/>
              <a:cxnLst/>
              <a:rect l="l" t="t" r="r" b="b"/>
              <a:pathLst>
                <a:path w="1275" h="1276" extrusionOk="0">
                  <a:moveTo>
                    <a:pt x="325" y="925"/>
                  </a:moveTo>
                  <a:cubicBezTo>
                    <a:pt x="0" y="563"/>
                    <a:pt x="450" y="1"/>
                    <a:pt x="863" y="326"/>
                  </a:cubicBezTo>
                  <a:cubicBezTo>
                    <a:pt x="1275" y="651"/>
                    <a:pt x="800" y="1275"/>
                    <a:pt x="388" y="975"/>
                  </a:cubicBezTo>
                  <a:cubicBezTo>
                    <a:pt x="325" y="925"/>
                    <a:pt x="375" y="813"/>
                    <a:pt x="463" y="826"/>
                  </a:cubicBezTo>
                  <a:lnTo>
                    <a:pt x="463" y="826"/>
                  </a:lnTo>
                  <a:cubicBezTo>
                    <a:pt x="500" y="901"/>
                    <a:pt x="400" y="1000"/>
                    <a:pt x="338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37"/>
            <p:cNvSpPr/>
            <p:nvPr/>
          </p:nvSpPr>
          <p:spPr>
            <a:xfrm>
              <a:off x="6713600" y="1274925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63"/>
                  </a:moveTo>
                  <a:cubicBezTo>
                    <a:pt x="1550" y="1163"/>
                    <a:pt x="2575" y="2675"/>
                    <a:pt x="3087" y="4374"/>
                  </a:cubicBezTo>
                  <a:cubicBezTo>
                    <a:pt x="3112" y="4462"/>
                    <a:pt x="2975" y="4524"/>
                    <a:pt x="2925" y="4437"/>
                  </a:cubicBezTo>
                  <a:cubicBezTo>
                    <a:pt x="2175" y="2825"/>
                    <a:pt x="1413" y="1338"/>
                    <a:pt x="63" y="150"/>
                  </a:cubicBezTo>
                  <a:cubicBezTo>
                    <a:pt x="1" y="100"/>
                    <a:pt x="88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37"/>
            <p:cNvSpPr/>
            <p:nvPr/>
          </p:nvSpPr>
          <p:spPr>
            <a:xfrm>
              <a:off x="6777025" y="1376150"/>
              <a:ext cx="30650" cy="32525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500" y="500"/>
                  </a:moveTo>
                  <a:lnTo>
                    <a:pt x="500" y="563"/>
                  </a:lnTo>
                  <a:cubicBezTo>
                    <a:pt x="425" y="638"/>
                    <a:pt x="313" y="550"/>
                    <a:pt x="350" y="450"/>
                  </a:cubicBezTo>
                  <a:cubicBezTo>
                    <a:pt x="600" y="0"/>
                    <a:pt x="1225" y="550"/>
                    <a:pt x="888" y="925"/>
                  </a:cubicBezTo>
                  <a:cubicBezTo>
                    <a:pt x="550" y="1300"/>
                    <a:pt x="0" y="750"/>
                    <a:pt x="388" y="388"/>
                  </a:cubicBezTo>
                  <a:cubicBezTo>
                    <a:pt x="463" y="325"/>
                    <a:pt x="563" y="425"/>
                    <a:pt x="500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37"/>
            <p:cNvSpPr/>
            <p:nvPr/>
          </p:nvSpPr>
          <p:spPr>
            <a:xfrm>
              <a:off x="6753275" y="1393325"/>
              <a:ext cx="5650" cy="9725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213" y="126"/>
                  </a:moveTo>
                  <a:cubicBezTo>
                    <a:pt x="226" y="201"/>
                    <a:pt x="213" y="276"/>
                    <a:pt x="163" y="326"/>
                  </a:cubicBezTo>
                  <a:cubicBezTo>
                    <a:pt x="126" y="388"/>
                    <a:pt x="1" y="376"/>
                    <a:pt x="1" y="288"/>
                  </a:cubicBezTo>
                  <a:cubicBezTo>
                    <a:pt x="13" y="238"/>
                    <a:pt x="13" y="176"/>
                    <a:pt x="26" y="126"/>
                  </a:cubicBezTo>
                  <a:cubicBezTo>
                    <a:pt x="26" y="1"/>
                    <a:pt x="213" y="1"/>
                    <a:pt x="2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37"/>
            <p:cNvSpPr/>
            <p:nvPr/>
          </p:nvSpPr>
          <p:spPr>
            <a:xfrm>
              <a:off x="6617075" y="1363650"/>
              <a:ext cx="10000" cy="6900"/>
            </a:xfrm>
            <a:custGeom>
              <a:avLst/>
              <a:gdLst/>
              <a:ahLst/>
              <a:cxnLst/>
              <a:rect l="l" t="t" r="r" b="b"/>
              <a:pathLst>
                <a:path w="400" h="276" extrusionOk="0">
                  <a:moveTo>
                    <a:pt x="312" y="188"/>
                  </a:moveTo>
                  <a:cubicBezTo>
                    <a:pt x="250" y="225"/>
                    <a:pt x="175" y="250"/>
                    <a:pt x="100" y="263"/>
                  </a:cubicBezTo>
                  <a:cubicBezTo>
                    <a:pt x="38" y="275"/>
                    <a:pt x="0" y="213"/>
                    <a:pt x="38" y="163"/>
                  </a:cubicBezTo>
                  <a:cubicBezTo>
                    <a:pt x="88" y="100"/>
                    <a:pt x="163" y="50"/>
                    <a:pt x="250" y="25"/>
                  </a:cubicBezTo>
                  <a:cubicBezTo>
                    <a:pt x="337" y="0"/>
                    <a:pt x="400" y="138"/>
                    <a:pt x="312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37"/>
            <p:cNvSpPr/>
            <p:nvPr/>
          </p:nvSpPr>
          <p:spPr>
            <a:xfrm>
              <a:off x="6611450" y="1234000"/>
              <a:ext cx="156850" cy="27525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100" y="13"/>
                  </a:moveTo>
                  <a:cubicBezTo>
                    <a:pt x="950" y="0"/>
                    <a:pt x="1812" y="75"/>
                    <a:pt x="2649" y="250"/>
                  </a:cubicBezTo>
                  <a:cubicBezTo>
                    <a:pt x="3812" y="488"/>
                    <a:pt x="4924" y="925"/>
                    <a:pt x="6111" y="613"/>
                  </a:cubicBezTo>
                  <a:cubicBezTo>
                    <a:pt x="6223" y="575"/>
                    <a:pt x="6273" y="763"/>
                    <a:pt x="6161" y="788"/>
                  </a:cubicBezTo>
                  <a:cubicBezTo>
                    <a:pt x="5361" y="1100"/>
                    <a:pt x="4636" y="950"/>
                    <a:pt x="3824" y="775"/>
                  </a:cubicBezTo>
                  <a:cubicBezTo>
                    <a:pt x="2587" y="500"/>
                    <a:pt x="1375" y="250"/>
                    <a:pt x="100" y="188"/>
                  </a:cubicBezTo>
                  <a:cubicBezTo>
                    <a:pt x="0" y="175"/>
                    <a:pt x="0" y="25"/>
                    <a:pt x="100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37"/>
            <p:cNvSpPr/>
            <p:nvPr/>
          </p:nvSpPr>
          <p:spPr>
            <a:xfrm>
              <a:off x="6756400" y="1233675"/>
              <a:ext cx="33150" cy="30975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450" y="688"/>
                  </a:moveTo>
                  <a:lnTo>
                    <a:pt x="563" y="651"/>
                  </a:lnTo>
                  <a:cubicBezTo>
                    <a:pt x="625" y="726"/>
                    <a:pt x="563" y="826"/>
                    <a:pt x="475" y="813"/>
                  </a:cubicBezTo>
                  <a:cubicBezTo>
                    <a:pt x="1" y="651"/>
                    <a:pt x="475" y="1"/>
                    <a:pt x="863" y="226"/>
                  </a:cubicBezTo>
                  <a:cubicBezTo>
                    <a:pt x="1325" y="526"/>
                    <a:pt x="788" y="1238"/>
                    <a:pt x="350" y="801"/>
                  </a:cubicBezTo>
                  <a:cubicBezTo>
                    <a:pt x="301" y="738"/>
                    <a:pt x="375" y="638"/>
                    <a:pt x="450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37"/>
            <p:cNvSpPr/>
            <p:nvPr/>
          </p:nvSpPr>
          <p:spPr>
            <a:xfrm>
              <a:off x="6761100" y="1291175"/>
              <a:ext cx="72800" cy="22525"/>
            </a:xfrm>
            <a:custGeom>
              <a:avLst/>
              <a:gdLst/>
              <a:ahLst/>
              <a:cxnLst/>
              <a:rect l="l" t="t" r="r" b="b"/>
              <a:pathLst>
                <a:path w="2912" h="901" extrusionOk="0">
                  <a:moveTo>
                    <a:pt x="100" y="638"/>
                  </a:moveTo>
                  <a:cubicBezTo>
                    <a:pt x="412" y="338"/>
                    <a:pt x="800" y="150"/>
                    <a:pt x="1225" y="100"/>
                  </a:cubicBezTo>
                  <a:cubicBezTo>
                    <a:pt x="1700" y="38"/>
                    <a:pt x="2387" y="0"/>
                    <a:pt x="2799" y="263"/>
                  </a:cubicBezTo>
                  <a:cubicBezTo>
                    <a:pt x="2912" y="325"/>
                    <a:pt x="2837" y="488"/>
                    <a:pt x="2724" y="463"/>
                  </a:cubicBezTo>
                  <a:cubicBezTo>
                    <a:pt x="1937" y="263"/>
                    <a:pt x="900" y="213"/>
                    <a:pt x="262" y="800"/>
                  </a:cubicBezTo>
                  <a:cubicBezTo>
                    <a:pt x="150" y="900"/>
                    <a:pt x="0" y="738"/>
                    <a:pt x="1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37"/>
            <p:cNvSpPr/>
            <p:nvPr/>
          </p:nvSpPr>
          <p:spPr>
            <a:xfrm>
              <a:off x="6762650" y="1296800"/>
              <a:ext cx="70325" cy="23450"/>
            </a:xfrm>
            <a:custGeom>
              <a:avLst/>
              <a:gdLst/>
              <a:ahLst/>
              <a:cxnLst/>
              <a:rect l="l" t="t" r="r" b="b"/>
              <a:pathLst>
                <a:path w="2813" h="938" extrusionOk="0">
                  <a:moveTo>
                    <a:pt x="2750" y="200"/>
                  </a:moveTo>
                  <a:cubicBezTo>
                    <a:pt x="2237" y="887"/>
                    <a:pt x="800" y="937"/>
                    <a:pt x="100" y="575"/>
                  </a:cubicBezTo>
                  <a:cubicBezTo>
                    <a:pt x="1" y="513"/>
                    <a:pt x="75" y="375"/>
                    <a:pt x="175" y="388"/>
                  </a:cubicBezTo>
                  <a:cubicBezTo>
                    <a:pt x="888" y="500"/>
                    <a:pt x="2050" y="762"/>
                    <a:pt x="2600" y="88"/>
                  </a:cubicBezTo>
                  <a:cubicBezTo>
                    <a:pt x="2675" y="0"/>
                    <a:pt x="2812" y="113"/>
                    <a:pt x="2762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37"/>
            <p:cNvSpPr/>
            <p:nvPr/>
          </p:nvSpPr>
          <p:spPr>
            <a:xfrm>
              <a:off x="6662675" y="1249000"/>
              <a:ext cx="18150" cy="56875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413" y="163"/>
                  </a:moveTo>
                  <a:cubicBezTo>
                    <a:pt x="238" y="800"/>
                    <a:pt x="325" y="1475"/>
                    <a:pt x="650" y="2037"/>
                  </a:cubicBezTo>
                  <a:cubicBezTo>
                    <a:pt x="725" y="2162"/>
                    <a:pt x="538" y="2275"/>
                    <a:pt x="463" y="2150"/>
                  </a:cubicBezTo>
                  <a:cubicBezTo>
                    <a:pt x="88" y="1537"/>
                    <a:pt x="1" y="800"/>
                    <a:pt x="226" y="113"/>
                  </a:cubicBezTo>
                  <a:cubicBezTo>
                    <a:pt x="263" y="0"/>
                    <a:pt x="438" y="50"/>
                    <a:pt x="413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37"/>
            <p:cNvSpPr/>
            <p:nvPr/>
          </p:nvSpPr>
          <p:spPr>
            <a:xfrm>
              <a:off x="6669850" y="1250875"/>
              <a:ext cx="15975" cy="54375"/>
            </a:xfrm>
            <a:custGeom>
              <a:avLst/>
              <a:gdLst/>
              <a:ahLst/>
              <a:cxnLst/>
              <a:rect l="l" t="t" r="r" b="b"/>
              <a:pathLst>
                <a:path w="639" h="2175" extrusionOk="0">
                  <a:moveTo>
                    <a:pt x="176" y="1987"/>
                  </a:moveTo>
                  <a:cubicBezTo>
                    <a:pt x="313" y="1625"/>
                    <a:pt x="351" y="1225"/>
                    <a:pt x="301" y="850"/>
                  </a:cubicBezTo>
                  <a:cubicBezTo>
                    <a:pt x="251" y="563"/>
                    <a:pt x="101" y="388"/>
                    <a:pt x="13" y="150"/>
                  </a:cubicBezTo>
                  <a:cubicBezTo>
                    <a:pt x="1" y="100"/>
                    <a:pt x="26" y="63"/>
                    <a:pt x="63" y="50"/>
                  </a:cubicBezTo>
                  <a:cubicBezTo>
                    <a:pt x="363" y="0"/>
                    <a:pt x="463" y="325"/>
                    <a:pt x="526" y="563"/>
                  </a:cubicBezTo>
                  <a:cubicBezTo>
                    <a:pt x="638" y="1062"/>
                    <a:pt x="588" y="1575"/>
                    <a:pt x="401" y="2050"/>
                  </a:cubicBezTo>
                  <a:cubicBezTo>
                    <a:pt x="351" y="2175"/>
                    <a:pt x="138" y="2125"/>
                    <a:pt x="188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37"/>
            <p:cNvSpPr/>
            <p:nvPr/>
          </p:nvSpPr>
          <p:spPr>
            <a:xfrm>
              <a:off x="6330275" y="1310225"/>
              <a:ext cx="82800" cy="26900"/>
            </a:xfrm>
            <a:custGeom>
              <a:avLst/>
              <a:gdLst/>
              <a:ahLst/>
              <a:cxnLst/>
              <a:rect l="l" t="t" r="r" b="b"/>
              <a:pathLst>
                <a:path w="3312" h="1076" extrusionOk="0">
                  <a:moveTo>
                    <a:pt x="138" y="151"/>
                  </a:moveTo>
                  <a:cubicBezTo>
                    <a:pt x="1150" y="1"/>
                    <a:pt x="2512" y="151"/>
                    <a:pt x="3262" y="913"/>
                  </a:cubicBezTo>
                  <a:cubicBezTo>
                    <a:pt x="3312" y="963"/>
                    <a:pt x="3262" y="1075"/>
                    <a:pt x="3174" y="1050"/>
                  </a:cubicBezTo>
                  <a:cubicBezTo>
                    <a:pt x="2712" y="888"/>
                    <a:pt x="2299" y="600"/>
                    <a:pt x="1812" y="475"/>
                  </a:cubicBezTo>
                  <a:cubicBezTo>
                    <a:pt x="1275" y="338"/>
                    <a:pt x="712" y="300"/>
                    <a:pt x="150" y="363"/>
                  </a:cubicBezTo>
                  <a:cubicBezTo>
                    <a:pt x="38" y="375"/>
                    <a:pt x="0" y="163"/>
                    <a:pt x="12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37"/>
            <p:cNvSpPr/>
            <p:nvPr/>
          </p:nvSpPr>
          <p:spPr>
            <a:xfrm>
              <a:off x="6312450" y="1314900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900" y="1001"/>
                  </a:moveTo>
                  <a:cubicBezTo>
                    <a:pt x="3275" y="1113"/>
                    <a:pt x="2613" y="1238"/>
                    <a:pt x="1975" y="1151"/>
                  </a:cubicBezTo>
                  <a:cubicBezTo>
                    <a:pt x="1300" y="1038"/>
                    <a:pt x="713" y="688"/>
                    <a:pt x="151" y="313"/>
                  </a:cubicBezTo>
                  <a:cubicBezTo>
                    <a:pt x="1" y="226"/>
                    <a:pt x="138" y="1"/>
                    <a:pt x="276" y="88"/>
                  </a:cubicBezTo>
                  <a:cubicBezTo>
                    <a:pt x="751" y="401"/>
                    <a:pt x="1238" y="713"/>
                    <a:pt x="1788" y="851"/>
                  </a:cubicBezTo>
                  <a:cubicBezTo>
                    <a:pt x="2463" y="1013"/>
                    <a:pt x="3175" y="901"/>
                    <a:pt x="3837" y="788"/>
                  </a:cubicBezTo>
                  <a:cubicBezTo>
                    <a:pt x="3975" y="776"/>
                    <a:pt x="4025" y="976"/>
                    <a:pt x="3900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37"/>
            <p:cNvSpPr/>
            <p:nvPr/>
          </p:nvSpPr>
          <p:spPr>
            <a:xfrm>
              <a:off x="6814825" y="1460800"/>
              <a:ext cx="199975" cy="551150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4512" y="21958"/>
                  </a:moveTo>
                  <a:cubicBezTo>
                    <a:pt x="3200" y="20621"/>
                    <a:pt x="2700" y="19108"/>
                    <a:pt x="2925" y="17209"/>
                  </a:cubicBezTo>
                  <a:cubicBezTo>
                    <a:pt x="3087" y="15809"/>
                    <a:pt x="3712" y="14560"/>
                    <a:pt x="4249" y="13285"/>
                  </a:cubicBezTo>
                  <a:cubicBezTo>
                    <a:pt x="6124" y="8811"/>
                    <a:pt x="7998" y="576"/>
                    <a:pt x="213" y="238"/>
                  </a:cubicBezTo>
                  <a:cubicBezTo>
                    <a:pt x="138" y="238"/>
                    <a:pt x="138" y="113"/>
                    <a:pt x="213" y="101"/>
                  </a:cubicBezTo>
                  <a:cubicBezTo>
                    <a:pt x="3262" y="1"/>
                    <a:pt x="5599" y="1975"/>
                    <a:pt x="6286" y="4962"/>
                  </a:cubicBezTo>
                  <a:cubicBezTo>
                    <a:pt x="7598" y="10611"/>
                    <a:pt x="0" y="17034"/>
                    <a:pt x="4637" y="21833"/>
                  </a:cubicBezTo>
                  <a:cubicBezTo>
                    <a:pt x="4724" y="21908"/>
                    <a:pt x="4599" y="22045"/>
                    <a:pt x="4512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37"/>
            <p:cNvSpPr/>
            <p:nvPr/>
          </p:nvSpPr>
          <p:spPr>
            <a:xfrm>
              <a:off x="6715800" y="1465800"/>
              <a:ext cx="121550" cy="180925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3187" y="201"/>
                  </a:moveTo>
                  <a:cubicBezTo>
                    <a:pt x="1450" y="326"/>
                    <a:pt x="450" y="2288"/>
                    <a:pt x="637" y="3837"/>
                  </a:cubicBezTo>
                  <a:cubicBezTo>
                    <a:pt x="850" y="5462"/>
                    <a:pt x="3137" y="7124"/>
                    <a:pt x="4661" y="5724"/>
                  </a:cubicBezTo>
                  <a:cubicBezTo>
                    <a:pt x="4736" y="5649"/>
                    <a:pt x="4861" y="5774"/>
                    <a:pt x="4786" y="5849"/>
                  </a:cubicBezTo>
                  <a:cubicBezTo>
                    <a:pt x="3537" y="7237"/>
                    <a:pt x="987" y="5924"/>
                    <a:pt x="537" y="4412"/>
                  </a:cubicBezTo>
                  <a:cubicBezTo>
                    <a:pt x="0" y="2600"/>
                    <a:pt x="1162" y="151"/>
                    <a:pt x="3187" y="13"/>
                  </a:cubicBezTo>
                  <a:cubicBezTo>
                    <a:pt x="3312" y="1"/>
                    <a:pt x="3312" y="201"/>
                    <a:pt x="3187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37"/>
            <p:cNvSpPr/>
            <p:nvPr/>
          </p:nvSpPr>
          <p:spPr>
            <a:xfrm>
              <a:off x="6781700" y="1520175"/>
              <a:ext cx="77200" cy="73125"/>
            </a:xfrm>
            <a:custGeom>
              <a:avLst/>
              <a:gdLst/>
              <a:ahLst/>
              <a:cxnLst/>
              <a:rect l="l" t="t" r="r" b="b"/>
              <a:pathLst>
                <a:path w="3088" h="2925" extrusionOk="0">
                  <a:moveTo>
                    <a:pt x="2463" y="2775"/>
                  </a:moveTo>
                  <a:cubicBezTo>
                    <a:pt x="2838" y="2037"/>
                    <a:pt x="2613" y="1138"/>
                    <a:pt x="1925" y="675"/>
                  </a:cubicBezTo>
                  <a:cubicBezTo>
                    <a:pt x="1188" y="188"/>
                    <a:pt x="351" y="713"/>
                    <a:pt x="213" y="1512"/>
                  </a:cubicBezTo>
                  <a:cubicBezTo>
                    <a:pt x="188" y="1625"/>
                    <a:pt x="1" y="1600"/>
                    <a:pt x="13" y="1487"/>
                  </a:cubicBezTo>
                  <a:cubicBezTo>
                    <a:pt x="101" y="613"/>
                    <a:pt x="1026" y="0"/>
                    <a:pt x="1850" y="388"/>
                  </a:cubicBezTo>
                  <a:cubicBezTo>
                    <a:pt x="2738" y="800"/>
                    <a:pt x="3088" y="2025"/>
                    <a:pt x="2600" y="2850"/>
                  </a:cubicBezTo>
                  <a:cubicBezTo>
                    <a:pt x="2550" y="2925"/>
                    <a:pt x="2425" y="2862"/>
                    <a:pt x="2463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37"/>
            <p:cNvSpPr/>
            <p:nvPr/>
          </p:nvSpPr>
          <p:spPr>
            <a:xfrm>
              <a:off x="6787950" y="1566400"/>
              <a:ext cx="25" cy="350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37"/>
            <p:cNvSpPr/>
            <p:nvPr/>
          </p:nvSpPr>
          <p:spPr>
            <a:xfrm>
              <a:off x="6862300" y="1373950"/>
              <a:ext cx="104075" cy="206550"/>
            </a:xfrm>
            <a:custGeom>
              <a:avLst/>
              <a:gdLst/>
              <a:ahLst/>
              <a:cxnLst/>
              <a:rect l="l" t="t" r="r" b="b"/>
              <a:pathLst>
                <a:path w="4163" h="8262" extrusionOk="0">
                  <a:moveTo>
                    <a:pt x="3987" y="8174"/>
                  </a:moveTo>
                  <a:cubicBezTo>
                    <a:pt x="3700" y="6974"/>
                    <a:pt x="3175" y="5862"/>
                    <a:pt x="2438" y="4887"/>
                  </a:cubicBezTo>
                  <a:cubicBezTo>
                    <a:pt x="1913" y="4187"/>
                    <a:pt x="1226" y="3525"/>
                    <a:pt x="851" y="2700"/>
                  </a:cubicBezTo>
                  <a:cubicBezTo>
                    <a:pt x="451" y="1788"/>
                    <a:pt x="463" y="826"/>
                    <a:pt x="1138" y="76"/>
                  </a:cubicBezTo>
                  <a:cubicBezTo>
                    <a:pt x="1201" y="1"/>
                    <a:pt x="1338" y="88"/>
                    <a:pt x="1276" y="176"/>
                  </a:cubicBezTo>
                  <a:cubicBezTo>
                    <a:pt x="1" y="2050"/>
                    <a:pt x="1763" y="3537"/>
                    <a:pt x="2775" y="4987"/>
                  </a:cubicBezTo>
                  <a:cubicBezTo>
                    <a:pt x="3425" y="5937"/>
                    <a:pt x="3887" y="6999"/>
                    <a:pt x="4137" y="8124"/>
                  </a:cubicBezTo>
                  <a:cubicBezTo>
                    <a:pt x="4162" y="8224"/>
                    <a:pt x="4012" y="8261"/>
                    <a:pt x="3975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37"/>
            <p:cNvSpPr/>
            <p:nvPr/>
          </p:nvSpPr>
          <p:spPr>
            <a:xfrm>
              <a:off x="6879800" y="1634200"/>
              <a:ext cx="81575" cy="88450"/>
            </a:xfrm>
            <a:custGeom>
              <a:avLst/>
              <a:gdLst/>
              <a:ahLst/>
              <a:cxnLst/>
              <a:rect l="l" t="t" r="r" b="b"/>
              <a:pathLst>
                <a:path w="3263" h="3538" extrusionOk="0">
                  <a:moveTo>
                    <a:pt x="2775" y="3387"/>
                  </a:moveTo>
                  <a:cubicBezTo>
                    <a:pt x="2988" y="2413"/>
                    <a:pt x="3087" y="1050"/>
                    <a:pt x="2088" y="438"/>
                  </a:cubicBezTo>
                  <a:cubicBezTo>
                    <a:pt x="1613" y="176"/>
                    <a:pt x="1013" y="263"/>
                    <a:pt x="638" y="650"/>
                  </a:cubicBezTo>
                  <a:cubicBezTo>
                    <a:pt x="338" y="975"/>
                    <a:pt x="1" y="2300"/>
                    <a:pt x="788" y="2388"/>
                  </a:cubicBezTo>
                  <a:cubicBezTo>
                    <a:pt x="876" y="2388"/>
                    <a:pt x="876" y="2525"/>
                    <a:pt x="788" y="2512"/>
                  </a:cubicBezTo>
                  <a:cubicBezTo>
                    <a:pt x="251" y="2462"/>
                    <a:pt x="76" y="1788"/>
                    <a:pt x="126" y="1313"/>
                  </a:cubicBezTo>
                  <a:cubicBezTo>
                    <a:pt x="201" y="700"/>
                    <a:pt x="676" y="201"/>
                    <a:pt x="1288" y="101"/>
                  </a:cubicBezTo>
                  <a:cubicBezTo>
                    <a:pt x="1938" y="1"/>
                    <a:pt x="2450" y="363"/>
                    <a:pt x="2775" y="900"/>
                  </a:cubicBezTo>
                  <a:cubicBezTo>
                    <a:pt x="3262" y="1700"/>
                    <a:pt x="3150" y="2562"/>
                    <a:pt x="2950" y="3425"/>
                  </a:cubicBezTo>
                  <a:cubicBezTo>
                    <a:pt x="2925" y="3537"/>
                    <a:pt x="2750" y="3500"/>
                    <a:pt x="2775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37"/>
            <p:cNvSpPr/>
            <p:nvPr/>
          </p:nvSpPr>
          <p:spPr>
            <a:xfrm>
              <a:off x="6891050" y="1745425"/>
              <a:ext cx="44075" cy="33150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1413" y="1175"/>
                  </a:moveTo>
                  <a:cubicBezTo>
                    <a:pt x="1500" y="863"/>
                    <a:pt x="1450" y="538"/>
                    <a:pt x="1150" y="363"/>
                  </a:cubicBezTo>
                  <a:cubicBezTo>
                    <a:pt x="938" y="188"/>
                    <a:pt x="725" y="238"/>
                    <a:pt x="501" y="525"/>
                  </a:cubicBezTo>
                  <a:cubicBezTo>
                    <a:pt x="451" y="650"/>
                    <a:pt x="463" y="788"/>
                    <a:pt x="538" y="900"/>
                  </a:cubicBezTo>
                  <a:cubicBezTo>
                    <a:pt x="650" y="975"/>
                    <a:pt x="551" y="1150"/>
                    <a:pt x="438" y="1075"/>
                  </a:cubicBezTo>
                  <a:cubicBezTo>
                    <a:pt x="1" y="813"/>
                    <a:pt x="351" y="113"/>
                    <a:pt x="775" y="63"/>
                  </a:cubicBezTo>
                  <a:cubicBezTo>
                    <a:pt x="1438" y="0"/>
                    <a:pt x="1763" y="688"/>
                    <a:pt x="1563" y="1225"/>
                  </a:cubicBezTo>
                  <a:cubicBezTo>
                    <a:pt x="1525" y="1325"/>
                    <a:pt x="1375" y="1288"/>
                    <a:pt x="140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37"/>
            <p:cNvSpPr/>
            <p:nvPr/>
          </p:nvSpPr>
          <p:spPr>
            <a:xfrm>
              <a:off x="6882925" y="1354600"/>
              <a:ext cx="32200" cy="31875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463" y="825"/>
                  </a:moveTo>
                  <a:lnTo>
                    <a:pt x="463" y="825"/>
                  </a:lnTo>
                  <a:cubicBezTo>
                    <a:pt x="463" y="900"/>
                    <a:pt x="363" y="950"/>
                    <a:pt x="301" y="887"/>
                  </a:cubicBezTo>
                  <a:cubicBezTo>
                    <a:pt x="1" y="475"/>
                    <a:pt x="638" y="0"/>
                    <a:pt x="963" y="412"/>
                  </a:cubicBezTo>
                  <a:cubicBezTo>
                    <a:pt x="1288" y="825"/>
                    <a:pt x="726" y="1275"/>
                    <a:pt x="363" y="950"/>
                  </a:cubicBezTo>
                  <a:cubicBezTo>
                    <a:pt x="288" y="887"/>
                    <a:pt x="376" y="775"/>
                    <a:pt x="463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37"/>
            <p:cNvSpPr/>
            <p:nvPr/>
          </p:nvSpPr>
          <p:spPr>
            <a:xfrm>
              <a:off x="6819200" y="143050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4374" y="3050"/>
                  </a:moveTo>
                  <a:cubicBezTo>
                    <a:pt x="3187" y="1688"/>
                    <a:pt x="1700" y="926"/>
                    <a:pt x="88" y="176"/>
                  </a:cubicBezTo>
                  <a:cubicBezTo>
                    <a:pt x="0" y="138"/>
                    <a:pt x="63" y="1"/>
                    <a:pt x="150" y="26"/>
                  </a:cubicBezTo>
                  <a:cubicBezTo>
                    <a:pt x="1850" y="538"/>
                    <a:pt x="3362" y="1550"/>
                    <a:pt x="4462" y="2950"/>
                  </a:cubicBezTo>
                  <a:cubicBezTo>
                    <a:pt x="4524" y="3012"/>
                    <a:pt x="4424" y="3100"/>
                    <a:pt x="4374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37"/>
            <p:cNvSpPr/>
            <p:nvPr/>
          </p:nvSpPr>
          <p:spPr>
            <a:xfrm>
              <a:off x="6798275" y="1413950"/>
              <a:ext cx="32500" cy="3095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850"/>
                  </a:moveTo>
                  <a:cubicBezTo>
                    <a:pt x="550" y="1238"/>
                    <a:pt x="0" y="700"/>
                    <a:pt x="375" y="350"/>
                  </a:cubicBezTo>
                  <a:cubicBezTo>
                    <a:pt x="750" y="0"/>
                    <a:pt x="1300" y="638"/>
                    <a:pt x="850" y="888"/>
                  </a:cubicBezTo>
                  <a:cubicBezTo>
                    <a:pt x="762" y="925"/>
                    <a:pt x="675" y="813"/>
                    <a:pt x="737" y="738"/>
                  </a:cubicBezTo>
                  <a:lnTo>
                    <a:pt x="800" y="738"/>
                  </a:lnTo>
                  <a:cubicBezTo>
                    <a:pt x="875" y="675"/>
                    <a:pt x="975" y="775"/>
                    <a:pt x="912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37"/>
            <p:cNvSpPr/>
            <p:nvPr/>
          </p:nvSpPr>
          <p:spPr>
            <a:xfrm>
              <a:off x="6803900" y="1462675"/>
              <a:ext cx="10000" cy="5975"/>
            </a:xfrm>
            <a:custGeom>
              <a:avLst/>
              <a:gdLst/>
              <a:ahLst/>
              <a:cxnLst/>
              <a:rect l="l" t="t" r="r" b="b"/>
              <a:pathLst>
                <a:path w="400" h="239" extrusionOk="0">
                  <a:moveTo>
                    <a:pt x="275" y="213"/>
                  </a:moveTo>
                  <a:cubicBezTo>
                    <a:pt x="213" y="213"/>
                    <a:pt x="163" y="213"/>
                    <a:pt x="100" y="226"/>
                  </a:cubicBezTo>
                  <a:cubicBezTo>
                    <a:pt x="25" y="238"/>
                    <a:pt x="0" y="113"/>
                    <a:pt x="63" y="76"/>
                  </a:cubicBezTo>
                  <a:cubicBezTo>
                    <a:pt x="125" y="26"/>
                    <a:pt x="200" y="1"/>
                    <a:pt x="275" y="13"/>
                  </a:cubicBezTo>
                  <a:cubicBezTo>
                    <a:pt x="400" y="13"/>
                    <a:pt x="400" y="201"/>
                    <a:pt x="2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37"/>
            <p:cNvSpPr/>
            <p:nvPr/>
          </p:nvSpPr>
          <p:spPr>
            <a:xfrm>
              <a:off x="6836375" y="1594850"/>
              <a:ext cx="7225" cy="10000"/>
            </a:xfrm>
            <a:custGeom>
              <a:avLst/>
              <a:gdLst/>
              <a:ahLst/>
              <a:cxnLst/>
              <a:rect l="l" t="t" r="r" b="b"/>
              <a:pathLst>
                <a:path w="289" h="400" extrusionOk="0">
                  <a:moveTo>
                    <a:pt x="251" y="150"/>
                  </a:moveTo>
                  <a:cubicBezTo>
                    <a:pt x="226" y="237"/>
                    <a:pt x="176" y="312"/>
                    <a:pt x="113" y="362"/>
                  </a:cubicBezTo>
                  <a:cubicBezTo>
                    <a:pt x="76" y="400"/>
                    <a:pt x="1" y="362"/>
                    <a:pt x="13" y="300"/>
                  </a:cubicBezTo>
                  <a:cubicBezTo>
                    <a:pt x="26" y="225"/>
                    <a:pt x="51" y="150"/>
                    <a:pt x="101" y="88"/>
                  </a:cubicBezTo>
                  <a:cubicBezTo>
                    <a:pt x="138" y="0"/>
                    <a:pt x="288" y="63"/>
                    <a:pt x="251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37"/>
            <p:cNvSpPr/>
            <p:nvPr/>
          </p:nvSpPr>
          <p:spPr>
            <a:xfrm>
              <a:off x="6945425" y="1453625"/>
              <a:ext cx="27825" cy="156850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925" y="6174"/>
                  </a:moveTo>
                  <a:cubicBezTo>
                    <a:pt x="862" y="4899"/>
                    <a:pt x="612" y="3675"/>
                    <a:pt x="338" y="2437"/>
                  </a:cubicBezTo>
                  <a:cubicBezTo>
                    <a:pt x="163" y="1625"/>
                    <a:pt x="0" y="913"/>
                    <a:pt x="325" y="113"/>
                  </a:cubicBezTo>
                  <a:cubicBezTo>
                    <a:pt x="350" y="1"/>
                    <a:pt x="537" y="51"/>
                    <a:pt x="500" y="163"/>
                  </a:cubicBezTo>
                  <a:cubicBezTo>
                    <a:pt x="188" y="1338"/>
                    <a:pt x="637" y="2462"/>
                    <a:pt x="862" y="3625"/>
                  </a:cubicBezTo>
                  <a:cubicBezTo>
                    <a:pt x="1037" y="4462"/>
                    <a:pt x="1112" y="5312"/>
                    <a:pt x="1112" y="6174"/>
                  </a:cubicBezTo>
                  <a:cubicBezTo>
                    <a:pt x="1087" y="6274"/>
                    <a:pt x="937" y="6274"/>
                    <a:pt x="925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37"/>
            <p:cNvSpPr/>
            <p:nvPr/>
          </p:nvSpPr>
          <p:spPr>
            <a:xfrm>
              <a:off x="6942300" y="1432375"/>
              <a:ext cx="30950" cy="33150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438" y="976"/>
                  </a:moveTo>
                  <a:cubicBezTo>
                    <a:pt x="0" y="551"/>
                    <a:pt x="725" y="1"/>
                    <a:pt x="1012" y="476"/>
                  </a:cubicBezTo>
                  <a:cubicBezTo>
                    <a:pt x="1237" y="851"/>
                    <a:pt x="575" y="1325"/>
                    <a:pt x="425" y="851"/>
                  </a:cubicBezTo>
                  <a:cubicBezTo>
                    <a:pt x="413" y="763"/>
                    <a:pt x="512" y="701"/>
                    <a:pt x="587" y="763"/>
                  </a:cubicBezTo>
                  <a:cubicBezTo>
                    <a:pt x="575" y="801"/>
                    <a:pt x="562" y="838"/>
                    <a:pt x="550" y="876"/>
                  </a:cubicBezTo>
                  <a:cubicBezTo>
                    <a:pt x="600" y="963"/>
                    <a:pt x="500" y="1038"/>
                    <a:pt x="42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37"/>
            <p:cNvSpPr/>
            <p:nvPr/>
          </p:nvSpPr>
          <p:spPr>
            <a:xfrm>
              <a:off x="6893250" y="1388025"/>
              <a:ext cx="22500" cy="72800"/>
            </a:xfrm>
            <a:custGeom>
              <a:avLst/>
              <a:gdLst/>
              <a:ahLst/>
              <a:cxnLst/>
              <a:rect l="l" t="t" r="r" b="b"/>
              <a:pathLst>
                <a:path w="900" h="2912" extrusionOk="0">
                  <a:moveTo>
                    <a:pt x="100" y="2650"/>
                  </a:moveTo>
                  <a:cubicBezTo>
                    <a:pt x="687" y="2012"/>
                    <a:pt x="637" y="975"/>
                    <a:pt x="450" y="188"/>
                  </a:cubicBezTo>
                  <a:cubicBezTo>
                    <a:pt x="413" y="63"/>
                    <a:pt x="575" y="0"/>
                    <a:pt x="650" y="113"/>
                  </a:cubicBezTo>
                  <a:cubicBezTo>
                    <a:pt x="900" y="525"/>
                    <a:pt x="875" y="1225"/>
                    <a:pt x="800" y="1687"/>
                  </a:cubicBezTo>
                  <a:cubicBezTo>
                    <a:pt x="750" y="2112"/>
                    <a:pt x="562" y="2500"/>
                    <a:pt x="263" y="2812"/>
                  </a:cubicBezTo>
                  <a:cubicBezTo>
                    <a:pt x="163" y="2912"/>
                    <a:pt x="0" y="2750"/>
                    <a:pt x="113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37"/>
            <p:cNvSpPr/>
            <p:nvPr/>
          </p:nvSpPr>
          <p:spPr>
            <a:xfrm>
              <a:off x="6886375" y="1388950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75" y="213"/>
                  </a:moveTo>
                  <a:cubicBezTo>
                    <a:pt x="188" y="763"/>
                    <a:pt x="450" y="1938"/>
                    <a:pt x="563" y="2650"/>
                  </a:cubicBezTo>
                  <a:cubicBezTo>
                    <a:pt x="575" y="2750"/>
                    <a:pt x="438" y="2825"/>
                    <a:pt x="375" y="2725"/>
                  </a:cubicBezTo>
                  <a:cubicBezTo>
                    <a:pt x="0" y="2013"/>
                    <a:pt x="63" y="588"/>
                    <a:pt x="750" y="63"/>
                  </a:cubicBezTo>
                  <a:cubicBezTo>
                    <a:pt x="825" y="1"/>
                    <a:pt x="937" y="138"/>
                    <a:pt x="862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37"/>
            <p:cNvSpPr/>
            <p:nvPr/>
          </p:nvSpPr>
          <p:spPr>
            <a:xfrm>
              <a:off x="6901375" y="1541100"/>
              <a:ext cx="56875" cy="18150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2149" y="500"/>
                  </a:moveTo>
                  <a:cubicBezTo>
                    <a:pt x="1475" y="725"/>
                    <a:pt x="725" y="638"/>
                    <a:pt x="125" y="251"/>
                  </a:cubicBezTo>
                  <a:cubicBezTo>
                    <a:pt x="0" y="188"/>
                    <a:pt x="113" y="1"/>
                    <a:pt x="237" y="63"/>
                  </a:cubicBezTo>
                  <a:cubicBezTo>
                    <a:pt x="800" y="401"/>
                    <a:pt x="1475" y="488"/>
                    <a:pt x="2112" y="313"/>
                  </a:cubicBezTo>
                  <a:cubicBezTo>
                    <a:pt x="2224" y="288"/>
                    <a:pt x="2274" y="463"/>
                    <a:pt x="2149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37"/>
            <p:cNvSpPr/>
            <p:nvPr/>
          </p:nvSpPr>
          <p:spPr>
            <a:xfrm>
              <a:off x="6901675" y="1530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38" y="450"/>
                  </a:moveTo>
                  <a:cubicBezTo>
                    <a:pt x="488" y="313"/>
                    <a:pt x="2250" y="0"/>
                    <a:pt x="2137" y="788"/>
                  </a:cubicBezTo>
                  <a:cubicBezTo>
                    <a:pt x="2125" y="825"/>
                    <a:pt x="2075" y="850"/>
                    <a:pt x="2038" y="838"/>
                  </a:cubicBezTo>
                  <a:cubicBezTo>
                    <a:pt x="1788" y="738"/>
                    <a:pt x="1613" y="600"/>
                    <a:pt x="1338" y="550"/>
                  </a:cubicBezTo>
                  <a:cubicBezTo>
                    <a:pt x="950" y="488"/>
                    <a:pt x="563" y="538"/>
                    <a:pt x="188" y="663"/>
                  </a:cubicBezTo>
                  <a:cubicBezTo>
                    <a:pt x="63" y="713"/>
                    <a:pt x="1" y="513"/>
                    <a:pt x="1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37"/>
            <p:cNvSpPr/>
            <p:nvPr/>
          </p:nvSpPr>
          <p:spPr>
            <a:xfrm>
              <a:off x="6869800" y="1808525"/>
              <a:ext cx="26900" cy="82825"/>
            </a:xfrm>
            <a:custGeom>
              <a:avLst/>
              <a:gdLst/>
              <a:ahLst/>
              <a:cxnLst/>
              <a:rect l="l" t="t" r="r" b="b"/>
              <a:pathLst>
                <a:path w="1076" h="3313" extrusionOk="0">
                  <a:moveTo>
                    <a:pt x="726" y="3162"/>
                  </a:moveTo>
                  <a:cubicBezTo>
                    <a:pt x="788" y="2600"/>
                    <a:pt x="751" y="2038"/>
                    <a:pt x="613" y="1500"/>
                  </a:cubicBezTo>
                  <a:cubicBezTo>
                    <a:pt x="476" y="1013"/>
                    <a:pt x="188" y="613"/>
                    <a:pt x="38" y="138"/>
                  </a:cubicBezTo>
                  <a:cubicBezTo>
                    <a:pt x="1" y="63"/>
                    <a:pt x="113" y="1"/>
                    <a:pt x="176" y="63"/>
                  </a:cubicBezTo>
                  <a:cubicBezTo>
                    <a:pt x="951" y="813"/>
                    <a:pt x="1076" y="2175"/>
                    <a:pt x="938" y="3187"/>
                  </a:cubicBezTo>
                  <a:cubicBezTo>
                    <a:pt x="913" y="3312"/>
                    <a:pt x="713" y="3287"/>
                    <a:pt x="726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37"/>
            <p:cNvSpPr/>
            <p:nvPr/>
          </p:nvSpPr>
          <p:spPr>
            <a:xfrm>
              <a:off x="6861050" y="1808525"/>
              <a:ext cx="30975" cy="100950"/>
            </a:xfrm>
            <a:custGeom>
              <a:avLst/>
              <a:gdLst/>
              <a:ahLst/>
              <a:cxnLst/>
              <a:rect l="l" t="t" r="r" b="b"/>
              <a:pathLst>
                <a:path w="1239" h="4038" extrusionOk="0">
                  <a:moveTo>
                    <a:pt x="451" y="201"/>
                  </a:moveTo>
                  <a:cubicBezTo>
                    <a:pt x="351" y="876"/>
                    <a:pt x="238" y="1575"/>
                    <a:pt x="401" y="2250"/>
                  </a:cubicBezTo>
                  <a:cubicBezTo>
                    <a:pt x="526" y="2800"/>
                    <a:pt x="838" y="3287"/>
                    <a:pt x="1151" y="3762"/>
                  </a:cubicBezTo>
                  <a:cubicBezTo>
                    <a:pt x="1238" y="3900"/>
                    <a:pt x="1013" y="4037"/>
                    <a:pt x="926" y="3887"/>
                  </a:cubicBezTo>
                  <a:cubicBezTo>
                    <a:pt x="551" y="3325"/>
                    <a:pt x="201" y="2738"/>
                    <a:pt x="101" y="2050"/>
                  </a:cubicBezTo>
                  <a:cubicBezTo>
                    <a:pt x="1" y="1425"/>
                    <a:pt x="126" y="763"/>
                    <a:pt x="251" y="138"/>
                  </a:cubicBezTo>
                  <a:cubicBezTo>
                    <a:pt x="276" y="1"/>
                    <a:pt x="476" y="63"/>
                    <a:pt x="451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37"/>
            <p:cNvSpPr/>
            <p:nvPr/>
          </p:nvSpPr>
          <p:spPr>
            <a:xfrm>
              <a:off x="6704850" y="1496125"/>
              <a:ext cx="8475" cy="812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88" y="13"/>
                  </a:moveTo>
                  <a:cubicBezTo>
                    <a:pt x="176" y="0"/>
                    <a:pt x="263" y="38"/>
                    <a:pt x="301" y="113"/>
                  </a:cubicBezTo>
                  <a:cubicBezTo>
                    <a:pt x="326" y="125"/>
                    <a:pt x="338" y="163"/>
                    <a:pt x="326" y="188"/>
                  </a:cubicBezTo>
                  <a:lnTo>
                    <a:pt x="301" y="275"/>
                  </a:lnTo>
                  <a:cubicBezTo>
                    <a:pt x="288" y="313"/>
                    <a:pt x="226" y="325"/>
                    <a:pt x="213" y="288"/>
                  </a:cubicBezTo>
                  <a:lnTo>
                    <a:pt x="76" y="150"/>
                  </a:lnTo>
                  <a:cubicBezTo>
                    <a:pt x="1" y="125"/>
                    <a:pt x="13" y="0"/>
                    <a:pt x="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37"/>
            <p:cNvSpPr/>
            <p:nvPr/>
          </p:nvSpPr>
          <p:spPr>
            <a:xfrm>
              <a:off x="6648000" y="1496125"/>
              <a:ext cx="59075" cy="15000"/>
            </a:xfrm>
            <a:custGeom>
              <a:avLst/>
              <a:gdLst/>
              <a:ahLst/>
              <a:cxnLst/>
              <a:rect l="l" t="t" r="r" b="b"/>
              <a:pathLst>
                <a:path w="2363" h="600" extrusionOk="0">
                  <a:moveTo>
                    <a:pt x="2300" y="125"/>
                  </a:moveTo>
                  <a:cubicBezTo>
                    <a:pt x="1625" y="462"/>
                    <a:pt x="825" y="600"/>
                    <a:pt x="100" y="375"/>
                  </a:cubicBezTo>
                  <a:cubicBezTo>
                    <a:pt x="0" y="350"/>
                    <a:pt x="13" y="188"/>
                    <a:pt x="125" y="200"/>
                  </a:cubicBezTo>
                  <a:cubicBezTo>
                    <a:pt x="862" y="288"/>
                    <a:pt x="1537" y="288"/>
                    <a:pt x="2262" y="25"/>
                  </a:cubicBezTo>
                  <a:cubicBezTo>
                    <a:pt x="2325" y="0"/>
                    <a:pt x="2362" y="88"/>
                    <a:pt x="2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37"/>
            <p:cNvSpPr/>
            <p:nvPr/>
          </p:nvSpPr>
          <p:spPr>
            <a:xfrm>
              <a:off x="6648000" y="1501125"/>
              <a:ext cx="25325" cy="17200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188" y="75"/>
                  </a:moveTo>
                  <a:cubicBezTo>
                    <a:pt x="400" y="337"/>
                    <a:pt x="638" y="412"/>
                    <a:pt x="937" y="525"/>
                  </a:cubicBezTo>
                  <a:cubicBezTo>
                    <a:pt x="1012" y="562"/>
                    <a:pt x="1012" y="687"/>
                    <a:pt x="925" y="675"/>
                  </a:cubicBezTo>
                  <a:cubicBezTo>
                    <a:pt x="563" y="662"/>
                    <a:pt x="250" y="475"/>
                    <a:pt x="63" y="187"/>
                  </a:cubicBezTo>
                  <a:cubicBezTo>
                    <a:pt x="0" y="100"/>
                    <a:pt x="125" y="0"/>
                    <a:pt x="18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37"/>
            <p:cNvSpPr/>
            <p:nvPr/>
          </p:nvSpPr>
          <p:spPr>
            <a:xfrm>
              <a:off x="6687050" y="1501125"/>
              <a:ext cx="26575" cy="55300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1025" y="138"/>
                  </a:moveTo>
                  <a:cubicBezTo>
                    <a:pt x="850" y="437"/>
                    <a:pt x="700" y="750"/>
                    <a:pt x="575" y="1087"/>
                  </a:cubicBezTo>
                  <a:cubicBezTo>
                    <a:pt x="475" y="1437"/>
                    <a:pt x="538" y="1737"/>
                    <a:pt x="575" y="2099"/>
                  </a:cubicBezTo>
                  <a:cubicBezTo>
                    <a:pt x="588" y="2187"/>
                    <a:pt x="463" y="2212"/>
                    <a:pt x="425" y="2137"/>
                  </a:cubicBezTo>
                  <a:cubicBezTo>
                    <a:pt x="0" y="1437"/>
                    <a:pt x="475" y="600"/>
                    <a:pt x="938" y="50"/>
                  </a:cubicBezTo>
                  <a:cubicBezTo>
                    <a:pt x="988" y="0"/>
                    <a:pt x="1063" y="75"/>
                    <a:pt x="1038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37"/>
            <p:cNvSpPr/>
            <p:nvPr/>
          </p:nvSpPr>
          <p:spPr>
            <a:xfrm>
              <a:off x="6686100" y="1522975"/>
              <a:ext cx="17225" cy="34700"/>
            </a:xfrm>
            <a:custGeom>
              <a:avLst/>
              <a:gdLst/>
              <a:ahLst/>
              <a:cxnLst/>
              <a:rect l="l" t="t" r="r" b="b"/>
              <a:pathLst>
                <a:path w="689" h="1388" extrusionOk="0">
                  <a:moveTo>
                    <a:pt x="388" y="1263"/>
                  </a:moveTo>
                  <a:cubicBezTo>
                    <a:pt x="126" y="938"/>
                    <a:pt x="1" y="513"/>
                    <a:pt x="63" y="101"/>
                  </a:cubicBezTo>
                  <a:cubicBezTo>
                    <a:pt x="76" y="1"/>
                    <a:pt x="226" y="38"/>
                    <a:pt x="226" y="126"/>
                  </a:cubicBezTo>
                  <a:cubicBezTo>
                    <a:pt x="251" y="513"/>
                    <a:pt x="313" y="813"/>
                    <a:pt x="576" y="1101"/>
                  </a:cubicBezTo>
                  <a:cubicBezTo>
                    <a:pt x="688" y="1238"/>
                    <a:pt x="488" y="1388"/>
                    <a:pt x="388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37"/>
            <p:cNvSpPr/>
            <p:nvPr/>
          </p:nvSpPr>
          <p:spPr>
            <a:xfrm>
              <a:off x="6669850" y="1521425"/>
              <a:ext cx="22525" cy="11275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776" y="213"/>
                  </a:moveTo>
                  <a:cubicBezTo>
                    <a:pt x="563" y="275"/>
                    <a:pt x="351" y="388"/>
                    <a:pt x="126" y="425"/>
                  </a:cubicBezTo>
                  <a:cubicBezTo>
                    <a:pt x="51" y="450"/>
                    <a:pt x="1" y="338"/>
                    <a:pt x="63" y="288"/>
                  </a:cubicBezTo>
                  <a:cubicBezTo>
                    <a:pt x="263" y="163"/>
                    <a:pt x="488" y="75"/>
                    <a:pt x="726" y="38"/>
                  </a:cubicBezTo>
                  <a:cubicBezTo>
                    <a:pt x="851" y="0"/>
                    <a:pt x="901" y="175"/>
                    <a:pt x="77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37"/>
            <p:cNvSpPr/>
            <p:nvPr/>
          </p:nvSpPr>
          <p:spPr>
            <a:xfrm>
              <a:off x="6668925" y="1512975"/>
              <a:ext cx="15650" cy="19100"/>
            </a:xfrm>
            <a:custGeom>
              <a:avLst/>
              <a:gdLst/>
              <a:ahLst/>
              <a:cxnLst/>
              <a:rect l="l" t="t" r="r" b="b"/>
              <a:pathLst>
                <a:path w="626" h="764" extrusionOk="0">
                  <a:moveTo>
                    <a:pt x="50" y="563"/>
                  </a:moveTo>
                  <a:cubicBezTo>
                    <a:pt x="138" y="376"/>
                    <a:pt x="263" y="201"/>
                    <a:pt x="425" y="63"/>
                  </a:cubicBezTo>
                  <a:cubicBezTo>
                    <a:pt x="500" y="1"/>
                    <a:pt x="625" y="88"/>
                    <a:pt x="575" y="176"/>
                  </a:cubicBezTo>
                  <a:cubicBezTo>
                    <a:pt x="463" y="351"/>
                    <a:pt x="338" y="501"/>
                    <a:pt x="238" y="663"/>
                  </a:cubicBezTo>
                  <a:cubicBezTo>
                    <a:pt x="163" y="763"/>
                    <a:pt x="1" y="676"/>
                    <a:pt x="50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37"/>
            <p:cNvSpPr/>
            <p:nvPr/>
          </p:nvSpPr>
          <p:spPr>
            <a:xfrm>
              <a:off x="6665800" y="151330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5" y="225"/>
                  </a:moveTo>
                  <a:cubicBezTo>
                    <a:pt x="400" y="275"/>
                    <a:pt x="225" y="250"/>
                    <a:pt x="76" y="163"/>
                  </a:cubicBezTo>
                  <a:cubicBezTo>
                    <a:pt x="1" y="113"/>
                    <a:pt x="63" y="0"/>
                    <a:pt x="138" y="25"/>
                  </a:cubicBezTo>
                  <a:lnTo>
                    <a:pt x="513" y="38"/>
                  </a:lnTo>
                  <a:cubicBezTo>
                    <a:pt x="638" y="13"/>
                    <a:pt x="700" y="188"/>
                    <a:pt x="575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37"/>
            <p:cNvSpPr/>
            <p:nvPr/>
          </p:nvSpPr>
          <p:spPr>
            <a:xfrm>
              <a:off x="6645800" y="1528925"/>
              <a:ext cx="28775" cy="23450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638" y="163"/>
                  </a:moveTo>
                  <a:cubicBezTo>
                    <a:pt x="1150" y="263"/>
                    <a:pt x="863" y="937"/>
                    <a:pt x="426" y="838"/>
                  </a:cubicBezTo>
                  <a:cubicBezTo>
                    <a:pt x="1" y="750"/>
                    <a:pt x="126" y="0"/>
                    <a:pt x="626" y="150"/>
                  </a:cubicBezTo>
                  <a:cubicBezTo>
                    <a:pt x="738" y="188"/>
                    <a:pt x="713" y="350"/>
                    <a:pt x="601" y="350"/>
                  </a:cubicBezTo>
                  <a:lnTo>
                    <a:pt x="601" y="325"/>
                  </a:lnTo>
                  <a:cubicBezTo>
                    <a:pt x="501" y="288"/>
                    <a:pt x="538" y="138"/>
                    <a:pt x="65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37"/>
            <p:cNvSpPr/>
            <p:nvPr/>
          </p:nvSpPr>
          <p:spPr>
            <a:xfrm>
              <a:off x="6217175" y="4309125"/>
              <a:ext cx="551125" cy="190600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3" y="4662"/>
                  </a:moveTo>
                  <a:cubicBezTo>
                    <a:pt x="5036" y="0"/>
                    <a:pt x="11447" y="7623"/>
                    <a:pt x="17083" y="6311"/>
                  </a:cubicBezTo>
                  <a:cubicBezTo>
                    <a:pt x="20070" y="5611"/>
                    <a:pt x="22044" y="3300"/>
                    <a:pt x="21932" y="238"/>
                  </a:cubicBezTo>
                  <a:cubicBezTo>
                    <a:pt x="21932" y="150"/>
                    <a:pt x="21795" y="150"/>
                    <a:pt x="21795" y="238"/>
                  </a:cubicBezTo>
                  <a:cubicBezTo>
                    <a:pt x="21532" y="6511"/>
                    <a:pt x="14521" y="6724"/>
                    <a:pt x="10160" y="4887"/>
                  </a:cubicBezTo>
                  <a:cubicBezTo>
                    <a:pt x="8448" y="4162"/>
                    <a:pt x="6723" y="3175"/>
                    <a:pt x="4824" y="2950"/>
                  </a:cubicBezTo>
                  <a:cubicBezTo>
                    <a:pt x="2924" y="2725"/>
                    <a:pt x="1425" y="3225"/>
                    <a:pt x="88" y="4537"/>
                  </a:cubicBezTo>
                  <a:cubicBezTo>
                    <a:pt x="0" y="4612"/>
                    <a:pt x="125" y="4737"/>
                    <a:pt x="213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37"/>
            <p:cNvSpPr/>
            <p:nvPr/>
          </p:nvSpPr>
          <p:spPr>
            <a:xfrm>
              <a:off x="6582375" y="4210725"/>
              <a:ext cx="180925" cy="121225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7224" y="3174"/>
                  </a:moveTo>
                  <a:cubicBezTo>
                    <a:pt x="7087" y="1162"/>
                    <a:pt x="4637" y="0"/>
                    <a:pt x="2825" y="537"/>
                  </a:cubicBezTo>
                  <a:cubicBezTo>
                    <a:pt x="1326" y="987"/>
                    <a:pt x="1" y="3524"/>
                    <a:pt x="1388" y="4774"/>
                  </a:cubicBezTo>
                  <a:cubicBezTo>
                    <a:pt x="1463" y="4849"/>
                    <a:pt x="1575" y="4736"/>
                    <a:pt x="1513" y="4661"/>
                  </a:cubicBezTo>
                  <a:cubicBezTo>
                    <a:pt x="113" y="3137"/>
                    <a:pt x="1775" y="837"/>
                    <a:pt x="3400" y="637"/>
                  </a:cubicBezTo>
                  <a:cubicBezTo>
                    <a:pt x="4950" y="437"/>
                    <a:pt x="6912" y="1450"/>
                    <a:pt x="7037" y="3174"/>
                  </a:cubicBezTo>
                  <a:cubicBezTo>
                    <a:pt x="7037" y="3299"/>
                    <a:pt x="7237" y="3299"/>
                    <a:pt x="7224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37"/>
            <p:cNvSpPr/>
            <p:nvPr/>
          </p:nvSpPr>
          <p:spPr>
            <a:xfrm>
              <a:off x="6636125" y="4276625"/>
              <a:ext cx="72825" cy="77200"/>
            </a:xfrm>
            <a:custGeom>
              <a:avLst/>
              <a:gdLst/>
              <a:ahLst/>
              <a:cxnLst/>
              <a:rect l="l" t="t" r="r" b="b"/>
              <a:pathLst>
                <a:path w="2913" h="3088" extrusionOk="0">
                  <a:moveTo>
                    <a:pt x="63" y="2600"/>
                  </a:moveTo>
                  <a:cubicBezTo>
                    <a:pt x="888" y="3087"/>
                    <a:pt x="2112" y="2738"/>
                    <a:pt x="2537" y="1850"/>
                  </a:cubicBezTo>
                  <a:cubicBezTo>
                    <a:pt x="2912" y="1026"/>
                    <a:pt x="2300" y="101"/>
                    <a:pt x="1437" y="13"/>
                  </a:cubicBezTo>
                  <a:cubicBezTo>
                    <a:pt x="1325" y="1"/>
                    <a:pt x="1300" y="188"/>
                    <a:pt x="1412" y="213"/>
                  </a:cubicBezTo>
                  <a:cubicBezTo>
                    <a:pt x="2225" y="351"/>
                    <a:pt x="2725" y="1176"/>
                    <a:pt x="2250" y="1925"/>
                  </a:cubicBezTo>
                  <a:cubicBezTo>
                    <a:pt x="1787" y="2613"/>
                    <a:pt x="888" y="2838"/>
                    <a:pt x="150" y="2463"/>
                  </a:cubicBezTo>
                  <a:cubicBezTo>
                    <a:pt x="63" y="2425"/>
                    <a:pt x="0" y="2538"/>
                    <a:pt x="75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37"/>
            <p:cNvSpPr/>
            <p:nvPr/>
          </p:nvSpPr>
          <p:spPr>
            <a:xfrm>
              <a:off x="6662675" y="42825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37"/>
            <p:cNvSpPr/>
            <p:nvPr/>
          </p:nvSpPr>
          <p:spPr>
            <a:xfrm>
              <a:off x="6648925" y="4357225"/>
              <a:ext cx="206550" cy="103750"/>
            </a:xfrm>
            <a:custGeom>
              <a:avLst/>
              <a:gdLst/>
              <a:ahLst/>
              <a:cxnLst/>
              <a:rect l="l" t="t" r="r" b="b"/>
              <a:pathLst>
                <a:path w="8262" h="4150" extrusionOk="0">
                  <a:moveTo>
                    <a:pt x="126" y="4137"/>
                  </a:moveTo>
                  <a:cubicBezTo>
                    <a:pt x="1250" y="3887"/>
                    <a:pt x="2325" y="3425"/>
                    <a:pt x="3275" y="2775"/>
                  </a:cubicBezTo>
                  <a:cubicBezTo>
                    <a:pt x="4724" y="1763"/>
                    <a:pt x="6199" y="1"/>
                    <a:pt x="8074" y="1276"/>
                  </a:cubicBezTo>
                  <a:cubicBezTo>
                    <a:pt x="8161" y="1326"/>
                    <a:pt x="8261" y="1201"/>
                    <a:pt x="8186" y="1138"/>
                  </a:cubicBezTo>
                  <a:cubicBezTo>
                    <a:pt x="7424" y="451"/>
                    <a:pt x="6474" y="451"/>
                    <a:pt x="5549" y="851"/>
                  </a:cubicBezTo>
                  <a:cubicBezTo>
                    <a:pt x="4887" y="1151"/>
                    <a:pt x="4350" y="1676"/>
                    <a:pt x="3787" y="2125"/>
                  </a:cubicBezTo>
                  <a:cubicBezTo>
                    <a:pt x="2700" y="3013"/>
                    <a:pt x="1450" y="3650"/>
                    <a:pt x="88" y="3987"/>
                  </a:cubicBezTo>
                  <a:cubicBezTo>
                    <a:pt x="1" y="4000"/>
                    <a:pt x="38" y="4150"/>
                    <a:pt x="138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37"/>
            <p:cNvSpPr/>
            <p:nvPr/>
          </p:nvSpPr>
          <p:spPr>
            <a:xfrm>
              <a:off x="6506475" y="4375975"/>
              <a:ext cx="88425" cy="80000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113" y="2888"/>
                  </a:moveTo>
                  <a:cubicBezTo>
                    <a:pt x="987" y="3087"/>
                    <a:pt x="1837" y="3200"/>
                    <a:pt x="2650" y="2713"/>
                  </a:cubicBezTo>
                  <a:cubicBezTo>
                    <a:pt x="3174" y="2388"/>
                    <a:pt x="3537" y="1875"/>
                    <a:pt x="3437" y="1225"/>
                  </a:cubicBezTo>
                  <a:cubicBezTo>
                    <a:pt x="3349" y="613"/>
                    <a:pt x="2849" y="138"/>
                    <a:pt x="2225" y="63"/>
                  </a:cubicBezTo>
                  <a:cubicBezTo>
                    <a:pt x="1750" y="13"/>
                    <a:pt x="1075" y="176"/>
                    <a:pt x="1025" y="726"/>
                  </a:cubicBezTo>
                  <a:cubicBezTo>
                    <a:pt x="1025" y="813"/>
                    <a:pt x="1150" y="813"/>
                    <a:pt x="1150" y="726"/>
                  </a:cubicBezTo>
                  <a:cubicBezTo>
                    <a:pt x="1225" y="1"/>
                    <a:pt x="2437" y="263"/>
                    <a:pt x="2762" y="488"/>
                  </a:cubicBezTo>
                  <a:cubicBezTo>
                    <a:pt x="3249" y="838"/>
                    <a:pt x="3387" y="1500"/>
                    <a:pt x="3099" y="2025"/>
                  </a:cubicBezTo>
                  <a:cubicBezTo>
                    <a:pt x="2475" y="3037"/>
                    <a:pt x="1125" y="2937"/>
                    <a:pt x="150" y="2713"/>
                  </a:cubicBezTo>
                  <a:cubicBezTo>
                    <a:pt x="38" y="2688"/>
                    <a:pt x="0" y="2863"/>
                    <a:pt x="113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37"/>
            <p:cNvSpPr/>
            <p:nvPr/>
          </p:nvSpPr>
          <p:spPr>
            <a:xfrm>
              <a:off x="6450850" y="4386300"/>
              <a:ext cx="33150" cy="43450"/>
            </a:xfrm>
            <a:custGeom>
              <a:avLst/>
              <a:gdLst/>
              <a:ahLst/>
              <a:cxnLst/>
              <a:rect l="l" t="t" r="r" b="b"/>
              <a:pathLst>
                <a:path w="1326" h="1738" extrusionOk="0">
                  <a:moveTo>
                    <a:pt x="101" y="1550"/>
                  </a:moveTo>
                  <a:cubicBezTo>
                    <a:pt x="638" y="1737"/>
                    <a:pt x="1325" y="1412"/>
                    <a:pt x="1263" y="762"/>
                  </a:cubicBezTo>
                  <a:cubicBezTo>
                    <a:pt x="1213" y="338"/>
                    <a:pt x="513" y="0"/>
                    <a:pt x="251" y="425"/>
                  </a:cubicBezTo>
                  <a:cubicBezTo>
                    <a:pt x="176" y="538"/>
                    <a:pt x="351" y="637"/>
                    <a:pt x="426" y="525"/>
                  </a:cubicBezTo>
                  <a:cubicBezTo>
                    <a:pt x="538" y="463"/>
                    <a:pt x="676" y="438"/>
                    <a:pt x="801" y="488"/>
                  </a:cubicBezTo>
                  <a:cubicBezTo>
                    <a:pt x="1076" y="712"/>
                    <a:pt x="1125" y="937"/>
                    <a:pt x="951" y="1137"/>
                  </a:cubicBezTo>
                  <a:cubicBezTo>
                    <a:pt x="776" y="1450"/>
                    <a:pt x="451" y="1487"/>
                    <a:pt x="138" y="1400"/>
                  </a:cubicBezTo>
                  <a:cubicBezTo>
                    <a:pt x="38" y="1362"/>
                    <a:pt x="1" y="1525"/>
                    <a:pt x="101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37"/>
            <p:cNvSpPr/>
            <p:nvPr/>
          </p:nvSpPr>
          <p:spPr>
            <a:xfrm>
              <a:off x="6842625" y="437785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326" y="351"/>
                  </a:moveTo>
                  <a:cubicBezTo>
                    <a:pt x="1" y="713"/>
                    <a:pt x="451" y="1275"/>
                    <a:pt x="863" y="950"/>
                  </a:cubicBezTo>
                  <a:cubicBezTo>
                    <a:pt x="1275" y="626"/>
                    <a:pt x="800" y="1"/>
                    <a:pt x="401" y="301"/>
                  </a:cubicBezTo>
                  <a:cubicBezTo>
                    <a:pt x="326" y="351"/>
                    <a:pt x="376" y="463"/>
                    <a:pt x="463" y="451"/>
                  </a:cubicBezTo>
                  <a:lnTo>
                    <a:pt x="463" y="451"/>
                  </a:lnTo>
                  <a:cubicBezTo>
                    <a:pt x="501" y="376"/>
                    <a:pt x="401" y="276"/>
                    <a:pt x="3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37"/>
            <p:cNvSpPr/>
            <p:nvPr/>
          </p:nvSpPr>
          <p:spPr>
            <a:xfrm>
              <a:off x="6720775" y="4313800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4462"/>
                  </a:moveTo>
                  <a:cubicBezTo>
                    <a:pt x="1551" y="3363"/>
                    <a:pt x="2575" y="1850"/>
                    <a:pt x="3088" y="151"/>
                  </a:cubicBezTo>
                  <a:cubicBezTo>
                    <a:pt x="3113" y="63"/>
                    <a:pt x="2975" y="1"/>
                    <a:pt x="2925" y="88"/>
                  </a:cubicBezTo>
                  <a:cubicBezTo>
                    <a:pt x="2188" y="1700"/>
                    <a:pt x="1413" y="3188"/>
                    <a:pt x="63" y="4375"/>
                  </a:cubicBezTo>
                  <a:cubicBezTo>
                    <a:pt x="1" y="4437"/>
                    <a:pt x="88" y="4525"/>
                    <a:pt x="1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37"/>
            <p:cNvSpPr/>
            <p:nvPr/>
          </p:nvSpPr>
          <p:spPr>
            <a:xfrm>
              <a:off x="6784200" y="4293200"/>
              <a:ext cx="30650" cy="32500"/>
            </a:xfrm>
            <a:custGeom>
              <a:avLst/>
              <a:gdLst/>
              <a:ahLst/>
              <a:cxnLst/>
              <a:rect l="l" t="t" r="r" b="b"/>
              <a:pathLst>
                <a:path w="1226" h="1300" extrusionOk="0">
                  <a:moveTo>
                    <a:pt x="501" y="800"/>
                  </a:moveTo>
                  <a:lnTo>
                    <a:pt x="501" y="737"/>
                  </a:lnTo>
                  <a:cubicBezTo>
                    <a:pt x="426" y="662"/>
                    <a:pt x="313" y="750"/>
                    <a:pt x="363" y="850"/>
                  </a:cubicBezTo>
                  <a:cubicBezTo>
                    <a:pt x="601" y="1300"/>
                    <a:pt x="1225" y="750"/>
                    <a:pt x="888" y="375"/>
                  </a:cubicBezTo>
                  <a:cubicBezTo>
                    <a:pt x="551" y="0"/>
                    <a:pt x="1" y="550"/>
                    <a:pt x="388" y="912"/>
                  </a:cubicBezTo>
                  <a:cubicBezTo>
                    <a:pt x="463" y="975"/>
                    <a:pt x="563" y="875"/>
                    <a:pt x="501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37"/>
            <p:cNvSpPr/>
            <p:nvPr/>
          </p:nvSpPr>
          <p:spPr>
            <a:xfrm>
              <a:off x="6760775" y="4298825"/>
              <a:ext cx="5650" cy="9375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213" y="263"/>
                  </a:moveTo>
                  <a:cubicBezTo>
                    <a:pt x="225" y="188"/>
                    <a:pt x="200" y="113"/>
                    <a:pt x="150" y="63"/>
                  </a:cubicBezTo>
                  <a:cubicBezTo>
                    <a:pt x="113" y="0"/>
                    <a:pt x="1" y="13"/>
                    <a:pt x="1" y="100"/>
                  </a:cubicBezTo>
                  <a:cubicBezTo>
                    <a:pt x="1" y="150"/>
                    <a:pt x="13" y="213"/>
                    <a:pt x="13" y="263"/>
                  </a:cubicBezTo>
                  <a:cubicBezTo>
                    <a:pt x="26" y="375"/>
                    <a:pt x="188" y="375"/>
                    <a:pt x="2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37"/>
            <p:cNvSpPr/>
            <p:nvPr/>
          </p:nvSpPr>
          <p:spPr>
            <a:xfrm>
              <a:off x="6624250" y="4331300"/>
              <a:ext cx="10025" cy="690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313" y="88"/>
                  </a:moveTo>
                  <a:cubicBezTo>
                    <a:pt x="250" y="51"/>
                    <a:pt x="175" y="26"/>
                    <a:pt x="100" y="13"/>
                  </a:cubicBezTo>
                  <a:cubicBezTo>
                    <a:pt x="38" y="1"/>
                    <a:pt x="0" y="63"/>
                    <a:pt x="50" y="113"/>
                  </a:cubicBezTo>
                  <a:cubicBezTo>
                    <a:pt x="100" y="176"/>
                    <a:pt x="163" y="226"/>
                    <a:pt x="250" y="251"/>
                  </a:cubicBezTo>
                  <a:cubicBezTo>
                    <a:pt x="338" y="276"/>
                    <a:pt x="400" y="138"/>
                    <a:pt x="31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37"/>
            <p:cNvSpPr/>
            <p:nvPr/>
          </p:nvSpPr>
          <p:spPr>
            <a:xfrm>
              <a:off x="6618625" y="4440350"/>
              <a:ext cx="156850" cy="27825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101" y="1100"/>
                  </a:moveTo>
                  <a:cubicBezTo>
                    <a:pt x="963" y="1112"/>
                    <a:pt x="1813" y="1025"/>
                    <a:pt x="2662" y="850"/>
                  </a:cubicBezTo>
                  <a:cubicBezTo>
                    <a:pt x="3812" y="625"/>
                    <a:pt x="4937" y="175"/>
                    <a:pt x="6111" y="500"/>
                  </a:cubicBezTo>
                  <a:cubicBezTo>
                    <a:pt x="6224" y="525"/>
                    <a:pt x="6274" y="362"/>
                    <a:pt x="6161" y="313"/>
                  </a:cubicBezTo>
                  <a:cubicBezTo>
                    <a:pt x="5362" y="0"/>
                    <a:pt x="4649" y="163"/>
                    <a:pt x="3837" y="337"/>
                  </a:cubicBezTo>
                  <a:cubicBezTo>
                    <a:pt x="2587" y="612"/>
                    <a:pt x="1375" y="862"/>
                    <a:pt x="101" y="925"/>
                  </a:cubicBezTo>
                  <a:cubicBezTo>
                    <a:pt x="1" y="937"/>
                    <a:pt x="1" y="1087"/>
                    <a:pt x="101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37"/>
            <p:cNvSpPr/>
            <p:nvPr/>
          </p:nvSpPr>
          <p:spPr>
            <a:xfrm>
              <a:off x="6763900" y="4437225"/>
              <a:ext cx="32825" cy="31250"/>
            </a:xfrm>
            <a:custGeom>
              <a:avLst/>
              <a:gdLst/>
              <a:ahLst/>
              <a:cxnLst/>
              <a:rect l="l" t="t" r="r" b="b"/>
              <a:pathLst>
                <a:path w="1313" h="1250" extrusionOk="0">
                  <a:moveTo>
                    <a:pt x="450" y="550"/>
                  </a:moveTo>
                  <a:lnTo>
                    <a:pt x="563" y="587"/>
                  </a:lnTo>
                  <a:cubicBezTo>
                    <a:pt x="613" y="512"/>
                    <a:pt x="550" y="413"/>
                    <a:pt x="463" y="425"/>
                  </a:cubicBezTo>
                  <a:cubicBezTo>
                    <a:pt x="1" y="587"/>
                    <a:pt x="463" y="1250"/>
                    <a:pt x="850" y="1012"/>
                  </a:cubicBezTo>
                  <a:cubicBezTo>
                    <a:pt x="1313" y="712"/>
                    <a:pt x="775" y="0"/>
                    <a:pt x="350" y="438"/>
                  </a:cubicBezTo>
                  <a:cubicBezTo>
                    <a:pt x="288" y="500"/>
                    <a:pt x="363" y="600"/>
                    <a:pt x="450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37"/>
            <p:cNvSpPr/>
            <p:nvPr/>
          </p:nvSpPr>
          <p:spPr>
            <a:xfrm>
              <a:off x="6768275" y="4388175"/>
              <a:ext cx="72825" cy="2250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100" y="263"/>
                  </a:moveTo>
                  <a:cubicBezTo>
                    <a:pt x="413" y="562"/>
                    <a:pt x="813" y="750"/>
                    <a:pt x="1225" y="800"/>
                  </a:cubicBezTo>
                  <a:cubicBezTo>
                    <a:pt x="1700" y="862"/>
                    <a:pt x="2400" y="900"/>
                    <a:pt x="2812" y="637"/>
                  </a:cubicBezTo>
                  <a:cubicBezTo>
                    <a:pt x="2912" y="575"/>
                    <a:pt x="2850" y="413"/>
                    <a:pt x="2725" y="438"/>
                  </a:cubicBezTo>
                  <a:cubicBezTo>
                    <a:pt x="1937" y="637"/>
                    <a:pt x="900" y="687"/>
                    <a:pt x="263" y="100"/>
                  </a:cubicBezTo>
                  <a:cubicBezTo>
                    <a:pt x="163" y="0"/>
                    <a:pt x="0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37"/>
            <p:cNvSpPr/>
            <p:nvPr/>
          </p:nvSpPr>
          <p:spPr>
            <a:xfrm>
              <a:off x="6769525" y="4381600"/>
              <a:ext cx="70625" cy="23450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2762" y="738"/>
                  </a:moveTo>
                  <a:cubicBezTo>
                    <a:pt x="2250" y="51"/>
                    <a:pt x="813" y="1"/>
                    <a:pt x="113" y="376"/>
                  </a:cubicBezTo>
                  <a:cubicBezTo>
                    <a:pt x="0" y="426"/>
                    <a:pt x="88" y="563"/>
                    <a:pt x="188" y="551"/>
                  </a:cubicBezTo>
                  <a:cubicBezTo>
                    <a:pt x="900" y="438"/>
                    <a:pt x="2062" y="176"/>
                    <a:pt x="2612" y="850"/>
                  </a:cubicBezTo>
                  <a:cubicBezTo>
                    <a:pt x="2687" y="938"/>
                    <a:pt x="2825" y="825"/>
                    <a:pt x="27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37"/>
            <p:cNvSpPr/>
            <p:nvPr/>
          </p:nvSpPr>
          <p:spPr>
            <a:xfrm>
              <a:off x="6669850" y="4396600"/>
              <a:ext cx="17850" cy="55950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413" y="2087"/>
                  </a:moveTo>
                  <a:cubicBezTo>
                    <a:pt x="238" y="1450"/>
                    <a:pt x="326" y="775"/>
                    <a:pt x="663" y="213"/>
                  </a:cubicBezTo>
                  <a:cubicBezTo>
                    <a:pt x="713" y="101"/>
                    <a:pt x="551" y="1"/>
                    <a:pt x="476" y="101"/>
                  </a:cubicBezTo>
                  <a:cubicBezTo>
                    <a:pt x="88" y="713"/>
                    <a:pt x="1" y="1450"/>
                    <a:pt x="238" y="2137"/>
                  </a:cubicBezTo>
                  <a:cubicBezTo>
                    <a:pt x="276" y="2237"/>
                    <a:pt x="426" y="2200"/>
                    <a:pt x="413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37"/>
            <p:cNvSpPr/>
            <p:nvPr/>
          </p:nvSpPr>
          <p:spPr>
            <a:xfrm>
              <a:off x="6677050" y="4396600"/>
              <a:ext cx="16275" cy="54375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188" y="188"/>
                  </a:moveTo>
                  <a:cubicBezTo>
                    <a:pt x="313" y="550"/>
                    <a:pt x="363" y="950"/>
                    <a:pt x="300" y="1338"/>
                  </a:cubicBezTo>
                  <a:cubicBezTo>
                    <a:pt x="250" y="1613"/>
                    <a:pt x="113" y="1788"/>
                    <a:pt x="13" y="2038"/>
                  </a:cubicBezTo>
                  <a:cubicBezTo>
                    <a:pt x="0" y="2075"/>
                    <a:pt x="25" y="2112"/>
                    <a:pt x="63" y="2125"/>
                  </a:cubicBezTo>
                  <a:cubicBezTo>
                    <a:pt x="363" y="2175"/>
                    <a:pt x="463" y="1850"/>
                    <a:pt x="538" y="1613"/>
                  </a:cubicBezTo>
                  <a:cubicBezTo>
                    <a:pt x="650" y="1113"/>
                    <a:pt x="600" y="600"/>
                    <a:pt x="400" y="126"/>
                  </a:cubicBezTo>
                  <a:cubicBezTo>
                    <a:pt x="350" y="1"/>
                    <a:pt x="150" y="51"/>
                    <a:pt x="18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37"/>
            <p:cNvSpPr/>
            <p:nvPr/>
          </p:nvSpPr>
          <p:spPr>
            <a:xfrm>
              <a:off x="6337750" y="4364725"/>
              <a:ext cx="82825" cy="26900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126" y="926"/>
                  </a:moveTo>
                  <a:cubicBezTo>
                    <a:pt x="1138" y="1076"/>
                    <a:pt x="2500" y="926"/>
                    <a:pt x="3263" y="163"/>
                  </a:cubicBezTo>
                  <a:cubicBezTo>
                    <a:pt x="3313" y="113"/>
                    <a:pt x="3263" y="1"/>
                    <a:pt x="3175" y="26"/>
                  </a:cubicBezTo>
                  <a:cubicBezTo>
                    <a:pt x="2713" y="188"/>
                    <a:pt x="2300" y="476"/>
                    <a:pt x="1813" y="601"/>
                  </a:cubicBezTo>
                  <a:cubicBezTo>
                    <a:pt x="1276" y="738"/>
                    <a:pt x="713" y="776"/>
                    <a:pt x="151" y="713"/>
                  </a:cubicBezTo>
                  <a:cubicBezTo>
                    <a:pt x="38" y="701"/>
                    <a:pt x="1" y="913"/>
                    <a:pt x="126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37"/>
            <p:cNvSpPr/>
            <p:nvPr/>
          </p:nvSpPr>
          <p:spPr>
            <a:xfrm>
              <a:off x="6319650" y="4355975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887" y="238"/>
                  </a:moveTo>
                  <a:cubicBezTo>
                    <a:pt x="3262" y="126"/>
                    <a:pt x="2612" y="1"/>
                    <a:pt x="1975" y="101"/>
                  </a:cubicBezTo>
                  <a:cubicBezTo>
                    <a:pt x="1300" y="201"/>
                    <a:pt x="712" y="551"/>
                    <a:pt x="138" y="926"/>
                  </a:cubicBezTo>
                  <a:cubicBezTo>
                    <a:pt x="0" y="1013"/>
                    <a:pt x="138" y="1238"/>
                    <a:pt x="275" y="1151"/>
                  </a:cubicBezTo>
                  <a:cubicBezTo>
                    <a:pt x="737" y="838"/>
                    <a:pt x="1225" y="526"/>
                    <a:pt x="1787" y="388"/>
                  </a:cubicBezTo>
                  <a:cubicBezTo>
                    <a:pt x="2450" y="226"/>
                    <a:pt x="3162" y="338"/>
                    <a:pt x="3837" y="451"/>
                  </a:cubicBezTo>
                  <a:cubicBezTo>
                    <a:pt x="3962" y="463"/>
                    <a:pt x="4024" y="263"/>
                    <a:pt x="3887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37"/>
            <p:cNvSpPr/>
            <p:nvPr/>
          </p:nvSpPr>
          <p:spPr>
            <a:xfrm>
              <a:off x="6822325" y="3689900"/>
              <a:ext cx="199650" cy="551150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4499" y="88"/>
                  </a:moveTo>
                  <a:cubicBezTo>
                    <a:pt x="3187" y="1426"/>
                    <a:pt x="2700" y="2938"/>
                    <a:pt x="2912" y="4837"/>
                  </a:cubicBezTo>
                  <a:cubicBezTo>
                    <a:pt x="3087" y="6237"/>
                    <a:pt x="3699" y="7487"/>
                    <a:pt x="4237" y="8761"/>
                  </a:cubicBezTo>
                  <a:cubicBezTo>
                    <a:pt x="6111" y="13235"/>
                    <a:pt x="7986" y="21470"/>
                    <a:pt x="213" y="21808"/>
                  </a:cubicBezTo>
                  <a:cubicBezTo>
                    <a:pt x="125" y="21808"/>
                    <a:pt x="125" y="21933"/>
                    <a:pt x="213" y="21945"/>
                  </a:cubicBezTo>
                  <a:cubicBezTo>
                    <a:pt x="3250" y="22045"/>
                    <a:pt x="5586" y="20071"/>
                    <a:pt x="6274" y="17084"/>
                  </a:cubicBezTo>
                  <a:cubicBezTo>
                    <a:pt x="7598" y="11435"/>
                    <a:pt x="0" y="5012"/>
                    <a:pt x="4637" y="213"/>
                  </a:cubicBezTo>
                  <a:cubicBezTo>
                    <a:pt x="4712" y="138"/>
                    <a:pt x="4587" y="1"/>
                    <a:pt x="4499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37"/>
            <p:cNvSpPr/>
            <p:nvPr/>
          </p:nvSpPr>
          <p:spPr>
            <a:xfrm>
              <a:off x="6723275" y="4055125"/>
              <a:ext cx="121250" cy="180925"/>
            </a:xfrm>
            <a:custGeom>
              <a:avLst/>
              <a:gdLst/>
              <a:ahLst/>
              <a:cxnLst/>
              <a:rect l="l" t="t" r="r" b="b"/>
              <a:pathLst>
                <a:path w="4850" h="7237" extrusionOk="0">
                  <a:moveTo>
                    <a:pt x="3175" y="7036"/>
                  </a:moveTo>
                  <a:cubicBezTo>
                    <a:pt x="1438" y="6911"/>
                    <a:pt x="438" y="4949"/>
                    <a:pt x="626" y="3400"/>
                  </a:cubicBezTo>
                  <a:cubicBezTo>
                    <a:pt x="838" y="1775"/>
                    <a:pt x="3138" y="113"/>
                    <a:pt x="4650" y="1513"/>
                  </a:cubicBezTo>
                  <a:cubicBezTo>
                    <a:pt x="4737" y="1588"/>
                    <a:pt x="4850" y="1463"/>
                    <a:pt x="4775" y="1388"/>
                  </a:cubicBezTo>
                  <a:cubicBezTo>
                    <a:pt x="3525" y="1"/>
                    <a:pt x="988" y="1313"/>
                    <a:pt x="538" y="2825"/>
                  </a:cubicBezTo>
                  <a:cubicBezTo>
                    <a:pt x="1" y="4637"/>
                    <a:pt x="1163" y="7086"/>
                    <a:pt x="3175" y="7224"/>
                  </a:cubicBezTo>
                  <a:cubicBezTo>
                    <a:pt x="3300" y="7236"/>
                    <a:pt x="3300" y="7049"/>
                    <a:pt x="3175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37"/>
            <p:cNvSpPr/>
            <p:nvPr/>
          </p:nvSpPr>
          <p:spPr>
            <a:xfrm>
              <a:off x="6789200" y="4108250"/>
              <a:ext cx="77200" cy="73425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2463" y="163"/>
                  </a:moveTo>
                  <a:cubicBezTo>
                    <a:pt x="2837" y="900"/>
                    <a:pt x="2600" y="1800"/>
                    <a:pt x="1925" y="2274"/>
                  </a:cubicBezTo>
                  <a:cubicBezTo>
                    <a:pt x="1175" y="2749"/>
                    <a:pt x="338" y="2237"/>
                    <a:pt x="201" y="1425"/>
                  </a:cubicBezTo>
                  <a:cubicBezTo>
                    <a:pt x="188" y="1312"/>
                    <a:pt x="1" y="1337"/>
                    <a:pt x="13" y="1450"/>
                  </a:cubicBezTo>
                  <a:cubicBezTo>
                    <a:pt x="88" y="2324"/>
                    <a:pt x="1013" y="2937"/>
                    <a:pt x="1838" y="2549"/>
                  </a:cubicBezTo>
                  <a:cubicBezTo>
                    <a:pt x="2738" y="2137"/>
                    <a:pt x="3087" y="900"/>
                    <a:pt x="2588" y="75"/>
                  </a:cubicBezTo>
                  <a:cubicBezTo>
                    <a:pt x="2538" y="0"/>
                    <a:pt x="2425" y="75"/>
                    <a:pt x="2463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37"/>
            <p:cNvSpPr/>
            <p:nvPr/>
          </p:nvSpPr>
          <p:spPr>
            <a:xfrm>
              <a:off x="6795150" y="4135100"/>
              <a:ext cx="325" cy="350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0" y="1"/>
                  </a:moveTo>
                  <a:lnTo>
                    <a:pt x="0" y="13"/>
                  </a:lnTo>
                  <a:cubicBezTo>
                    <a:pt x="0" y="13"/>
                    <a:pt x="13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37"/>
            <p:cNvSpPr/>
            <p:nvPr/>
          </p:nvSpPr>
          <p:spPr>
            <a:xfrm>
              <a:off x="6869500" y="4121350"/>
              <a:ext cx="104050" cy="206550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3987" y="101"/>
                  </a:moveTo>
                  <a:cubicBezTo>
                    <a:pt x="3712" y="1288"/>
                    <a:pt x="3175" y="2400"/>
                    <a:pt x="2450" y="3375"/>
                  </a:cubicBezTo>
                  <a:cubicBezTo>
                    <a:pt x="1925" y="4087"/>
                    <a:pt x="1225" y="4737"/>
                    <a:pt x="863" y="5562"/>
                  </a:cubicBezTo>
                  <a:cubicBezTo>
                    <a:pt x="450" y="6474"/>
                    <a:pt x="463" y="7436"/>
                    <a:pt x="1150" y="8199"/>
                  </a:cubicBezTo>
                  <a:cubicBezTo>
                    <a:pt x="1213" y="8261"/>
                    <a:pt x="1338" y="8174"/>
                    <a:pt x="1275" y="8086"/>
                  </a:cubicBezTo>
                  <a:cubicBezTo>
                    <a:pt x="0" y="6212"/>
                    <a:pt x="1762" y="4725"/>
                    <a:pt x="2775" y="3275"/>
                  </a:cubicBezTo>
                  <a:cubicBezTo>
                    <a:pt x="3437" y="2325"/>
                    <a:pt x="3899" y="1263"/>
                    <a:pt x="4137" y="138"/>
                  </a:cubicBezTo>
                  <a:cubicBezTo>
                    <a:pt x="4162" y="38"/>
                    <a:pt x="4012" y="1"/>
                    <a:pt x="3987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37"/>
            <p:cNvSpPr/>
            <p:nvPr/>
          </p:nvSpPr>
          <p:spPr>
            <a:xfrm>
              <a:off x="6887000" y="3978900"/>
              <a:ext cx="81875" cy="88750"/>
            </a:xfrm>
            <a:custGeom>
              <a:avLst/>
              <a:gdLst/>
              <a:ahLst/>
              <a:cxnLst/>
              <a:rect l="l" t="t" r="r" b="b"/>
              <a:pathLst>
                <a:path w="3275" h="3550" extrusionOk="0">
                  <a:moveTo>
                    <a:pt x="2774" y="163"/>
                  </a:moveTo>
                  <a:cubicBezTo>
                    <a:pt x="2987" y="1138"/>
                    <a:pt x="3099" y="2500"/>
                    <a:pt x="2087" y="3112"/>
                  </a:cubicBezTo>
                  <a:cubicBezTo>
                    <a:pt x="1612" y="3375"/>
                    <a:pt x="1025" y="3287"/>
                    <a:pt x="638" y="2900"/>
                  </a:cubicBezTo>
                  <a:cubicBezTo>
                    <a:pt x="338" y="2575"/>
                    <a:pt x="0" y="1250"/>
                    <a:pt x="800" y="1163"/>
                  </a:cubicBezTo>
                  <a:cubicBezTo>
                    <a:pt x="875" y="1163"/>
                    <a:pt x="875" y="1025"/>
                    <a:pt x="800" y="1038"/>
                  </a:cubicBezTo>
                  <a:cubicBezTo>
                    <a:pt x="250" y="1088"/>
                    <a:pt x="75" y="1762"/>
                    <a:pt x="138" y="2237"/>
                  </a:cubicBezTo>
                  <a:cubicBezTo>
                    <a:pt x="200" y="2850"/>
                    <a:pt x="675" y="3350"/>
                    <a:pt x="1300" y="3450"/>
                  </a:cubicBezTo>
                  <a:cubicBezTo>
                    <a:pt x="1937" y="3550"/>
                    <a:pt x="2450" y="3187"/>
                    <a:pt x="2774" y="2650"/>
                  </a:cubicBezTo>
                  <a:cubicBezTo>
                    <a:pt x="3274" y="1850"/>
                    <a:pt x="3149" y="988"/>
                    <a:pt x="2949" y="113"/>
                  </a:cubicBezTo>
                  <a:cubicBezTo>
                    <a:pt x="2924" y="0"/>
                    <a:pt x="2762" y="50"/>
                    <a:pt x="2787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37"/>
            <p:cNvSpPr/>
            <p:nvPr/>
          </p:nvSpPr>
          <p:spPr>
            <a:xfrm>
              <a:off x="6898550" y="3923300"/>
              <a:ext cx="43775" cy="33450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1400" y="150"/>
                  </a:moveTo>
                  <a:cubicBezTo>
                    <a:pt x="1488" y="462"/>
                    <a:pt x="1450" y="787"/>
                    <a:pt x="1138" y="962"/>
                  </a:cubicBezTo>
                  <a:cubicBezTo>
                    <a:pt x="938" y="1137"/>
                    <a:pt x="713" y="1087"/>
                    <a:pt x="488" y="800"/>
                  </a:cubicBezTo>
                  <a:cubicBezTo>
                    <a:pt x="438" y="675"/>
                    <a:pt x="463" y="537"/>
                    <a:pt x="525" y="425"/>
                  </a:cubicBezTo>
                  <a:cubicBezTo>
                    <a:pt x="638" y="350"/>
                    <a:pt x="538" y="175"/>
                    <a:pt x="425" y="250"/>
                  </a:cubicBezTo>
                  <a:cubicBezTo>
                    <a:pt x="1" y="512"/>
                    <a:pt x="338" y="1212"/>
                    <a:pt x="763" y="1262"/>
                  </a:cubicBezTo>
                  <a:cubicBezTo>
                    <a:pt x="1425" y="1337"/>
                    <a:pt x="1750" y="637"/>
                    <a:pt x="1550" y="100"/>
                  </a:cubicBezTo>
                  <a:cubicBezTo>
                    <a:pt x="1513" y="0"/>
                    <a:pt x="1375" y="38"/>
                    <a:pt x="1388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37"/>
            <p:cNvSpPr/>
            <p:nvPr/>
          </p:nvSpPr>
          <p:spPr>
            <a:xfrm>
              <a:off x="6890425" y="4315375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451" y="463"/>
                  </a:moveTo>
                  <a:lnTo>
                    <a:pt x="451" y="463"/>
                  </a:lnTo>
                  <a:cubicBezTo>
                    <a:pt x="463" y="375"/>
                    <a:pt x="351" y="325"/>
                    <a:pt x="288" y="388"/>
                  </a:cubicBezTo>
                  <a:cubicBezTo>
                    <a:pt x="1" y="800"/>
                    <a:pt x="626" y="1275"/>
                    <a:pt x="950" y="863"/>
                  </a:cubicBezTo>
                  <a:cubicBezTo>
                    <a:pt x="1275" y="438"/>
                    <a:pt x="713" y="0"/>
                    <a:pt x="351" y="325"/>
                  </a:cubicBezTo>
                  <a:cubicBezTo>
                    <a:pt x="276" y="388"/>
                    <a:pt x="376" y="488"/>
                    <a:pt x="451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37"/>
            <p:cNvSpPr/>
            <p:nvPr/>
          </p:nvSpPr>
          <p:spPr>
            <a:xfrm>
              <a:off x="6826375" y="4193850"/>
              <a:ext cx="112825" cy="77500"/>
            </a:xfrm>
            <a:custGeom>
              <a:avLst/>
              <a:gdLst/>
              <a:ahLst/>
              <a:cxnLst/>
              <a:rect l="l" t="t" r="r" b="b"/>
              <a:pathLst>
                <a:path w="4513" h="3100" extrusionOk="0">
                  <a:moveTo>
                    <a:pt x="4375" y="50"/>
                  </a:moveTo>
                  <a:cubicBezTo>
                    <a:pt x="3175" y="1412"/>
                    <a:pt x="1700" y="2175"/>
                    <a:pt x="88" y="2924"/>
                  </a:cubicBezTo>
                  <a:cubicBezTo>
                    <a:pt x="1" y="2962"/>
                    <a:pt x="63" y="3099"/>
                    <a:pt x="151" y="3074"/>
                  </a:cubicBezTo>
                  <a:cubicBezTo>
                    <a:pt x="1850" y="2562"/>
                    <a:pt x="3362" y="1550"/>
                    <a:pt x="4462" y="150"/>
                  </a:cubicBezTo>
                  <a:cubicBezTo>
                    <a:pt x="4512" y="88"/>
                    <a:pt x="4425" y="0"/>
                    <a:pt x="4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37"/>
            <p:cNvSpPr/>
            <p:nvPr/>
          </p:nvSpPr>
          <p:spPr>
            <a:xfrm>
              <a:off x="6805775" y="4256950"/>
              <a:ext cx="32500" cy="3095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388"/>
                  </a:moveTo>
                  <a:cubicBezTo>
                    <a:pt x="550" y="1"/>
                    <a:pt x="0" y="538"/>
                    <a:pt x="375" y="888"/>
                  </a:cubicBezTo>
                  <a:cubicBezTo>
                    <a:pt x="750" y="1238"/>
                    <a:pt x="1300" y="600"/>
                    <a:pt x="837" y="350"/>
                  </a:cubicBezTo>
                  <a:cubicBezTo>
                    <a:pt x="750" y="313"/>
                    <a:pt x="662" y="425"/>
                    <a:pt x="725" y="500"/>
                  </a:cubicBezTo>
                  <a:lnTo>
                    <a:pt x="800" y="500"/>
                  </a:lnTo>
                  <a:cubicBezTo>
                    <a:pt x="875" y="563"/>
                    <a:pt x="962" y="463"/>
                    <a:pt x="912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37"/>
            <p:cNvSpPr/>
            <p:nvPr/>
          </p:nvSpPr>
          <p:spPr>
            <a:xfrm>
              <a:off x="6811400" y="4233200"/>
              <a:ext cx="9700" cy="5975"/>
            </a:xfrm>
            <a:custGeom>
              <a:avLst/>
              <a:gdLst/>
              <a:ahLst/>
              <a:cxnLst/>
              <a:rect l="l" t="t" r="r" b="b"/>
              <a:pathLst>
                <a:path w="388" h="239" extrusionOk="0">
                  <a:moveTo>
                    <a:pt x="262" y="26"/>
                  </a:moveTo>
                  <a:cubicBezTo>
                    <a:pt x="212" y="26"/>
                    <a:pt x="150" y="26"/>
                    <a:pt x="100" y="13"/>
                  </a:cubicBezTo>
                  <a:cubicBezTo>
                    <a:pt x="13" y="1"/>
                    <a:pt x="0" y="126"/>
                    <a:pt x="50" y="176"/>
                  </a:cubicBezTo>
                  <a:cubicBezTo>
                    <a:pt x="112" y="213"/>
                    <a:pt x="187" y="238"/>
                    <a:pt x="262" y="226"/>
                  </a:cubicBezTo>
                  <a:cubicBezTo>
                    <a:pt x="387" y="226"/>
                    <a:pt x="387" y="38"/>
                    <a:pt x="2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37"/>
            <p:cNvSpPr/>
            <p:nvPr/>
          </p:nvSpPr>
          <p:spPr>
            <a:xfrm>
              <a:off x="6843875" y="4097000"/>
              <a:ext cx="6900" cy="10025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38" y="250"/>
                  </a:moveTo>
                  <a:cubicBezTo>
                    <a:pt x="226" y="163"/>
                    <a:pt x="176" y="88"/>
                    <a:pt x="101" y="38"/>
                  </a:cubicBezTo>
                  <a:cubicBezTo>
                    <a:pt x="63" y="0"/>
                    <a:pt x="1" y="38"/>
                    <a:pt x="13" y="100"/>
                  </a:cubicBezTo>
                  <a:cubicBezTo>
                    <a:pt x="26" y="175"/>
                    <a:pt x="51" y="250"/>
                    <a:pt x="88" y="313"/>
                  </a:cubicBezTo>
                  <a:cubicBezTo>
                    <a:pt x="138" y="400"/>
                    <a:pt x="276" y="338"/>
                    <a:pt x="251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37"/>
            <p:cNvSpPr/>
            <p:nvPr/>
          </p:nvSpPr>
          <p:spPr>
            <a:xfrm>
              <a:off x="6952925" y="4091375"/>
              <a:ext cx="27500" cy="156850"/>
            </a:xfrm>
            <a:custGeom>
              <a:avLst/>
              <a:gdLst/>
              <a:ahLst/>
              <a:cxnLst/>
              <a:rect l="l" t="t" r="r" b="b"/>
              <a:pathLst>
                <a:path w="1100" h="6274" extrusionOk="0">
                  <a:moveTo>
                    <a:pt x="925" y="100"/>
                  </a:moveTo>
                  <a:cubicBezTo>
                    <a:pt x="850" y="1375"/>
                    <a:pt x="612" y="2600"/>
                    <a:pt x="337" y="3837"/>
                  </a:cubicBezTo>
                  <a:cubicBezTo>
                    <a:pt x="150" y="4649"/>
                    <a:pt x="0" y="5361"/>
                    <a:pt x="312" y="6161"/>
                  </a:cubicBezTo>
                  <a:cubicBezTo>
                    <a:pt x="362" y="6274"/>
                    <a:pt x="525" y="6236"/>
                    <a:pt x="487" y="6111"/>
                  </a:cubicBezTo>
                  <a:cubicBezTo>
                    <a:pt x="175" y="4936"/>
                    <a:pt x="625" y="3812"/>
                    <a:pt x="850" y="2650"/>
                  </a:cubicBezTo>
                  <a:cubicBezTo>
                    <a:pt x="1025" y="1812"/>
                    <a:pt x="1100" y="963"/>
                    <a:pt x="1100" y="100"/>
                  </a:cubicBezTo>
                  <a:cubicBezTo>
                    <a:pt x="1087" y="0"/>
                    <a:pt x="937" y="0"/>
                    <a:pt x="925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37"/>
            <p:cNvSpPr/>
            <p:nvPr/>
          </p:nvSpPr>
          <p:spPr>
            <a:xfrm>
              <a:off x="6949475" y="4236325"/>
              <a:ext cx="31275" cy="33150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438" y="351"/>
                  </a:moveTo>
                  <a:cubicBezTo>
                    <a:pt x="1" y="776"/>
                    <a:pt x="725" y="1325"/>
                    <a:pt x="1013" y="851"/>
                  </a:cubicBezTo>
                  <a:cubicBezTo>
                    <a:pt x="1250" y="476"/>
                    <a:pt x="588" y="1"/>
                    <a:pt x="438" y="476"/>
                  </a:cubicBezTo>
                  <a:cubicBezTo>
                    <a:pt x="413" y="563"/>
                    <a:pt x="525" y="626"/>
                    <a:pt x="588" y="563"/>
                  </a:cubicBezTo>
                  <a:lnTo>
                    <a:pt x="563" y="451"/>
                  </a:lnTo>
                  <a:cubicBezTo>
                    <a:pt x="613" y="363"/>
                    <a:pt x="500" y="276"/>
                    <a:pt x="4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37"/>
            <p:cNvSpPr/>
            <p:nvPr/>
          </p:nvSpPr>
          <p:spPr>
            <a:xfrm>
              <a:off x="6900425" y="4241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113" y="263"/>
                  </a:moveTo>
                  <a:cubicBezTo>
                    <a:pt x="688" y="900"/>
                    <a:pt x="650" y="1937"/>
                    <a:pt x="450" y="2724"/>
                  </a:cubicBezTo>
                  <a:cubicBezTo>
                    <a:pt x="425" y="2837"/>
                    <a:pt x="588" y="2912"/>
                    <a:pt x="650" y="2812"/>
                  </a:cubicBezTo>
                  <a:cubicBezTo>
                    <a:pt x="900" y="2387"/>
                    <a:pt x="875" y="1687"/>
                    <a:pt x="800" y="1225"/>
                  </a:cubicBezTo>
                  <a:cubicBezTo>
                    <a:pt x="750" y="800"/>
                    <a:pt x="563" y="413"/>
                    <a:pt x="263" y="100"/>
                  </a:cubicBezTo>
                  <a:cubicBezTo>
                    <a:pt x="163" y="0"/>
                    <a:pt x="1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37"/>
            <p:cNvSpPr/>
            <p:nvPr/>
          </p:nvSpPr>
          <p:spPr>
            <a:xfrm>
              <a:off x="6893875" y="4242575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62" y="2612"/>
                  </a:moveTo>
                  <a:cubicBezTo>
                    <a:pt x="188" y="2063"/>
                    <a:pt x="450" y="888"/>
                    <a:pt x="550" y="176"/>
                  </a:cubicBezTo>
                  <a:cubicBezTo>
                    <a:pt x="562" y="76"/>
                    <a:pt x="425" y="1"/>
                    <a:pt x="375" y="101"/>
                  </a:cubicBezTo>
                  <a:cubicBezTo>
                    <a:pt x="0" y="800"/>
                    <a:pt x="63" y="2238"/>
                    <a:pt x="737" y="2750"/>
                  </a:cubicBezTo>
                  <a:cubicBezTo>
                    <a:pt x="825" y="2825"/>
                    <a:pt x="937" y="2675"/>
                    <a:pt x="850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37"/>
            <p:cNvSpPr/>
            <p:nvPr/>
          </p:nvSpPr>
          <p:spPr>
            <a:xfrm>
              <a:off x="6908850" y="4142600"/>
              <a:ext cx="56575" cy="17850"/>
            </a:xfrm>
            <a:custGeom>
              <a:avLst/>
              <a:gdLst/>
              <a:ahLst/>
              <a:cxnLst/>
              <a:rect l="l" t="t" r="r" b="b"/>
              <a:pathLst>
                <a:path w="2263" h="714" extrusionOk="0">
                  <a:moveTo>
                    <a:pt x="2150" y="238"/>
                  </a:moveTo>
                  <a:cubicBezTo>
                    <a:pt x="1463" y="1"/>
                    <a:pt x="726" y="88"/>
                    <a:pt x="113" y="476"/>
                  </a:cubicBezTo>
                  <a:cubicBezTo>
                    <a:pt x="1" y="551"/>
                    <a:pt x="101" y="713"/>
                    <a:pt x="226" y="663"/>
                  </a:cubicBezTo>
                  <a:cubicBezTo>
                    <a:pt x="788" y="326"/>
                    <a:pt x="1463" y="238"/>
                    <a:pt x="2100" y="413"/>
                  </a:cubicBezTo>
                  <a:cubicBezTo>
                    <a:pt x="2213" y="438"/>
                    <a:pt x="2263" y="263"/>
                    <a:pt x="2150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37"/>
            <p:cNvSpPr/>
            <p:nvPr/>
          </p:nvSpPr>
          <p:spPr>
            <a:xfrm>
              <a:off x="6909175" y="4149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25" y="400"/>
                  </a:moveTo>
                  <a:cubicBezTo>
                    <a:pt x="475" y="538"/>
                    <a:pt x="2250" y="850"/>
                    <a:pt x="2125" y="63"/>
                  </a:cubicBezTo>
                  <a:cubicBezTo>
                    <a:pt x="2112" y="25"/>
                    <a:pt x="2075" y="0"/>
                    <a:pt x="2037" y="13"/>
                  </a:cubicBezTo>
                  <a:cubicBezTo>
                    <a:pt x="1788" y="113"/>
                    <a:pt x="1613" y="250"/>
                    <a:pt x="1338" y="300"/>
                  </a:cubicBezTo>
                  <a:cubicBezTo>
                    <a:pt x="950" y="363"/>
                    <a:pt x="550" y="313"/>
                    <a:pt x="188" y="188"/>
                  </a:cubicBezTo>
                  <a:cubicBezTo>
                    <a:pt x="50" y="138"/>
                    <a:pt x="0" y="338"/>
                    <a:pt x="125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37"/>
            <p:cNvSpPr/>
            <p:nvPr/>
          </p:nvSpPr>
          <p:spPr>
            <a:xfrm>
              <a:off x="6877300" y="3810500"/>
              <a:ext cx="26600" cy="82825"/>
            </a:xfrm>
            <a:custGeom>
              <a:avLst/>
              <a:gdLst/>
              <a:ahLst/>
              <a:cxnLst/>
              <a:rect l="l" t="t" r="r" b="b"/>
              <a:pathLst>
                <a:path w="1064" h="3313" extrusionOk="0">
                  <a:moveTo>
                    <a:pt x="713" y="151"/>
                  </a:moveTo>
                  <a:cubicBezTo>
                    <a:pt x="776" y="713"/>
                    <a:pt x="738" y="1275"/>
                    <a:pt x="601" y="1813"/>
                  </a:cubicBezTo>
                  <a:cubicBezTo>
                    <a:pt x="463" y="2300"/>
                    <a:pt x="188" y="2713"/>
                    <a:pt x="26" y="3175"/>
                  </a:cubicBezTo>
                  <a:cubicBezTo>
                    <a:pt x="1" y="3262"/>
                    <a:pt x="101" y="3312"/>
                    <a:pt x="163" y="3262"/>
                  </a:cubicBezTo>
                  <a:cubicBezTo>
                    <a:pt x="938" y="2500"/>
                    <a:pt x="1063" y="1138"/>
                    <a:pt x="926" y="126"/>
                  </a:cubicBezTo>
                  <a:cubicBezTo>
                    <a:pt x="913" y="1"/>
                    <a:pt x="701" y="26"/>
                    <a:pt x="71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37"/>
            <p:cNvSpPr/>
            <p:nvPr/>
          </p:nvSpPr>
          <p:spPr>
            <a:xfrm>
              <a:off x="6868550" y="3792700"/>
              <a:ext cx="30975" cy="100625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438" y="3824"/>
                  </a:moveTo>
                  <a:cubicBezTo>
                    <a:pt x="338" y="3150"/>
                    <a:pt x="226" y="2450"/>
                    <a:pt x="388" y="1775"/>
                  </a:cubicBezTo>
                  <a:cubicBezTo>
                    <a:pt x="513" y="1225"/>
                    <a:pt x="838" y="738"/>
                    <a:pt x="1138" y="263"/>
                  </a:cubicBezTo>
                  <a:cubicBezTo>
                    <a:pt x="1238" y="125"/>
                    <a:pt x="1013" y="0"/>
                    <a:pt x="913" y="138"/>
                  </a:cubicBezTo>
                  <a:cubicBezTo>
                    <a:pt x="551" y="700"/>
                    <a:pt x="201" y="1288"/>
                    <a:pt x="88" y="1975"/>
                  </a:cubicBezTo>
                  <a:cubicBezTo>
                    <a:pt x="1" y="2612"/>
                    <a:pt x="126" y="3262"/>
                    <a:pt x="238" y="3887"/>
                  </a:cubicBezTo>
                  <a:cubicBezTo>
                    <a:pt x="263" y="4024"/>
                    <a:pt x="463" y="3962"/>
                    <a:pt x="43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37"/>
            <p:cNvSpPr/>
            <p:nvPr/>
          </p:nvSpPr>
          <p:spPr>
            <a:xfrm>
              <a:off x="6712050" y="4197600"/>
              <a:ext cx="8450" cy="8150"/>
            </a:xfrm>
            <a:custGeom>
              <a:avLst/>
              <a:gdLst/>
              <a:ahLst/>
              <a:cxnLst/>
              <a:rect l="l" t="t" r="r" b="b"/>
              <a:pathLst>
                <a:path w="338" h="326" extrusionOk="0">
                  <a:moveTo>
                    <a:pt x="88" y="313"/>
                  </a:moveTo>
                  <a:cubicBezTo>
                    <a:pt x="175" y="325"/>
                    <a:pt x="262" y="288"/>
                    <a:pt x="312" y="213"/>
                  </a:cubicBezTo>
                  <a:cubicBezTo>
                    <a:pt x="325" y="200"/>
                    <a:pt x="337" y="163"/>
                    <a:pt x="325" y="138"/>
                  </a:cubicBezTo>
                  <a:lnTo>
                    <a:pt x="300" y="50"/>
                  </a:lnTo>
                  <a:cubicBezTo>
                    <a:pt x="287" y="13"/>
                    <a:pt x="225" y="0"/>
                    <a:pt x="212" y="38"/>
                  </a:cubicBezTo>
                  <a:lnTo>
                    <a:pt x="75" y="175"/>
                  </a:lnTo>
                  <a:cubicBezTo>
                    <a:pt x="0" y="200"/>
                    <a:pt x="13" y="325"/>
                    <a:pt x="8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37"/>
            <p:cNvSpPr/>
            <p:nvPr/>
          </p:nvSpPr>
          <p:spPr>
            <a:xfrm>
              <a:off x="6655500" y="4190725"/>
              <a:ext cx="58750" cy="15025"/>
            </a:xfrm>
            <a:custGeom>
              <a:avLst/>
              <a:gdLst/>
              <a:ahLst/>
              <a:cxnLst/>
              <a:rect l="l" t="t" r="r" b="b"/>
              <a:pathLst>
                <a:path w="2350" h="601" extrusionOk="0">
                  <a:moveTo>
                    <a:pt x="2300" y="475"/>
                  </a:moveTo>
                  <a:cubicBezTo>
                    <a:pt x="1625" y="138"/>
                    <a:pt x="825" y="0"/>
                    <a:pt x="88" y="225"/>
                  </a:cubicBezTo>
                  <a:cubicBezTo>
                    <a:pt x="0" y="250"/>
                    <a:pt x="0" y="413"/>
                    <a:pt x="113" y="400"/>
                  </a:cubicBezTo>
                  <a:cubicBezTo>
                    <a:pt x="862" y="313"/>
                    <a:pt x="1537" y="313"/>
                    <a:pt x="2250" y="588"/>
                  </a:cubicBezTo>
                  <a:cubicBezTo>
                    <a:pt x="2312" y="600"/>
                    <a:pt x="2350" y="500"/>
                    <a:pt x="230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37"/>
            <p:cNvSpPr/>
            <p:nvPr/>
          </p:nvSpPr>
          <p:spPr>
            <a:xfrm>
              <a:off x="6655175" y="4183525"/>
              <a:ext cx="25325" cy="16900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201" y="613"/>
                  </a:moveTo>
                  <a:cubicBezTo>
                    <a:pt x="413" y="351"/>
                    <a:pt x="650" y="276"/>
                    <a:pt x="938" y="163"/>
                  </a:cubicBezTo>
                  <a:cubicBezTo>
                    <a:pt x="1013" y="126"/>
                    <a:pt x="1013" y="1"/>
                    <a:pt x="925" y="1"/>
                  </a:cubicBezTo>
                  <a:cubicBezTo>
                    <a:pt x="575" y="26"/>
                    <a:pt x="251" y="201"/>
                    <a:pt x="63" y="501"/>
                  </a:cubicBezTo>
                  <a:cubicBezTo>
                    <a:pt x="1" y="576"/>
                    <a:pt x="138" y="676"/>
                    <a:pt x="201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37"/>
            <p:cNvSpPr/>
            <p:nvPr/>
          </p:nvSpPr>
          <p:spPr>
            <a:xfrm>
              <a:off x="6694550" y="4145425"/>
              <a:ext cx="26575" cy="55325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1012" y="2075"/>
                  </a:moveTo>
                  <a:cubicBezTo>
                    <a:pt x="838" y="1775"/>
                    <a:pt x="700" y="1462"/>
                    <a:pt x="575" y="1125"/>
                  </a:cubicBezTo>
                  <a:cubicBezTo>
                    <a:pt x="463" y="775"/>
                    <a:pt x="525" y="475"/>
                    <a:pt x="575" y="125"/>
                  </a:cubicBezTo>
                  <a:cubicBezTo>
                    <a:pt x="588" y="25"/>
                    <a:pt x="450" y="0"/>
                    <a:pt x="413" y="75"/>
                  </a:cubicBezTo>
                  <a:cubicBezTo>
                    <a:pt x="0" y="775"/>
                    <a:pt x="463" y="1612"/>
                    <a:pt x="925" y="2162"/>
                  </a:cubicBezTo>
                  <a:cubicBezTo>
                    <a:pt x="975" y="2212"/>
                    <a:pt x="1062" y="2137"/>
                    <a:pt x="1025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37"/>
            <p:cNvSpPr/>
            <p:nvPr/>
          </p:nvSpPr>
          <p:spPr>
            <a:xfrm>
              <a:off x="6693600" y="4144175"/>
              <a:ext cx="16900" cy="34700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76" y="138"/>
                  </a:moveTo>
                  <a:cubicBezTo>
                    <a:pt x="113" y="450"/>
                    <a:pt x="1" y="875"/>
                    <a:pt x="51" y="1287"/>
                  </a:cubicBezTo>
                  <a:cubicBezTo>
                    <a:pt x="63" y="1387"/>
                    <a:pt x="201" y="1350"/>
                    <a:pt x="226" y="1262"/>
                  </a:cubicBezTo>
                  <a:cubicBezTo>
                    <a:pt x="238" y="875"/>
                    <a:pt x="301" y="575"/>
                    <a:pt x="576" y="288"/>
                  </a:cubicBezTo>
                  <a:cubicBezTo>
                    <a:pt x="676" y="150"/>
                    <a:pt x="476" y="0"/>
                    <a:pt x="376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37"/>
            <p:cNvSpPr/>
            <p:nvPr/>
          </p:nvSpPr>
          <p:spPr>
            <a:xfrm>
              <a:off x="6676725" y="4169150"/>
              <a:ext cx="22850" cy="11275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788" y="238"/>
                  </a:moveTo>
                  <a:cubicBezTo>
                    <a:pt x="576" y="176"/>
                    <a:pt x="363" y="76"/>
                    <a:pt x="138" y="26"/>
                  </a:cubicBezTo>
                  <a:cubicBezTo>
                    <a:pt x="51" y="1"/>
                    <a:pt x="1" y="113"/>
                    <a:pt x="88" y="163"/>
                  </a:cubicBezTo>
                  <a:cubicBezTo>
                    <a:pt x="288" y="288"/>
                    <a:pt x="513" y="376"/>
                    <a:pt x="738" y="426"/>
                  </a:cubicBezTo>
                  <a:cubicBezTo>
                    <a:pt x="863" y="451"/>
                    <a:pt x="913" y="276"/>
                    <a:pt x="78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37"/>
            <p:cNvSpPr/>
            <p:nvPr/>
          </p:nvSpPr>
          <p:spPr>
            <a:xfrm>
              <a:off x="6675800" y="4169150"/>
              <a:ext cx="16275" cy="19725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63" y="226"/>
                  </a:moveTo>
                  <a:cubicBezTo>
                    <a:pt x="150" y="413"/>
                    <a:pt x="275" y="588"/>
                    <a:pt x="438" y="726"/>
                  </a:cubicBezTo>
                  <a:cubicBezTo>
                    <a:pt x="513" y="788"/>
                    <a:pt x="650" y="701"/>
                    <a:pt x="588" y="613"/>
                  </a:cubicBezTo>
                  <a:cubicBezTo>
                    <a:pt x="488" y="438"/>
                    <a:pt x="363" y="288"/>
                    <a:pt x="250" y="126"/>
                  </a:cubicBezTo>
                  <a:cubicBezTo>
                    <a:pt x="175" y="1"/>
                    <a:pt x="0" y="101"/>
                    <a:pt x="75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37"/>
            <p:cNvSpPr/>
            <p:nvPr/>
          </p:nvSpPr>
          <p:spPr>
            <a:xfrm>
              <a:off x="6672975" y="418165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6" y="51"/>
                  </a:moveTo>
                  <a:cubicBezTo>
                    <a:pt x="413" y="1"/>
                    <a:pt x="226" y="26"/>
                    <a:pt x="88" y="113"/>
                  </a:cubicBezTo>
                  <a:cubicBezTo>
                    <a:pt x="1" y="163"/>
                    <a:pt x="63" y="276"/>
                    <a:pt x="138" y="251"/>
                  </a:cubicBezTo>
                  <a:lnTo>
                    <a:pt x="526" y="238"/>
                  </a:lnTo>
                  <a:cubicBezTo>
                    <a:pt x="638" y="263"/>
                    <a:pt x="701" y="88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37"/>
            <p:cNvSpPr/>
            <p:nvPr/>
          </p:nvSpPr>
          <p:spPr>
            <a:xfrm>
              <a:off x="6653000" y="4149475"/>
              <a:ext cx="28750" cy="23450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638" y="788"/>
                  </a:moveTo>
                  <a:cubicBezTo>
                    <a:pt x="1150" y="675"/>
                    <a:pt x="862" y="1"/>
                    <a:pt x="425" y="101"/>
                  </a:cubicBezTo>
                  <a:cubicBezTo>
                    <a:pt x="0" y="201"/>
                    <a:pt x="113" y="938"/>
                    <a:pt x="625" y="788"/>
                  </a:cubicBezTo>
                  <a:cubicBezTo>
                    <a:pt x="737" y="750"/>
                    <a:pt x="712" y="588"/>
                    <a:pt x="600" y="600"/>
                  </a:cubicBezTo>
                  <a:lnTo>
                    <a:pt x="600" y="613"/>
                  </a:lnTo>
                  <a:cubicBezTo>
                    <a:pt x="488" y="650"/>
                    <a:pt x="538" y="813"/>
                    <a:pt x="65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37"/>
            <p:cNvSpPr/>
            <p:nvPr/>
          </p:nvSpPr>
          <p:spPr>
            <a:xfrm>
              <a:off x="846700" y="4309125"/>
              <a:ext cx="551125" cy="190600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832" y="4662"/>
                  </a:moveTo>
                  <a:cubicBezTo>
                    <a:pt x="17009" y="0"/>
                    <a:pt x="10598" y="7623"/>
                    <a:pt x="4962" y="6311"/>
                  </a:cubicBezTo>
                  <a:cubicBezTo>
                    <a:pt x="1963" y="5611"/>
                    <a:pt x="1" y="3300"/>
                    <a:pt x="101" y="238"/>
                  </a:cubicBezTo>
                  <a:cubicBezTo>
                    <a:pt x="101" y="150"/>
                    <a:pt x="251" y="150"/>
                    <a:pt x="251" y="238"/>
                  </a:cubicBezTo>
                  <a:cubicBezTo>
                    <a:pt x="513" y="6511"/>
                    <a:pt x="7511" y="6724"/>
                    <a:pt x="11885" y="4887"/>
                  </a:cubicBezTo>
                  <a:cubicBezTo>
                    <a:pt x="13597" y="4162"/>
                    <a:pt x="15322" y="3175"/>
                    <a:pt x="17209" y="2950"/>
                  </a:cubicBezTo>
                  <a:cubicBezTo>
                    <a:pt x="19108" y="2725"/>
                    <a:pt x="20620" y="3225"/>
                    <a:pt x="21970" y="4524"/>
                  </a:cubicBezTo>
                  <a:cubicBezTo>
                    <a:pt x="22045" y="4612"/>
                    <a:pt x="21920" y="4737"/>
                    <a:pt x="21832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37"/>
            <p:cNvSpPr/>
            <p:nvPr/>
          </p:nvSpPr>
          <p:spPr>
            <a:xfrm>
              <a:off x="851700" y="4210725"/>
              <a:ext cx="180925" cy="121225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13" y="3174"/>
                  </a:moveTo>
                  <a:cubicBezTo>
                    <a:pt x="151" y="1162"/>
                    <a:pt x="2612" y="0"/>
                    <a:pt x="4412" y="537"/>
                  </a:cubicBezTo>
                  <a:cubicBezTo>
                    <a:pt x="5924" y="987"/>
                    <a:pt x="7236" y="3524"/>
                    <a:pt x="5849" y="4774"/>
                  </a:cubicBezTo>
                  <a:cubicBezTo>
                    <a:pt x="5774" y="4849"/>
                    <a:pt x="5662" y="4736"/>
                    <a:pt x="5724" y="4661"/>
                  </a:cubicBezTo>
                  <a:cubicBezTo>
                    <a:pt x="7124" y="3137"/>
                    <a:pt x="5462" y="837"/>
                    <a:pt x="3837" y="637"/>
                  </a:cubicBezTo>
                  <a:cubicBezTo>
                    <a:pt x="2287" y="437"/>
                    <a:pt x="325" y="1450"/>
                    <a:pt x="201" y="3174"/>
                  </a:cubicBezTo>
                  <a:cubicBezTo>
                    <a:pt x="201" y="3299"/>
                    <a:pt x="1" y="3299"/>
                    <a:pt x="13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37"/>
            <p:cNvSpPr/>
            <p:nvPr/>
          </p:nvSpPr>
          <p:spPr>
            <a:xfrm>
              <a:off x="905750" y="4276625"/>
              <a:ext cx="73125" cy="77200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62" y="2600"/>
                  </a:moveTo>
                  <a:cubicBezTo>
                    <a:pt x="2025" y="3087"/>
                    <a:pt x="800" y="2738"/>
                    <a:pt x="388" y="1850"/>
                  </a:cubicBezTo>
                  <a:cubicBezTo>
                    <a:pt x="0" y="1026"/>
                    <a:pt x="613" y="101"/>
                    <a:pt x="1488" y="13"/>
                  </a:cubicBezTo>
                  <a:cubicBezTo>
                    <a:pt x="1588" y="1"/>
                    <a:pt x="1625" y="188"/>
                    <a:pt x="1513" y="213"/>
                  </a:cubicBezTo>
                  <a:cubicBezTo>
                    <a:pt x="700" y="351"/>
                    <a:pt x="200" y="1176"/>
                    <a:pt x="663" y="1925"/>
                  </a:cubicBezTo>
                  <a:cubicBezTo>
                    <a:pt x="1138" y="2613"/>
                    <a:pt x="2037" y="2838"/>
                    <a:pt x="2775" y="2463"/>
                  </a:cubicBezTo>
                  <a:cubicBezTo>
                    <a:pt x="2850" y="2425"/>
                    <a:pt x="2925" y="2538"/>
                    <a:pt x="2850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37"/>
            <p:cNvSpPr/>
            <p:nvPr/>
          </p:nvSpPr>
          <p:spPr>
            <a:xfrm>
              <a:off x="952300" y="42825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37"/>
            <p:cNvSpPr/>
            <p:nvPr/>
          </p:nvSpPr>
          <p:spPr>
            <a:xfrm>
              <a:off x="759550" y="4357225"/>
              <a:ext cx="206825" cy="103750"/>
            </a:xfrm>
            <a:custGeom>
              <a:avLst/>
              <a:gdLst/>
              <a:ahLst/>
              <a:cxnLst/>
              <a:rect l="l" t="t" r="r" b="b"/>
              <a:pathLst>
                <a:path w="8273" h="4150" extrusionOk="0">
                  <a:moveTo>
                    <a:pt x="8135" y="4137"/>
                  </a:moveTo>
                  <a:cubicBezTo>
                    <a:pt x="6998" y="3887"/>
                    <a:pt x="5936" y="3425"/>
                    <a:pt x="4986" y="2775"/>
                  </a:cubicBezTo>
                  <a:cubicBezTo>
                    <a:pt x="3537" y="1763"/>
                    <a:pt x="2062" y="1"/>
                    <a:pt x="175" y="1276"/>
                  </a:cubicBezTo>
                  <a:cubicBezTo>
                    <a:pt x="100" y="1326"/>
                    <a:pt x="0" y="1201"/>
                    <a:pt x="75" y="1138"/>
                  </a:cubicBezTo>
                  <a:cubicBezTo>
                    <a:pt x="837" y="451"/>
                    <a:pt x="1787" y="451"/>
                    <a:pt x="2699" y="851"/>
                  </a:cubicBezTo>
                  <a:cubicBezTo>
                    <a:pt x="3374" y="1151"/>
                    <a:pt x="3912" y="1676"/>
                    <a:pt x="4474" y="2125"/>
                  </a:cubicBezTo>
                  <a:cubicBezTo>
                    <a:pt x="5549" y="3013"/>
                    <a:pt x="6811" y="3650"/>
                    <a:pt x="8173" y="3975"/>
                  </a:cubicBezTo>
                  <a:cubicBezTo>
                    <a:pt x="8273" y="4000"/>
                    <a:pt x="8235" y="4150"/>
                    <a:pt x="8135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37"/>
            <p:cNvSpPr/>
            <p:nvPr/>
          </p:nvSpPr>
          <p:spPr>
            <a:xfrm>
              <a:off x="1020100" y="4375975"/>
              <a:ext cx="88425" cy="80000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3424" y="2888"/>
                  </a:moveTo>
                  <a:cubicBezTo>
                    <a:pt x="2550" y="3087"/>
                    <a:pt x="1700" y="3200"/>
                    <a:pt x="888" y="2713"/>
                  </a:cubicBezTo>
                  <a:cubicBezTo>
                    <a:pt x="363" y="2388"/>
                    <a:pt x="0" y="1875"/>
                    <a:pt x="100" y="1225"/>
                  </a:cubicBezTo>
                  <a:cubicBezTo>
                    <a:pt x="188" y="613"/>
                    <a:pt x="688" y="138"/>
                    <a:pt x="1312" y="63"/>
                  </a:cubicBezTo>
                  <a:cubicBezTo>
                    <a:pt x="1787" y="13"/>
                    <a:pt x="2462" y="176"/>
                    <a:pt x="2512" y="726"/>
                  </a:cubicBezTo>
                  <a:cubicBezTo>
                    <a:pt x="2525" y="813"/>
                    <a:pt x="2387" y="813"/>
                    <a:pt x="2375" y="726"/>
                  </a:cubicBezTo>
                  <a:cubicBezTo>
                    <a:pt x="2312" y="1"/>
                    <a:pt x="1100" y="263"/>
                    <a:pt x="775" y="488"/>
                  </a:cubicBezTo>
                  <a:cubicBezTo>
                    <a:pt x="288" y="838"/>
                    <a:pt x="138" y="1500"/>
                    <a:pt x="438" y="2025"/>
                  </a:cubicBezTo>
                  <a:cubicBezTo>
                    <a:pt x="1050" y="3037"/>
                    <a:pt x="2400" y="2937"/>
                    <a:pt x="3374" y="2713"/>
                  </a:cubicBezTo>
                  <a:cubicBezTo>
                    <a:pt x="3487" y="2688"/>
                    <a:pt x="3537" y="2863"/>
                    <a:pt x="3424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37"/>
            <p:cNvSpPr/>
            <p:nvPr/>
          </p:nvSpPr>
          <p:spPr>
            <a:xfrm>
              <a:off x="1130700" y="4386300"/>
              <a:ext cx="33450" cy="43450"/>
            </a:xfrm>
            <a:custGeom>
              <a:avLst/>
              <a:gdLst/>
              <a:ahLst/>
              <a:cxnLst/>
              <a:rect l="l" t="t" r="r" b="b"/>
              <a:pathLst>
                <a:path w="1338" h="1738" extrusionOk="0">
                  <a:moveTo>
                    <a:pt x="1237" y="1550"/>
                  </a:moveTo>
                  <a:cubicBezTo>
                    <a:pt x="700" y="1737"/>
                    <a:pt x="0" y="1412"/>
                    <a:pt x="75" y="762"/>
                  </a:cubicBezTo>
                  <a:cubicBezTo>
                    <a:pt x="125" y="338"/>
                    <a:pt x="825" y="0"/>
                    <a:pt x="1087" y="425"/>
                  </a:cubicBezTo>
                  <a:cubicBezTo>
                    <a:pt x="1162" y="538"/>
                    <a:pt x="987" y="637"/>
                    <a:pt x="912" y="525"/>
                  </a:cubicBezTo>
                  <a:cubicBezTo>
                    <a:pt x="800" y="463"/>
                    <a:pt x="662" y="438"/>
                    <a:pt x="537" y="488"/>
                  </a:cubicBezTo>
                  <a:cubicBezTo>
                    <a:pt x="263" y="712"/>
                    <a:pt x="213" y="937"/>
                    <a:pt x="388" y="1137"/>
                  </a:cubicBezTo>
                  <a:cubicBezTo>
                    <a:pt x="550" y="1450"/>
                    <a:pt x="887" y="1487"/>
                    <a:pt x="1200" y="1400"/>
                  </a:cubicBezTo>
                  <a:cubicBezTo>
                    <a:pt x="1300" y="1362"/>
                    <a:pt x="1337" y="1525"/>
                    <a:pt x="1237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37"/>
            <p:cNvSpPr/>
            <p:nvPr/>
          </p:nvSpPr>
          <p:spPr>
            <a:xfrm>
              <a:off x="740475" y="4377850"/>
              <a:ext cx="31900" cy="31900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38" y="351"/>
                  </a:moveTo>
                  <a:cubicBezTo>
                    <a:pt x="1275" y="713"/>
                    <a:pt x="813" y="1275"/>
                    <a:pt x="413" y="950"/>
                  </a:cubicBezTo>
                  <a:cubicBezTo>
                    <a:pt x="1" y="626"/>
                    <a:pt x="476" y="1"/>
                    <a:pt x="888" y="301"/>
                  </a:cubicBezTo>
                  <a:cubicBezTo>
                    <a:pt x="950" y="351"/>
                    <a:pt x="900" y="463"/>
                    <a:pt x="813" y="451"/>
                  </a:cubicBezTo>
                  <a:lnTo>
                    <a:pt x="813" y="451"/>
                  </a:lnTo>
                  <a:cubicBezTo>
                    <a:pt x="776" y="376"/>
                    <a:pt x="875" y="276"/>
                    <a:pt x="950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37"/>
            <p:cNvSpPr/>
            <p:nvPr/>
          </p:nvSpPr>
          <p:spPr>
            <a:xfrm>
              <a:off x="816075" y="4313800"/>
              <a:ext cx="77825" cy="113125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2963" y="4462"/>
                  </a:moveTo>
                  <a:cubicBezTo>
                    <a:pt x="1563" y="3363"/>
                    <a:pt x="538" y="1850"/>
                    <a:pt x="26" y="151"/>
                  </a:cubicBezTo>
                  <a:cubicBezTo>
                    <a:pt x="1" y="63"/>
                    <a:pt x="138" y="1"/>
                    <a:pt x="188" y="88"/>
                  </a:cubicBezTo>
                  <a:cubicBezTo>
                    <a:pt x="926" y="1700"/>
                    <a:pt x="1700" y="3188"/>
                    <a:pt x="3050" y="4375"/>
                  </a:cubicBezTo>
                  <a:cubicBezTo>
                    <a:pt x="3113" y="4437"/>
                    <a:pt x="3025" y="4525"/>
                    <a:pt x="29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37"/>
            <p:cNvSpPr/>
            <p:nvPr/>
          </p:nvSpPr>
          <p:spPr>
            <a:xfrm>
              <a:off x="799850" y="4293200"/>
              <a:ext cx="30950" cy="32500"/>
            </a:xfrm>
            <a:custGeom>
              <a:avLst/>
              <a:gdLst/>
              <a:ahLst/>
              <a:cxnLst/>
              <a:rect l="l" t="t" r="r" b="b"/>
              <a:pathLst>
                <a:path w="1238" h="1300" extrusionOk="0">
                  <a:moveTo>
                    <a:pt x="737" y="800"/>
                  </a:moveTo>
                  <a:lnTo>
                    <a:pt x="737" y="737"/>
                  </a:lnTo>
                  <a:cubicBezTo>
                    <a:pt x="812" y="662"/>
                    <a:pt x="925" y="750"/>
                    <a:pt x="875" y="850"/>
                  </a:cubicBezTo>
                  <a:cubicBezTo>
                    <a:pt x="637" y="1300"/>
                    <a:pt x="0" y="750"/>
                    <a:pt x="350" y="375"/>
                  </a:cubicBezTo>
                  <a:cubicBezTo>
                    <a:pt x="687" y="0"/>
                    <a:pt x="1237" y="550"/>
                    <a:pt x="850" y="912"/>
                  </a:cubicBezTo>
                  <a:cubicBezTo>
                    <a:pt x="762" y="975"/>
                    <a:pt x="675" y="875"/>
                    <a:pt x="725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37"/>
            <p:cNvSpPr/>
            <p:nvPr/>
          </p:nvSpPr>
          <p:spPr>
            <a:xfrm>
              <a:off x="848575" y="4298825"/>
              <a:ext cx="5650" cy="9375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13" y="263"/>
                  </a:moveTo>
                  <a:cubicBezTo>
                    <a:pt x="1" y="188"/>
                    <a:pt x="26" y="113"/>
                    <a:pt x="76" y="63"/>
                  </a:cubicBezTo>
                  <a:cubicBezTo>
                    <a:pt x="113" y="0"/>
                    <a:pt x="226" y="13"/>
                    <a:pt x="226" y="100"/>
                  </a:cubicBezTo>
                  <a:cubicBezTo>
                    <a:pt x="213" y="150"/>
                    <a:pt x="213" y="213"/>
                    <a:pt x="213" y="263"/>
                  </a:cubicBezTo>
                  <a:cubicBezTo>
                    <a:pt x="201" y="375"/>
                    <a:pt x="38" y="375"/>
                    <a:pt x="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37"/>
            <p:cNvSpPr/>
            <p:nvPr/>
          </p:nvSpPr>
          <p:spPr>
            <a:xfrm>
              <a:off x="980725" y="4331300"/>
              <a:ext cx="10025" cy="690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88" y="88"/>
                  </a:moveTo>
                  <a:cubicBezTo>
                    <a:pt x="151" y="51"/>
                    <a:pt x="226" y="26"/>
                    <a:pt x="301" y="13"/>
                  </a:cubicBezTo>
                  <a:cubicBezTo>
                    <a:pt x="351" y="1"/>
                    <a:pt x="401" y="63"/>
                    <a:pt x="351" y="113"/>
                  </a:cubicBezTo>
                  <a:cubicBezTo>
                    <a:pt x="301" y="176"/>
                    <a:pt x="226" y="226"/>
                    <a:pt x="151" y="251"/>
                  </a:cubicBezTo>
                  <a:cubicBezTo>
                    <a:pt x="63" y="276"/>
                    <a:pt x="1" y="138"/>
                    <a:pt x="8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37"/>
            <p:cNvSpPr/>
            <p:nvPr/>
          </p:nvSpPr>
          <p:spPr>
            <a:xfrm>
              <a:off x="839525" y="4440350"/>
              <a:ext cx="156850" cy="27825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6174" y="1100"/>
                  </a:moveTo>
                  <a:cubicBezTo>
                    <a:pt x="5311" y="1112"/>
                    <a:pt x="4449" y="1025"/>
                    <a:pt x="3612" y="850"/>
                  </a:cubicBezTo>
                  <a:cubicBezTo>
                    <a:pt x="2462" y="625"/>
                    <a:pt x="1337" y="175"/>
                    <a:pt x="163" y="500"/>
                  </a:cubicBezTo>
                  <a:cubicBezTo>
                    <a:pt x="38" y="525"/>
                    <a:pt x="0" y="362"/>
                    <a:pt x="113" y="313"/>
                  </a:cubicBezTo>
                  <a:cubicBezTo>
                    <a:pt x="900" y="0"/>
                    <a:pt x="1625" y="163"/>
                    <a:pt x="2437" y="337"/>
                  </a:cubicBezTo>
                  <a:cubicBezTo>
                    <a:pt x="3674" y="612"/>
                    <a:pt x="4899" y="862"/>
                    <a:pt x="6174" y="925"/>
                  </a:cubicBezTo>
                  <a:cubicBezTo>
                    <a:pt x="6274" y="937"/>
                    <a:pt x="6274" y="1087"/>
                    <a:pt x="6174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37"/>
            <p:cNvSpPr/>
            <p:nvPr/>
          </p:nvSpPr>
          <p:spPr>
            <a:xfrm>
              <a:off x="817950" y="4437225"/>
              <a:ext cx="33150" cy="31250"/>
            </a:xfrm>
            <a:custGeom>
              <a:avLst/>
              <a:gdLst/>
              <a:ahLst/>
              <a:cxnLst/>
              <a:rect l="l" t="t" r="r" b="b"/>
              <a:pathLst>
                <a:path w="1326" h="1250" extrusionOk="0">
                  <a:moveTo>
                    <a:pt x="876" y="550"/>
                  </a:moveTo>
                  <a:lnTo>
                    <a:pt x="763" y="587"/>
                  </a:lnTo>
                  <a:cubicBezTo>
                    <a:pt x="713" y="512"/>
                    <a:pt x="763" y="413"/>
                    <a:pt x="851" y="425"/>
                  </a:cubicBezTo>
                  <a:cubicBezTo>
                    <a:pt x="1326" y="587"/>
                    <a:pt x="851" y="1250"/>
                    <a:pt x="476" y="1012"/>
                  </a:cubicBezTo>
                  <a:cubicBezTo>
                    <a:pt x="1" y="712"/>
                    <a:pt x="551" y="0"/>
                    <a:pt x="976" y="438"/>
                  </a:cubicBezTo>
                  <a:cubicBezTo>
                    <a:pt x="1038" y="500"/>
                    <a:pt x="963" y="600"/>
                    <a:pt x="876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37"/>
            <p:cNvSpPr/>
            <p:nvPr/>
          </p:nvSpPr>
          <p:spPr>
            <a:xfrm>
              <a:off x="773900" y="4388175"/>
              <a:ext cx="72825" cy="2250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2813" y="263"/>
                  </a:moveTo>
                  <a:cubicBezTo>
                    <a:pt x="2500" y="562"/>
                    <a:pt x="2113" y="750"/>
                    <a:pt x="1688" y="800"/>
                  </a:cubicBezTo>
                  <a:cubicBezTo>
                    <a:pt x="1226" y="862"/>
                    <a:pt x="526" y="900"/>
                    <a:pt x="113" y="637"/>
                  </a:cubicBezTo>
                  <a:cubicBezTo>
                    <a:pt x="1" y="575"/>
                    <a:pt x="63" y="413"/>
                    <a:pt x="188" y="438"/>
                  </a:cubicBezTo>
                  <a:cubicBezTo>
                    <a:pt x="976" y="637"/>
                    <a:pt x="2013" y="687"/>
                    <a:pt x="2650" y="100"/>
                  </a:cubicBezTo>
                  <a:cubicBezTo>
                    <a:pt x="2763" y="0"/>
                    <a:pt x="2913" y="163"/>
                    <a:pt x="2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37"/>
            <p:cNvSpPr/>
            <p:nvPr/>
          </p:nvSpPr>
          <p:spPr>
            <a:xfrm>
              <a:off x="774525" y="4381600"/>
              <a:ext cx="70650" cy="23450"/>
            </a:xfrm>
            <a:custGeom>
              <a:avLst/>
              <a:gdLst/>
              <a:ahLst/>
              <a:cxnLst/>
              <a:rect l="l" t="t" r="r" b="b"/>
              <a:pathLst>
                <a:path w="2826" h="938" extrusionOk="0">
                  <a:moveTo>
                    <a:pt x="63" y="738"/>
                  </a:moveTo>
                  <a:cubicBezTo>
                    <a:pt x="588" y="51"/>
                    <a:pt x="2013" y="1"/>
                    <a:pt x="2725" y="376"/>
                  </a:cubicBezTo>
                  <a:cubicBezTo>
                    <a:pt x="2825" y="426"/>
                    <a:pt x="2750" y="563"/>
                    <a:pt x="2650" y="551"/>
                  </a:cubicBezTo>
                  <a:cubicBezTo>
                    <a:pt x="1938" y="438"/>
                    <a:pt x="776" y="176"/>
                    <a:pt x="213" y="850"/>
                  </a:cubicBezTo>
                  <a:cubicBezTo>
                    <a:pt x="151" y="938"/>
                    <a:pt x="1" y="825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37"/>
            <p:cNvSpPr/>
            <p:nvPr/>
          </p:nvSpPr>
          <p:spPr>
            <a:xfrm>
              <a:off x="927300" y="4396600"/>
              <a:ext cx="17850" cy="55950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301" y="2087"/>
                  </a:moveTo>
                  <a:cubicBezTo>
                    <a:pt x="476" y="1450"/>
                    <a:pt x="376" y="775"/>
                    <a:pt x="51" y="213"/>
                  </a:cubicBezTo>
                  <a:cubicBezTo>
                    <a:pt x="1" y="101"/>
                    <a:pt x="163" y="1"/>
                    <a:pt x="238" y="101"/>
                  </a:cubicBezTo>
                  <a:cubicBezTo>
                    <a:pt x="626" y="713"/>
                    <a:pt x="713" y="1450"/>
                    <a:pt x="476" y="2137"/>
                  </a:cubicBezTo>
                  <a:cubicBezTo>
                    <a:pt x="438" y="2237"/>
                    <a:pt x="288" y="2200"/>
                    <a:pt x="301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37"/>
            <p:cNvSpPr/>
            <p:nvPr/>
          </p:nvSpPr>
          <p:spPr>
            <a:xfrm>
              <a:off x="922000" y="4396600"/>
              <a:ext cx="15950" cy="54375"/>
            </a:xfrm>
            <a:custGeom>
              <a:avLst/>
              <a:gdLst/>
              <a:ahLst/>
              <a:cxnLst/>
              <a:rect l="l" t="t" r="r" b="b"/>
              <a:pathLst>
                <a:path w="638" h="2175" extrusionOk="0">
                  <a:moveTo>
                    <a:pt x="450" y="188"/>
                  </a:moveTo>
                  <a:cubicBezTo>
                    <a:pt x="313" y="550"/>
                    <a:pt x="275" y="950"/>
                    <a:pt x="338" y="1338"/>
                  </a:cubicBezTo>
                  <a:cubicBezTo>
                    <a:pt x="375" y="1613"/>
                    <a:pt x="525" y="1788"/>
                    <a:pt x="625" y="2038"/>
                  </a:cubicBezTo>
                  <a:cubicBezTo>
                    <a:pt x="638" y="2075"/>
                    <a:pt x="613" y="2112"/>
                    <a:pt x="563" y="2125"/>
                  </a:cubicBezTo>
                  <a:cubicBezTo>
                    <a:pt x="275" y="2175"/>
                    <a:pt x="163" y="1850"/>
                    <a:pt x="113" y="1613"/>
                  </a:cubicBezTo>
                  <a:cubicBezTo>
                    <a:pt x="0" y="1113"/>
                    <a:pt x="38" y="600"/>
                    <a:pt x="238" y="126"/>
                  </a:cubicBezTo>
                  <a:cubicBezTo>
                    <a:pt x="288" y="1"/>
                    <a:pt x="500" y="51"/>
                    <a:pt x="45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37"/>
            <p:cNvSpPr/>
            <p:nvPr/>
          </p:nvSpPr>
          <p:spPr>
            <a:xfrm>
              <a:off x="1194425" y="4364725"/>
              <a:ext cx="82825" cy="26900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3187" y="926"/>
                  </a:moveTo>
                  <a:cubicBezTo>
                    <a:pt x="2175" y="1076"/>
                    <a:pt x="800" y="926"/>
                    <a:pt x="50" y="163"/>
                  </a:cubicBezTo>
                  <a:cubicBezTo>
                    <a:pt x="0" y="113"/>
                    <a:pt x="50" y="1"/>
                    <a:pt x="125" y="26"/>
                  </a:cubicBezTo>
                  <a:cubicBezTo>
                    <a:pt x="600" y="188"/>
                    <a:pt x="1013" y="476"/>
                    <a:pt x="1500" y="601"/>
                  </a:cubicBezTo>
                  <a:cubicBezTo>
                    <a:pt x="2037" y="738"/>
                    <a:pt x="2600" y="776"/>
                    <a:pt x="3150" y="713"/>
                  </a:cubicBezTo>
                  <a:cubicBezTo>
                    <a:pt x="3275" y="701"/>
                    <a:pt x="3312" y="913"/>
                    <a:pt x="3187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37"/>
            <p:cNvSpPr/>
            <p:nvPr/>
          </p:nvSpPr>
          <p:spPr>
            <a:xfrm>
              <a:off x="1194425" y="4355975"/>
              <a:ext cx="100625" cy="30975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138" y="238"/>
                  </a:moveTo>
                  <a:cubicBezTo>
                    <a:pt x="763" y="126"/>
                    <a:pt x="1413" y="1"/>
                    <a:pt x="2050" y="101"/>
                  </a:cubicBezTo>
                  <a:cubicBezTo>
                    <a:pt x="2737" y="201"/>
                    <a:pt x="3312" y="551"/>
                    <a:pt x="3887" y="926"/>
                  </a:cubicBezTo>
                  <a:cubicBezTo>
                    <a:pt x="4024" y="1013"/>
                    <a:pt x="3899" y="1238"/>
                    <a:pt x="3749" y="1151"/>
                  </a:cubicBezTo>
                  <a:cubicBezTo>
                    <a:pt x="3287" y="838"/>
                    <a:pt x="2800" y="526"/>
                    <a:pt x="2237" y="388"/>
                  </a:cubicBezTo>
                  <a:cubicBezTo>
                    <a:pt x="1575" y="226"/>
                    <a:pt x="863" y="338"/>
                    <a:pt x="200" y="451"/>
                  </a:cubicBezTo>
                  <a:cubicBezTo>
                    <a:pt x="63" y="463"/>
                    <a:pt x="0" y="263"/>
                    <a:pt x="13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37"/>
            <p:cNvSpPr/>
            <p:nvPr/>
          </p:nvSpPr>
          <p:spPr>
            <a:xfrm>
              <a:off x="593025" y="3689900"/>
              <a:ext cx="199650" cy="551150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3487" y="88"/>
                  </a:moveTo>
                  <a:cubicBezTo>
                    <a:pt x="4799" y="1426"/>
                    <a:pt x="5286" y="2938"/>
                    <a:pt x="5074" y="4837"/>
                  </a:cubicBezTo>
                  <a:cubicBezTo>
                    <a:pt x="4899" y="6237"/>
                    <a:pt x="4287" y="7487"/>
                    <a:pt x="3749" y="8761"/>
                  </a:cubicBezTo>
                  <a:cubicBezTo>
                    <a:pt x="1875" y="13235"/>
                    <a:pt x="0" y="21470"/>
                    <a:pt x="7773" y="21808"/>
                  </a:cubicBezTo>
                  <a:cubicBezTo>
                    <a:pt x="7861" y="21808"/>
                    <a:pt x="7861" y="21933"/>
                    <a:pt x="7773" y="21945"/>
                  </a:cubicBezTo>
                  <a:cubicBezTo>
                    <a:pt x="4737" y="22045"/>
                    <a:pt x="2400" y="20071"/>
                    <a:pt x="1700" y="17084"/>
                  </a:cubicBezTo>
                  <a:cubicBezTo>
                    <a:pt x="388" y="11435"/>
                    <a:pt x="7986" y="5012"/>
                    <a:pt x="3349" y="213"/>
                  </a:cubicBezTo>
                  <a:cubicBezTo>
                    <a:pt x="3274" y="138"/>
                    <a:pt x="3399" y="1"/>
                    <a:pt x="34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37"/>
            <p:cNvSpPr/>
            <p:nvPr/>
          </p:nvSpPr>
          <p:spPr>
            <a:xfrm>
              <a:off x="770150" y="4055125"/>
              <a:ext cx="121575" cy="180925"/>
            </a:xfrm>
            <a:custGeom>
              <a:avLst/>
              <a:gdLst/>
              <a:ahLst/>
              <a:cxnLst/>
              <a:rect l="l" t="t" r="r" b="b"/>
              <a:pathLst>
                <a:path w="4863" h="7237" extrusionOk="0">
                  <a:moveTo>
                    <a:pt x="1688" y="7036"/>
                  </a:moveTo>
                  <a:cubicBezTo>
                    <a:pt x="3413" y="6911"/>
                    <a:pt x="4425" y="4949"/>
                    <a:pt x="4225" y="3400"/>
                  </a:cubicBezTo>
                  <a:cubicBezTo>
                    <a:pt x="4025" y="1775"/>
                    <a:pt x="1725" y="113"/>
                    <a:pt x="201" y="1513"/>
                  </a:cubicBezTo>
                  <a:cubicBezTo>
                    <a:pt x="126" y="1588"/>
                    <a:pt x="1" y="1463"/>
                    <a:pt x="88" y="1388"/>
                  </a:cubicBezTo>
                  <a:cubicBezTo>
                    <a:pt x="1338" y="1"/>
                    <a:pt x="3875" y="1313"/>
                    <a:pt x="4325" y="2825"/>
                  </a:cubicBezTo>
                  <a:cubicBezTo>
                    <a:pt x="4862" y="4637"/>
                    <a:pt x="3700" y="7086"/>
                    <a:pt x="1688" y="7224"/>
                  </a:cubicBezTo>
                  <a:cubicBezTo>
                    <a:pt x="1563" y="7236"/>
                    <a:pt x="1563" y="7049"/>
                    <a:pt x="1688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37"/>
            <p:cNvSpPr/>
            <p:nvPr/>
          </p:nvSpPr>
          <p:spPr>
            <a:xfrm>
              <a:off x="748600" y="4108250"/>
              <a:ext cx="77200" cy="73425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625" y="163"/>
                  </a:moveTo>
                  <a:cubicBezTo>
                    <a:pt x="251" y="900"/>
                    <a:pt x="476" y="1800"/>
                    <a:pt x="1163" y="2274"/>
                  </a:cubicBezTo>
                  <a:cubicBezTo>
                    <a:pt x="1913" y="2749"/>
                    <a:pt x="2750" y="2237"/>
                    <a:pt x="2887" y="1425"/>
                  </a:cubicBezTo>
                  <a:cubicBezTo>
                    <a:pt x="2900" y="1325"/>
                    <a:pt x="3087" y="1337"/>
                    <a:pt x="3075" y="1450"/>
                  </a:cubicBezTo>
                  <a:cubicBezTo>
                    <a:pt x="3000" y="2324"/>
                    <a:pt x="2075" y="2937"/>
                    <a:pt x="1250" y="2549"/>
                  </a:cubicBezTo>
                  <a:cubicBezTo>
                    <a:pt x="351" y="2137"/>
                    <a:pt x="1" y="912"/>
                    <a:pt x="501" y="75"/>
                  </a:cubicBezTo>
                  <a:cubicBezTo>
                    <a:pt x="550" y="0"/>
                    <a:pt x="663" y="75"/>
                    <a:pt x="6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37"/>
            <p:cNvSpPr/>
            <p:nvPr/>
          </p:nvSpPr>
          <p:spPr>
            <a:xfrm>
              <a:off x="819525" y="4135100"/>
              <a:ext cx="325" cy="350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13" y="1"/>
                  </a:moveTo>
                  <a:lnTo>
                    <a:pt x="13" y="13"/>
                  </a:lnTo>
                  <a:cubicBezTo>
                    <a:pt x="13" y="13"/>
                    <a:pt x="0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37"/>
            <p:cNvSpPr/>
            <p:nvPr/>
          </p:nvSpPr>
          <p:spPr>
            <a:xfrm>
              <a:off x="641450" y="4121350"/>
              <a:ext cx="103750" cy="206550"/>
            </a:xfrm>
            <a:custGeom>
              <a:avLst/>
              <a:gdLst/>
              <a:ahLst/>
              <a:cxnLst/>
              <a:rect l="l" t="t" r="r" b="b"/>
              <a:pathLst>
                <a:path w="4150" h="8262" extrusionOk="0">
                  <a:moveTo>
                    <a:pt x="163" y="101"/>
                  </a:moveTo>
                  <a:cubicBezTo>
                    <a:pt x="450" y="1288"/>
                    <a:pt x="975" y="2400"/>
                    <a:pt x="1712" y="3375"/>
                  </a:cubicBezTo>
                  <a:cubicBezTo>
                    <a:pt x="2237" y="4087"/>
                    <a:pt x="2937" y="4737"/>
                    <a:pt x="3299" y="5562"/>
                  </a:cubicBezTo>
                  <a:cubicBezTo>
                    <a:pt x="3699" y="6474"/>
                    <a:pt x="3699" y="7436"/>
                    <a:pt x="3012" y="8199"/>
                  </a:cubicBezTo>
                  <a:cubicBezTo>
                    <a:pt x="2949" y="8261"/>
                    <a:pt x="2825" y="8174"/>
                    <a:pt x="2875" y="8086"/>
                  </a:cubicBezTo>
                  <a:cubicBezTo>
                    <a:pt x="4149" y="6212"/>
                    <a:pt x="2387" y="4725"/>
                    <a:pt x="1375" y="3275"/>
                  </a:cubicBezTo>
                  <a:cubicBezTo>
                    <a:pt x="725" y="2325"/>
                    <a:pt x="263" y="1263"/>
                    <a:pt x="13" y="138"/>
                  </a:cubicBezTo>
                  <a:cubicBezTo>
                    <a:pt x="0" y="38"/>
                    <a:pt x="138" y="1"/>
                    <a:pt x="1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37"/>
            <p:cNvSpPr/>
            <p:nvPr/>
          </p:nvSpPr>
          <p:spPr>
            <a:xfrm>
              <a:off x="646450" y="3978900"/>
              <a:ext cx="81250" cy="88750"/>
            </a:xfrm>
            <a:custGeom>
              <a:avLst/>
              <a:gdLst/>
              <a:ahLst/>
              <a:cxnLst/>
              <a:rect l="l" t="t" r="r" b="b"/>
              <a:pathLst>
                <a:path w="3250" h="3550" extrusionOk="0">
                  <a:moveTo>
                    <a:pt x="488" y="163"/>
                  </a:moveTo>
                  <a:cubicBezTo>
                    <a:pt x="263" y="1138"/>
                    <a:pt x="163" y="2500"/>
                    <a:pt x="1175" y="3112"/>
                  </a:cubicBezTo>
                  <a:cubicBezTo>
                    <a:pt x="1650" y="3375"/>
                    <a:pt x="2237" y="3287"/>
                    <a:pt x="2625" y="2900"/>
                  </a:cubicBezTo>
                  <a:cubicBezTo>
                    <a:pt x="2924" y="2575"/>
                    <a:pt x="3249" y="1250"/>
                    <a:pt x="2475" y="1163"/>
                  </a:cubicBezTo>
                  <a:cubicBezTo>
                    <a:pt x="2387" y="1163"/>
                    <a:pt x="2387" y="1025"/>
                    <a:pt x="2475" y="1038"/>
                  </a:cubicBezTo>
                  <a:cubicBezTo>
                    <a:pt x="3012" y="1088"/>
                    <a:pt x="3187" y="1762"/>
                    <a:pt x="3137" y="2237"/>
                  </a:cubicBezTo>
                  <a:cubicBezTo>
                    <a:pt x="3062" y="2850"/>
                    <a:pt x="2587" y="3350"/>
                    <a:pt x="1975" y="3450"/>
                  </a:cubicBezTo>
                  <a:cubicBezTo>
                    <a:pt x="1325" y="3550"/>
                    <a:pt x="813" y="3187"/>
                    <a:pt x="488" y="2650"/>
                  </a:cubicBezTo>
                  <a:cubicBezTo>
                    <a:pt x="0" y="1850"/>
                    <a:pt x="113" y="988"/>
                    <a:pt x="313" y="113"/>
                  </a:cubicBezTo>
                  <a:cubicBezTo>
                    <a:pt x="338" y="0"/>
                    <a:pt x="513" y="50"/>
                    <a:pt x="488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37"/>
            <p:cNvSpPr/>
            <p:nvPr/>
          </p:nvSpPr>
          <p:spPr>
            <a:xfrm>
              <a:off x="672675" y="3923300"/>
              <a:ext cx="43775" cy="33450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351" y="150"/>
                  </a:moveTo>
                  <a:cubicBezTo>
                    <a:pt x="263" y="462"/>
                    <a:pt x="301" y="787"/>
                    <a:pt x="613" y="962"/>
                  </a:cubicBezTo>
                  <a:cubicBezTo>
                    <a:pt x="813" y="1137"/>
                    <a:pt x="1026" y="1087"/>
                    <a:pt x="1263" y="800"/>
                  </a:cubicBezTo>
                  <a:cubicBezTo>
                    <a:pt x="1301" y="675"/>
                    <a:pt x="1288" y="537"/>
                    <a:pt x="1213" y="425"/>
                  </a:cubicBezTo>
                  <a:cubicBezTo>
                    <a:pt x="1101" y="350"/>
                    <a:pt x="1201" y="175"/>
                    <a:pt x="1326" y="250"/>
                  </a:cubicBezTo>
                  <a:cubicBezTo>
                    <a:pt x="1750" y="512"/>
                    <a:pt x="1413" y="1212"/>
                    <a:pt x="976" y="1262"/>
                  </a:cubicBezTo>
                  <a:cubicBezTo>
                    <a:pt x="326" y="1337"/>
                    <a:pt x="1" y="637"/>
                    <a:pt x="201" y="100"/>
                  </a:cubicBezTo>
                  <a:cubicBezTo>
                    <a:pt x="226" y="0"/>
                    <a:pt x="376" y="38"/>
                    <a:pt x="351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37"/>
            <p:cNvSpPr/>
            <p:nvPr/>
          </p:nvSpPr>
          <p:spPr>
            <a:xfrm>
              <a:off x="692375" y="4315375"/>
              <a:ext cx="32200" cy="31900"/>
            </a:xfrm>
            <a:custGeom>
              <a:avLst/>
              <a:gdLst/>
              <a:ahLst/>
              <a:cxnLst/>
              <a:rect l="l" t="t" r="r" b="b"/>
              <a:pathLst>
                <a:path w="1288" h="1276" extrusionOk="0">
                  <a:moveTo>
                    <a:pt x="838" y="463"/>
                  </a:moveTo>
                  <a:lnTo>
                    <a:pt x="838" y="463"/>
                  </a:lnTo>
                  <a:cubicBezTo>
                    <a:pt x="825" y="375"/>
                    <a:pt x="937" y="325"/>
                    <a:pt x="987" y="388"/>
                  </a:cubicBezTo>
                  <a:cubicBezTo>
                    <a:pt x="1287" y="800"/>
                    <a:pt x="663" y="1275"/>
                    <a:pt x="338" y="863"/>
                  </a:cubicBezTo>
                  <a:cubicBezTo>
                    <a:pt x="0" y="438"/>
                    <a:pt x="575" y="0"/>
                    <a:pt x="937" y="325"/>
                  </a:cubicBezTo>
                  <a:cubicBezTo>
                    <a:pt x="1012" y="388"/>
                    <a:pt x="912" y="488"/>
                    <a:pt x="8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37"/>
            <p:cNvSpPr/>
            <p:nvPr/>
          </p:nvSpPr>
          <p:spPr>
            <a:xfrm>
              <a:off x="675500" y="4193850"/>
              <a:ext cx="113125" cy="7750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0" y="50"/>
                  </a:moveTo>
                  <a:cubicBezTo>
                    <a:pt x="1338" y="1412"/>
                    <a:pt x="2825" y="2175"/>
                    <a:pt x="4437" y="2924"/>
                  </a:cubicBezTo>
                  <a:cubicBezTo>
                    <a:pt x="4524" y="2962"/>
                    <a:pt x="4462" y="3099"/>
                    <a:pt x="4374" y="3074"/>
                  </a:cubicBezTo>
                  <a:cubicBezTo>
                    <a:pt x="2675" y="2562"/>
                    <a:pt x="1163" y="1550"/>
                    <a:pt x="63" y="150"/>
                  </a:cubicBezTo>
                  <a:cubicBezTo>
                    <a:pt x="0" y="88"/>
                    <a:pt x="100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37"/>
            <p:cNvSpPr/>
            <p:nvPr/>
          </p:nvSpPr>
          <p:spPr>
            <a:xfrm>
              <a:off x="776725" y="4256950"/>
              <a:ext cx="32525" cy="3095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388"/>
                  </a:moveTo>
                  <a:cubicBezTo>
                    <a:pt x="750" y="1"/>
                    <a:pt x="1300" y="538"/>
                    <a:pt x="925" y="888"/>
                  </a:cubicBezTo>
                  <a:cubicBezTo>
                    <a:pt x="550" y="1238"/>
                    <a:pt x="0" y="600"/>
                    <a:pt x="450" y="350"/>
                  </a:cubicBezTo>
                  <a:cubicBezTo>
                    <a:pt x="550" y="313"/>
                    <a:pt x="638" y="425"/>
                    <a:pt x="563" y="500"/>
                  </a:cubicBezTo>
                  <a:lnTo>
                    <a:pt x="500" y="500"/>
                  </a:lnTo>
                  <a:cubicBezTo>
                    <a:pt x="425" y="563"/>
                    <a:pt x="325" y="463"/>
                    <a:pt x="388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37"/>
            <p:cNvSpPr/>
            <p:nvPr/>
          </p:nvSpPr>
          <p:spPr>
            <a:xfrm>
              <a:off x="793900" y="4233200"/>
              <a:ext cx="9725" cy="5975"/>
            </a:xfrm>
            <a:custGeom>
              <a:avLst/>
              <a:gdLst/>
              <a:ahLst/>
              <a:cxnLst/>
              <a:rect l="l" t="t" r="r" b="b"/>
              <a:pathLst>
                <a:path w="389" h="239" extrusionOk="0">
                  <a:moveTo>
                    <a:pt x="126" y="26"/>
                  </a:moveTo>
                  <a:cubicBezTo>
                    <a:pt x="176" y="26"/>
                    <a:pt x="238" y="13"/>
                    <a:pt x="288" y="13"/>
                  </a:cubicBezTo>
                  <a:cubicBezTo>
                    <a:pt x="376" y="1"/>
                    <a:pt x="388" y="113"/>
                    <a:pt x="338" y="163"/>
                  </a:cubicBezTo>
                  <a:cubicBezTo>
                    <a:pt x="276" y="213"/>
                    <a:pt x="201" y="238"/>
                    <a:pt x="126" y="226"/>
                  </a:cubicBezTo>
                  <a:cubicBezTo>
                    <a:pt x="1" y="226"/>
                    <a:pt x="1" y="26"/>
                    <a:pt x="126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37"/>
            <p:cNvSpPr/>
            <p:nvPr/>
          </p:nvSpPr>
          <p:spPr>
            <a:xfrm>
              <a:off x="764225" y="4097000"/>
              <a:ext cx="6900" cy="10025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5" y="250"/>
                  </a:moveTo>
                  <a:cubicBezTo>
                    <a:pt x="50" y="163"/>
                    <a:pt x="100" y="88"/>
                    <a:pt x="163" y="38"/>
                  </a:cubicBezTo>
                  <a:cubicBezTo>
                    <a:pt x="213" y="0"/>
                    <a:pt x="275" y="38"/>
                    <a:pt x="263" y="100"/>
                  </a:cubicBezTo>
                  <a:cubicBezTo>
                    <a:pt x="250" y="175"/>
                    <a:pt x="225" y="250"/>
                    <a:pt x="188" y="313"/>
                  </a:cubicBezTo>
                  <a:cubicBezTo>
                    <a:pt x="138" y="400"/>
                    <a:pt x="0" y="338"/>
                    <a:pt x="25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37"/>
            <p:cNvSpPr/>
            <p:nvPr/>
          </p:nvSpPr>
          <p:spPr>
            <a:xfrm>
              <a:off x="634250" y="4091375"/>
              <a:ext cx="27850" cy="156850"/>
            </a:xfrm>
            <a:custGeom>
              <a:avLst/>
              <a:gdLst/>
              <a:ahLst/>
              <a:cxnLst/>
              <a:rect l="l" t="t" r="r" b="b"/>
              <a:pathLst>
                <a:path w="1114" h="6274" extrusionOk="0">
                  <a:moveTo>
                    <a:pt x="188" y="100"/>
                  </a:moveTo>
                  <a:cubicBezTo>
                    <a:pt x="251" y="1375"/>
                    <a:pt x="501" y="2600"/>
                    <a:pt x="776" y="3837"/>
                  </a:cubicBezTo>
                  <a:cubicBezTo>
                    <a:pt x="963" y="4649"/>
                    <a:pt x="1113" y="5361"/>
                    <a:pt x="801" y="6161"/>
                  </a:cubicBezTo>
                  <a:cubicBezTo>
                    <a:pt x="751" y="6274"/>
                    <a:pt x="588" y="6236"/>
                    <a:pt x="613" y="6111"/>
                  </a:cubicBezTo>
                  <a:cubicBezTo>
                    <a:pt x="926" y="4936"/>
                    <a:pt x="488" y="3812"/>
                    <a:pt x="263" y="2650"/>
                  </a:cubicBezTo>
                  <a:cubicBezTo>
                    <a:pt x="88" y="1812"/>
                    <a:pt x="1" y="963"/>
                    <a:pt x="13" y="100"/>
                  </a:cubicBezTo>
                  <a:cubicBezTo>
                    <a:pt x="26" y="0"/>
                    <a:pt x="176" y="0"/>
                    <a:pt x="18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37"/>
            <p:cNvSpPr/>
            <p:nvPr/>
          </p:nvSpPr>
          <p:spPr>
            <a:xfrm>
              <a:off x="634250" y="4236325"/>
              <a:ext cx="31275" cy="33150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813" y="351"/>
                  </a:moveTo>
                  <a:cubicBezTo>
                    <a:pt x="1251" y="776"/>
                    <a:pt x="526" y="1325"/>
                    <a:pt x="238" y="851"/>
                  </a:cubicBezTo>
                  <a:cubicBezTo>
                    <a:pt x="1" y="476"/>
                    <a:pt x="663" y="1"/>
                    <a:pt x="813" y="476"/>
                  </a:cubicBezTo>
                  <a:cubicBezTo>
                    <a:pt x="826" y="563"/>
                    <a:pt x="726" y="626"/>
                    <a:pt x="663" y="563"/>
                  </a:cubicBezTo>
                  <a:lnTo>
                    <a:pt x="688" y="451"/>
                  </a:lnTo>
                  <a:cubicBezTo>
                    <a:pt x="638" y="363"/>
                    <a:pt x="751" y="276"/>
                    <a:pt x="813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37"/>
            <p:cNvSpPr/>
            <p:nvPr/>
          </p:nvSpPr>
          <p:spPr>
            <a:xfrm>
              <a:off x="691750" y="4241025"/>
              <a:ext cx="22525" cy="72800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0" y="263"/>
                  </a:moveTo>
                  <a:cubicBezTo>
                    <a:pt x="213" y="900"/>
                    <a:pt x="263" y="1937"/>
                    <a:pt x="463" y="2724"/>
                  </a:cubicBezTo>
                  <a:cubicBezTo>
                    <a:pt x="488" y="2837"/>
                    <a:pt x="325" y="2912"/>
                    <a:pt x="263" y="2812"/>
                  </a:cubicBezTo>
                  <a:cubicBezTo>
                    <a:pt x="0" y="2387"/>
                    <a:pt x="38" y="1687"/>
                    <a:pt x="100" y="1225"/>
                  </a:cubicBezTo>
                  <a:cubicBezTo>
                    <a:pt x="150" y="800"/>
                    <a:pt x="350" y="413"/>
                    <a:pt x="638" y="100"/>
                  </a:cubicBezTo>
                  <a:cubicBezTo>
                    <a:pt x="750" y="0"/>
                    <a:pt x="900" y="163"/>
                    <a:pt x="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37"/>
            <p:cNvSpPr/>
            <p:nvPr/>
          </p:nvSpPr>
          <p:spPr>
            <a:xfrm>
              <a:off x="697675" y="4242575"/>
              <a:ext cx="23450" cy="70625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76" y="2612"/>
                  </a:moveTo>
                  <a:cubicBezTo>
                    <a:pt x="763" y="2063"/>
                    <a:pt x="501" y="888"/>
                    <a:pt x="388" y="176"/>
                  </a:cubicBezTo>
                  <a:cubicBezTo>
                    <a:pt x="376" y="76"/>
                    <a:pt x="501" y="1"/>
                    <a:pt x="563" y="101"/>
                  </a:cubicBezTo>
                  <a:cubicBezTo>
                    <a:pt x="938" y="800"/>
                    <a:pt x="875" y="2238"/>
                    <a:pt x="188" y="2750"/>
                  </a:cubicBezTo>
                  <a:cubicBezTo>
                    <a:pt x="113" y="2825"/>
                    <a:pt x="1" y="2675"/>
                    <a:pt x="76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37"/>
            <p:cNvSpPr/>
            <p:nvPr/>
          </p:nvSpPr>
          <p:spPr>
            <a:xfrm>
              <a:off x="649250" y="4142600"/>
              <a:ext cx="56900" cy="18150"/>
            </a:xfrm>
            <a:custGeom>
              <a:avLst/>
              <a:gdLst/>
              <a:ahLst/>
              <a:cxnLst/>
              <a:rect l="l" t="t" r="r" b="b"/>
              <a:pathLst>
                <a:path w="2276" h="726" extrusionOk="0">
                  <a:moveTo>
                    <a:pt x="126" y="238"/>
                  </a:moveTo>
                  <a:cubicBezTo>
                    <a:pt x="800" y="1"/>
                    <a:pt x="1550" y="88"/>
                    <a:pt x="2163" y="476"/>
                  </a:cubicBezTo>
                  <a:cubicBezTo>
                    <a:pt x="2275" y="538"/>
                    <a:pt x="2175" y="726"/>
                    <a:pt x="2050" y="663"/>
                  </a:cubicBezTo>
                  <a:cubicBezTo>
                    <a:pt x="1475" y="326"/>
                    <a:pt x="800" y="238"/>
                    <a:pt x="176" y="413"/>
                  </a:cubicBezTo>
                  <a:cubicBezTo>
                    <a:pt x="51" y="438"/>
                    <a:pt x="1" y="263"/>
                    <a:pt x="126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37"/>
            <p:cNvSpPr/>
            <p:nvPr/>
          </p:nvSpPr>
          <p:spPr>
            <a:xfrm>
              <a:off x="649575" y="4149800"/>
              <a:ext cx="56250" cy="21250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2112" y="400"/>
                  </a:moveTo>
                  <a:cubicBezTo>
                    <a:pt x="1762" y="538"/>
                    <a:pt x="0" y="850"/>
                    <a:pt x="125" y="63"/>
                  </a:cubicBezTo>
                  <a:cubicBezTo>
                    <a:pt x="125" y="25"/>
                    <a:pt x="175" y="0"/>
                    <a:pt x="213" y="13"/>
                  </a:cubicBezTo>
                  <a:cubicBezTo>
                    <a:pt x="463" y="113"/>
                    <a:pt x="638" y="250"/>
                    <a:pt x="912" y="300"/>
                  </a:cubicBezTo>
                  <a:cubicBezTo>
                    <a:pt x="1300" y="363"/>
                    <a:pt x="1687" y="313"/>
                    <a:pt x="2062" y="188"/>
                  </a:cubicBezTo>
                  <a:cubicBezTo>
                    <a:pt x="2200" y="138"/>
                    <a:pt x="2250" y="338"/>
                    <a:pt x="2112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37"/>
            <p:cNvSpPr/>
            <p:nvPr/>
          </p:nvSpPr>
          <p:spPr>
            <a:xfrm>
              <a:off x="710800" y="3810500"/>
              <a:ext cx="26575" cy="82825"/>
            </a:xfrm>
            <a:custGeom>
              <a:avLst/>
              <a:gdLst/>
              <a:ahLst/>
              <a:cxnLst/>
              <a:rect l="l" t="t" r="r" b="b"/>
              <a:pathLst>
                <a:path w="1063" h="3313" extrusionOk="0">
                  <a:moveTo>
                    <a:pt x="363" y="151"/>
                  </a:moveTo>
                  <a:cubicBezTo>
                    <a:pt x="300" y="713"/>
                    <a:pt x="338" y="1275"/>
                    <a:pt x="475" y="1813"/>
                  </a:cubicBezTo>
                  <a:cubicBezTo>
                    <a:pt x="600" y="2300"/>
                    <a:pt x="888" y="2713"/>
                    <a:pt x="1050" y="3175"/>
                  </a:cubicBezTo>
                  <a:cubicBezTo>
                    <a:pt x="1063" y="3262"/>
                    <a:pt x="975" y="3312"/>
                    <a:pt x="913" y="3262"/>
                  </a:cubicBezTo>
                  <a:cubicBezTo>
                    <a:pt x="138" y="2500"/>
                    <a:pt x="1" y="1138"/>
                    <a:pt x="150" y="126"/>
                  </a:cubicBezTo>
                  <a:cubicBezTo>
                    <a:pt x="163" y="1"/>
                    <a:pt x="375" y="26"/>
                    <a:pt x="36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37"/>
            <p:cNvSpPr/>
            <p:nvPr/>
          </p:nvSpPr>
          <p:spPr>
            <a:xfrm>
              <a:off x="715475" y="3792700"/>
              <a:ext cx="30975" cy="100625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788" y="3824"/>
                  </a:moveTo>
                  <a:cubicBezTo>
                    <a:pt x="901" y="3150"/>
                    <a:pt x="1013" y="2450"/>
                    <a:pt x="851" y="1775"/>
                  </a:cubicBezTo>
                  <a:cubicBezTo>
                    <a:pt x="713" y="1225"/>
                    <a:pt x="401" y="738"/>
                    <a:pt x="88" y="263"/>
                  </a:cubicBezTo>
                  <a:cubicBezTo>
                    <a:pt x="1" y="125"/>
                    <a:pt x="226" y="0"/>
                    <a:pt x="313" y="138"/>
                  </a:cubicBezTo>
                  <a:cubicBezTo>
                    <a:pt x="688" y="700"/>
                    <a:pt x="1038" y="1288"/>
                    <a:pt x="1138" y="1975"/>
                  </a:cubicBezTo>
                  <a:cubicBezTo>
                    <a:pt x="1238" y="2612"/>
                    <a:pt x="1113" y="3262"/>
                    <a:pt x="1001" y="3887"/>
                  </a:cubicBezTo>
                  <a:cubicBezTo>
                    <a:pt x="976" y="4024"/>
                    <a:pt x="776" y="3962"/>
                    <a:pt x="78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37"/>
            <p:cNvSpPr/>
            <p:nvPr/>
          </p:nvSpPr>
          <p:spPr>
            <a:xfrm>
              <a:off x="894500" y="4197600"/>
              <a:ext cx="8475" cy="8150"/>
            </a:xfrm>
            <a:custGeom>
              <a:avLst/>
              <a:gdLst/>
              <a:ahLst/>
              <a:cxnLst/>
              <a:rect l="l" t="t" r="r" b="b"/>
              <a:pathLst>
                <a:path w="339" h="326" extrusionOk="0">
                  <a:moveTo>
                    <a:pt x="238" y="313"/>
                  </a:moveTo>
                  <a:cubicBezTo>
                    <a:pt x="151" y="325"/>
                    <a:pt x="76" y="288"/>
                    <a:pt x="26" y="213"/>
                  </a:cubicBezTo>
                  <a:cubicBezTo>
                    <a:pt x="1" y="200"/>
                    <a:pt x="1" y="163"/>
                    <a:pt x="1" y="138"/>
                  </a:cubicBezTo>
                  <a:lnTo>
                    <a:pt x="38" y="50"/>
                  </a:lnTo>
                  <a:cubicBezTo>
                    <a:pt x="38" y="13"/>
                    <a:pt x="101" y="0"/>
                    <a:pt x="126" y="38"/>
                  </a:cubicBezTo>
                  <a:lnTo>
                    <a:pt x="263" y="175"/>
                  </a:lnTo>
                  <a:cubicBezTo>
                    <a:pt x="338" y="200"/>
                    <a:pt x="326" y="325"/>
                    <a:pt x="23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37"/>
            <p:cNvSpPr/>
            <p:nvPr/>
          </p:nvSpPr>
          <p:spPr>
            <a:xfrm>
              <a:off x="900450" y="4190725"/>
              <a:ext cx="59050" cy="15025"/>
            </a:xfrm>
            <a:custGeom>
              <a:avLst/>
              <a:gdLst/>
              <a:ahLst/>
              <a:cxnLst/>
              <a:rect l="l" t="t" r="r" b="b"/>
              <a:pathLst>
                <a:path w="2362" h="601" extrusionOk="0">
                  <a:moveTo>
                    <a:pt x="63" y="475"/>
                  </a:moveTo>
                  <a:cubicBezTo>
                    <a:pt x="737" y="138"/>
                    <a:pt x="1537" y="0"/>
                    <a:pt x="2274" y="225"/>
                  </a:cubicBezTo>
                  <a:cubicBezTo>
                    <a:pt x="2362" y="250"/>
                    <a:pt x="2349" y="413"/>
                    <a:pt x="2249" y="400"/>
                  </a:cubicBezTo>
                  <a:cubicBezTo>
                    <a:pt x="1500" y="313"/>
                    <a:pt x="825" y="313"/>
                    <a:pt x="113" y="588"/>
                  </a:cubicBezTo>
                  <a:cubicBezTo>
                    <a:pt x="50" y="600"/>
                    <a:pt x="0" y="500"/>
                    <a:pt x="63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37"/>
            <p:cNvSpPr/>
            <p:nvPr/>
          </p:nvSpPr>
          <p:spPr>
            <a:xfrm>
              <a:off x="934175" y="4183525"/>
              <a:ext cx="25325" cy="16900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825" y="613"/>
                  </a:moveTo>
                  <a:cubicBezTo>
                    <a:pt x="613" y="351"/>
                    <a:pt x="376" y="276"/>
                    <a:pt x="76" y="163"/>
                  </a:cubicBezTo>
                  <a:cubicBezTo>
                    <a:pt x="1" y="126"/>
                    <a:pt x="13" y="1"/>
                    <a:pt x="101" y="1"/>
                  </a:cubicBezTo>
                  <a:cubicBezTo>
                    <a:pt x="451" y="26"/>
                    <a:pt x="763" y="201"/>
                    <a:pt x="963" y="501"/>
                  </a:cubicBezTo>
                  <a:cubicBezTo>
                    <a:pt x="1013" y="576"/>
                    <a:pt x="888" y="676"/>
                    <a:pt x="825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37"/>
            <p:cNvSpPr/>
            <p:nvPr/>
          </p:nvSpPr>
          <p:spPr>
            <a:xfrm>
              <a:off x="893875" y="4145425"/>
              <a:ext cx="26575" cy="55325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38" y="2075"/>
                  </a:moveTo>
                  <a:cubicBezTo>
                    <a:pt x="213" y="1775"/>
                    <a:pt x="363" y="1462"/>
                    <a:pt x="488" y="1125"/>
                  </a:cubicBezTo>
                  <a:cubicBezTo>
                    <a:pt x="600" y="775"/>
                    <a:pt x="538" y="475"/>
                    <a:pt x="488" y="125"/>
                  </a:cubicBezTo>
                  <a:cubicBezTo>
                    <a:pt x="475" y="25"/>
                    <a:pt x="613" y="0"/>
                    <a:pt x="638" y="75"/>
                  </a:cubicBezTo>
                  <a:cubicBezTo>
                    <a:pt x="1063" y="775"/>
                    <a:pt x="600" y="1612"/>
                    <a:pt x="126" y="2162"/>
                  </a:cubicBezTo>
                  <a:cubicBezTo>
                    <a:pt x="76" y="2212"/>
                    <a:pt x="1" y="2137"/>
                    <a:pt x="26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37"/>
            <p:cNvSpPr/>
            <p:nvPr/>
          </p:nvSpPr>
          <p:spPr>
            <a:xfrm>
              <a:off x="904500" y="4144175"/>
              <a:ext cx="16900" cy="34700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00" y="138"/>
                  </a:moveTo>
                  <a:cubicBezTo>
                    <a:pt x="563" y="450"/>
                    <a:pt x="675" y="875"/>
                    <a:pt x="625" y="1287"/>
                  </a:cubicBezTo>
                  <a:cubicBezTo>
                    <a:pt x="600" y="1387"/>
                    <a:pt x="463" y="1350"/>
                    <a:pt x="450" y="1262"/>
                  </a:cubicBezTo>
                  <a:cubicBezTo>
                    <a:pt x="425" y="875"/>
                    <a:pt x="375" y="575"/>
                    <a:pt x="100" y="288"/>
                  </a:cubicBezTo>
                  <a:cubicBezTo>
                    <a:pt x="1" y="150"/>
                    <a:pt x="188" y="0"/>
                    <a:pt x="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37"/>
            <p:cNvSpPr/>
            <p:nvPr/>
          </p:nvSpPr>
          <p:spPr>
            <a:xfrm>
              <a:off x="915425" y="4169150"/>
              <a:ext cx="22525" cy="11275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113" y="238"/>
                  </a:moveTo>
                  <a:cubicBezTo>
                    <a:pt x="338" y="176"/>
                    <a:pt x="538" y="76"/>
                    <a:pt x="763" y="26"/>
                  </a:cubicBezTo>
                  <a:cubicBezTo>
                    <a:pt x="851" y="1"/>
                    <a:pt x="901" y="113"/>
                    <a:pt x="826" y="163"/>
                  </a:cubicBezTo>
                  <a:cubicBezTo>
                    <a:pt x="626" y="288"/>
                    <a:pt x="401" y="376"/>
                    <a:pt x="163" y="426"/>
                  </a:cubicBezTo>
                  <a:cubicBezTo>
                    <a:pt x="51" y="451"/>
                    <a:pt x="1" y="276"/>
                    <a:pt x="113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37"/>
            <p:cNvSpPr/>
            <p:nvPr/>
          </p:nvSpPr>
          <p:spPr>
            <a:xfrm>
              <a:off x="922925" y="4169150"/>
              <a:ext cx="15975" cy="19725"/>
            </a:xfrm>
            <a:custGeom>
              <a:avLst/>
              <a:gdLst/>
              <a:ahLst/>
              <a:cxnLst/>
              <a:rect l="l" t="t" r="r" b="b"/>
              <a:pathLst>
                <a:path w="639" h="789" extrusionOk="0">
                  <a:moveTo>
                    <a:pt x="588" y="226"/>
                  </a:moveTo>
                  <a:cubicBezTo>
                    <a:pt x="488" y="413"/>
                    <a:pt x="363" y="588"/>
                    <a:pt x="213" y="726"/>
                  </a:cubicBezTo>
                  <a:cubicBezTo>
                    <a:pt x="138" y="788"/>
                    <a:pt x="1" y="701"/>
                    <a:pt x="51" y="613"/>
                  </a:cubicBezTo>
                  <a:cubicBezTo>
                    <a:pt x="163" y="438"/>
                    <a:pt x="288" y="288"/>
                    <a:pt x="401" y="126"/>
                  </a:cubicBezTo>
                  <a:cubicBezTo>
                    <a:pt x="463" y="1"/>
                    <a:pt x="638" y="101"/>
                    <a:pt x="576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37"/>
            <p:cNvSpPr/>
            <p:nvPr/>
          </p:nvSpPr>
          <p:spPr>
            <a:xfrm>
              <a:off x="924500" y="4181650"/>
              <a:ext cx="17525" cy="690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125" y="51"/>
                  </a:moveTo>
                  <a:cubicBezTo>
                    <a:pt x="288" y="1"/>
                    <a:pt x="463" y="26"/>
                    <a:pt x="613" y="113"/>
                  </a:cubicBezTo>
                  <a:cubicBezTo>
                    <a:pt x="700" y="163"/>
                    <a:pt x="638" y="276"/>
                    <a:pt x="550" y="251"/>
                  </a:cubicBezTo>
                  <a:lnTo>
                    <a:pt x="175" y="238"/>
                  </a:lnTo>
                  <a:cubicBezTo>
                    <a:pt x="50" y="263"/>
                    <a:pt x="0" y="88"/>
                    <a:pt x="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37"/>
            <p:cNvSpPr/>
            <p:nvPr/>
          </p:nvSpPr>
          <p:spPr>
            <a:xfrm>
              <a:off x="933250" y="4149475"/>
              <a:ext cx="28750" cy="23450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513" y="788"/>
                  </a:moveTo>
                  <a:cubicBezTo>
                    <a:pt x="0" y="675"/>
                    <a:pt x="288" y="1"/>
                    <a:pt x="713" y="101"/>
                  </a:cubicBezTo>
                  <a:cubicBezTo>
                    <a:pt x="1150" y="201"/>
                    <a:pt x="1025" y="938"/>
                    <a:pt x="525" y="788"/>
                  </a:cubicBezTo>
                  <a:cubicBezTo>
                    <a:pt x="413" y="750"/>
                    <a:pt x="425" y="588"/>
                    <a:pt x="550" y="600"/>
                  </a:cubicBezTo>
                  <a:lnTo>
                    <a:pt x="550" y="613"/>
                  </a:lnTo>
                  <a:cubicBezTo>
                    <a:pt x="663" y="650"/>
                    <a:pt x="613" y="813"/>
                    <a:pt x="50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37"/>
            <p:cNvSpPr/>
            <p:nvPr/>
          </p:nvSpPr>
          <p:spPr>
            <a:xfrm>
              <a:off x="3701275" y="1305225"/>
              <a:ext cx="111550" cy="104375"/>
            </a:xfrm>
            <a:custGeom>
              <a:avLst/>
              <a:gdLst/>
              <a:ahLst/>
              <a:cxnLst/>
              <a:rect l="l" t="t" r="r" b="b"/>
              <a:pathLst>
                <a:path w="4462" h="4175" extrusionOk="0">
                  <a:moveTo>
                    <a:pt x="1812" y="288"/>
                  </a:moveTo>
                  <a:cubicBezTo>
                    <a:pt x="3374" y="101"/>
                    <a:pt x="4461" y="1900"/>
                    <a:pt x="3337" y="3125"/>
                  </a:cubicBezTo>
                  <a:cubicBezTo>
                    <a:pt x="2450" y="4062"/>
                    <a:pt x="987" y="3612"/>
                    <a:pt x="88" y="2962"/>
                  </a:cubicBezTo>
                  <a:cubicBezTo>
                    <a:pt x="50" y="2937"/>
                    <a:pt x="0" y="3000"/>
                    <a:pt x="38" y="3025"/>
                  </a:cubicBezTo>
                  <a:cubicBezTo>
                    <a:pt x="1050" y="3962"/>
                    <a:pt x="2987" y="4175"/>
                    <a:pt x="3712" y="2787"/>
                  </a:cubicBezTo>
                  <a:cubicBezTo>
                    <a:pt x="4424" y="1438"/>
                    <a:pt x="3249" y="1"/>
                    <a:pt x="1812" y="176"/>
                  </a:cubicBezTo>
                  <a:cubicBezTo>
                    <a:pt x="1737" y="188"/>
                    <a:pt x="1737" y="288"/>
                    <a:pt x="1812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37"/>
            <p:cNvSpPr/>
            <p:nvPr/>
          </p:nvSpPr>
          <p:spPr>
            <a:xfrm>
              <a:off x="3442900" y="1237425"/>
              <a:ext cx="263700" cy="147175"/>
            </a:xfrm>
            <a:custGeom>
              <a:avLst/>
              <a:gdLst/>
              <a:ahLst/>
              <a:cxnLst/>
              <a:rect l="l" t="t" r="r" b="b"/>
              <a:pathLst>
                <a:path w="10548" h="5887" extrusionOk="0">
                  <a:moveTo>
                    <a:pt x="10523" y="5812"/>
                  </a:moveTo>
                  <a:cubicBezTo>
                    <a:pt x="9198" y="3937"/>
                    <a:pt x="7998" y="1513"/>
                    <a:pt x="5686" y="738"/>
                  </a:cubicBezTo>
                  <a:cubicBezTo>
                    <a:pt x="3949" y="151"/>
                    <a:pt x="1475" y="1"/>
                    <a:pt x="25" y="1263"/>
                  </a:cubicBezTo>
                  <a:cubicBezTo>
                    <a:pt x="0" y="1288"/>
                    <a:pt x="38" y="1338"/>
                    <a:pt x="75" y="1313"/>
                  </a:cubicBezTo>
                  <a:cubicBezTo>
                    <a:pt x="1700" y="113"/>
                    <a:pt x="4462" y="288"/>
                    <a:pt x="6224" y="1138"/>
                  </a:cubicBezTo>
                  <a:cubicBezTo>
                    <a:pt x="8136" y="2063"/>
                    <a:pt x="9248" y="4175"/>
                    <a:pt x="10448" y="5849"/>
                  </a:cubicBezTo>
                  <a:cubicBezTo>
                    <a:pt x="10485" y="5887"/>
                    <a:pt x="10548" y="5849"/>
                    <a:pt x="10523" y="5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37"/>
            <p:cNvSpPr/>
            <p:nvPr/>
          </p:nvSpPr>
          <p:spPr>
            <a:xfrm>
              <a:off x="3410100" y="1277100"/>
              <a:ext cx="100300" cy="85325"/>
            </a:xfrm>
            <a:custGeom>
              <a:avLst/>
              <a:gdLst/>
              <a:ahLst/>
              <a:cxnLst/>
              <a:rect l="l" t="t" r="r" b="b"/>
              <a:pathLst>
                <a:path w="4012" h="3413" extrusionOk="0">
                  <a:moveTo>
                    <a:pt x="1087" y="51"/>
                  </a:moveTo>
                  <a:cubicBezTo>
                    <a:pt x="575" y="913"/>
                    <a:pt x="388" y="2100"/>
                    <a:pt x="1225" y="2838"/>
                  </a:cubicBezTo>
                  <a:cubicBezTo>
                    <a:pt x="1700" y="3263"/>
                    <a:pt x="2837" y="3412"/>
                    <a:pt x="3387" y="2988"/>
                  </a:cubicBezTo>
                  <a:cubicBezTo>
                    <a:pt x="4012" y="2513"/>
                    <a:pt x="3924" y="1363"/>
                    <a:pt x="3187" y="1026"/>
                  </a:cubicBezTo>
                  <a:cubicBezTo>
                    <a:pt x="2749" y="826"/>
                    <a:pt x="2237" y="851"/>
                    <a:pt x="1812" y="1101"/>
                  </a:cubicBezTo>
                  <a:cubicBezTo>
                    <a:pt x="1175" y="1463"/>
                    <a:pt x="775" y="2425"/>
                    <a:pt x="25" y="2538"/>
                  </a:cubicBezTo>
                  <a:cubicBezTo>
                    <a:pt x="0" y="2538"/>
                    <a:pt x="0" y="2588"/>
                    <a:pt x="25" y="2588"/>
                  </a:cubicBezTo>
                  <a:cubicBezTo>
                    <a:pt x="438" y="2575"/>
                    <a:pt x="675" y="2300"/>
                    <a:pt x="950" y="2013"/>
                  </a:cubicBezTo>
                  <a:cubicBezTo>
                    <a:pt x="1225" y="1725"/>
                    <a:pt x="1512" y="1351"/>
                    <a:pt x="1862" y="1201"/>
                  </a:cubicBezTo>
                  <a:cubicBezTo>
                    <a:pt x="2724" y="838"/>
                    <a:pt x="3724" y="1088"/>
                    <a:pt x="3587" y="2200"/>
                  </a:cubicBezTo>
                  <a:cubicBezTo>
                    <a:pt x="3662" y="2550"/>
                    <a:pt x="3524" y="2775"/>
                    <a:pt x="3174" y="2850"/>
                  </a:cubicBezTo>
                  <a:cubicBezTo>
                    <a:pt x="3087" y="2975"/>
                    <a:pt x="2949" y="3063"/>
                    <a:pt x="2799" y="3063"/>
                  </a:cubicBezTo>
                  <a:cubicBezTo>
                    <a:pt x="2737" y="3063"/>
                    <a:pt x="2675" y="3063"/>
                    <a:pt x="2612" y="3063"/>
                  </a:cubicBezTo>
                  <a:cubicBezTo>
                    <a:pt x="2362" y="3100"/>
                    <a:pt x="2100" y="3088"/>
                    <a:pt x="1850" y="3038"/>
                  </a:cubicBezTo>
                  <a:cubicBezTo>
                    <a:pt x="488" y="2688"/>
                    <a:pt x="613" y="1038"/>
                    <a:pt x="1150" y="88"/>
                  </a:cubicBezTo>
                  <a:cubicBezTo>
                    <a:pt x="1175" y="38"/>
                    <a:pt x="1112" y="1"/>
                    <a:pt x="1087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37"/>
            <p:cNvSpPr/>
            <p:nvPr/>
          </p:nvSpPr>
          <p:spPr>
            <a:xfrm>
              <a:off x="3347925" y="1331775"/>
              <a:ext cx="55325" cy="13775"/>
            </a:xfrm>
            <a:custGeom>
              <a:avLst/>
              <a:gdLst/>
              <a:ahLst/>
              <a:cxnLst/>
              <a:rect l="l" t="t" r="r" b="b"/>
              <a:pathLst>
                <a:path w="2213" h="551" extrusionOk="0">
                  <a:moveTo>
                    <a:pt x="2162" y="401"/>
                  </a:moveTo>
                  <a:cubicBezTo>
                    <a:pt x="1387" y="476"/>
                    <a:pt x="775" y="251"/>
                    <a:pt x="50" y="13"/>
                  </a:cubicBezTo>
                  <a:cubicBezTo>
                    <a:pt x="13" y="1"/>
                    <a:pt x="0" y="63"/>
                    <a:pt x="25" y="76"/>
                  </a:cubicBezTo>
                  <a:cubicBezTo>
                    <a:pt x="625" y="501"/>
                    <a:pt x="1475" y="551"/>
                    <a:pt x="2162" y="476"/>
                  </a:cubicBezTo>
                  <a:cubicBezTo>
                    <a:pt x="2212" y="476"/>
                    <a:pt x="2212" y="401"/>
                    <a:pt x="2162" y="4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37"/>
            <p:cNvSpPr/>
            <p:nvPr/>
          </p:nvSpPr>
          <p:spPr>
            <a:xfrm>
              <a:off x="3593475" y="1301475"/>
              <a:ext cx="82500" cy="96575"/>
            </a:xfrm>
            <a:custGeom>
              <a:avLst/>
              <a:gdLst/>
              <a:ahLst/>
              <a:cxnLst/>
              <a:rect l="l" t="t" r="r" b="b"/>
              <a:pathLst>
                <a:path w="3300" h="3863" extrusionOk="0">
                  <a:moveTo>
                    <a:pt x="2200" y="76"/>
                  </a:moveTo>
                  <a:cubicBezTo>
                    <a:pt x="2725" y="738"/>
                    <a:pt x="3187" y="1563"/>
                    <a:pt x="2938" y="2450"/>
                  </a:cubicBezTo>
                  <a:cubicBezTo>
                    <a:pt x="2813" y="2912"/>
                    <a:pt x="2488" y="3287"/>
                    <a:pt x="2050" y="3500"/>
                  </a:cubicBezTo>
                  <a:cubicBezTo>
                    <a:pt x="1775" y="3662"/>
                    <a:pt x="1463" y="3737"/>
                    <a:pt x="1138" y="3737"/>
                  </a:cubicBezTo>
                  <a:cubicBezTo>
                    <a:pt x="413" y="3725"/>
                    <a:pt x="263" y="3300"/>
                    <a:pt x="688" y="2475"/>
                  </a:cubicBezTo>
                  <a:cubicBezTo>
                    <a:pt x="726" y="2512"/>
                    <a:pt x="788" y="2475"/>
                    <a:pt x="763" y="2425"/>
                  </a:cubicBezTo>
                  <a:cubicBezTo>
                    <a:pt x="476" y="2063"/>
                    <a:pt x="138" y="2475"/>
                    <a:pt x="88" y="2812"/>
                  </a:cubicBezTo>
                  <a:cubicBezTo>
                    <a:pt x="1" y="3487"/>
                    <a:pt x="676" y="3862"/>
                    <a:pt x="1263" y="3837"/>
                  </a:cubicBezTo>
                  <a:cubicBezTo>
                    <a:pt x="2063" y="3812"/>
                    <a:pt x="2838" y="3250"/>
                    <a:pt x="3050" y="2475"/>
                  </a:cubicBezTo>
                  <a:cubicBezTo>
                    <a:pt x="3300" y="1563"/>
                    <a:pt x="2825" y="700"/>
                    <a:pt x="2238" y="26"/>
                  </a:cubicBezTo>
                  <a:cubicBezTo>
                    <a:pt x="2213" y="1"/>
                    <a:pt x="2175" y="38"/>
                    <a:pt x="2200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37"/>
            <p:cNvSpPr/>
            <p:nvPr/>
          </p:nvSpPr>
          <p:spPr>
            <a:xfrm>
              <a:off x="3666275" y="1329600"/>
              <a:ext cx="22825" cy="110925"/>
            </a:xfrm>
            <a:custGeom>
              <a:avLst/>
              <a:gdLst/>
              <a:ahLst/>
              <a:cxnLst/>
              <a:rect l="l" t="t" r="r" b="b"/>
              <a:pathLst>
                <a:path w="913" h="4437" extrusionOk="0">
                  <a:moveTo>
                    <a:pt x="38" y="113"/>
                  </a:moveTo>
                  <a:cubicBezTo>
                    <a:pt x="888" y="1113"/>
                    <a:pt x="913" y="3249"/>
                    <a:pt x="338" y="4374"/>
                  </a:cubicBezTo>
                  <a:cubicBezTo>
                    <a:pt x="325" y="4412"/>
                    <a:pt x="363" y="4437"/>
                    <a:pt x="388" y="4399"/>
                  </a:cubicBezTo>
                  <a:cubicBezTo>
                    <a:pt x="913" y="3712"/>
                    <a:pt x="825" y="2725"/>
                    <a:pt x="738" y="1925"/>
                  </a:cubicBezTo>
                  <a:cubicBezTo>
                    <a:pt x="663" y="1250"/>
                    <a:pt x="550" y="563"/>
                    <a:pt x="100" y="50"/>
                  </a:cubicBezTo>
                  <a:cubicBezTo>
                    <a:pt x="63" y="0"/>
                    <a:pt x="1" y="63"/>
                    <a:pt x="3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37"/>
            <p:cNvSpPr/>
            <p:nvPr/>
          </p:nvSpPr>
          <p:spPr>
            <a:xfrm>
              <a:off x="3666600" y="1439875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350" y="38"/>
                  </a:moveTo>
                  <a:cubicBezTo>
                    <a:pt x="262" y="1"/>
                    <a:pt x="162" y="13"/>
                    <a:pt x="87" y="88"/>
                  </a:cubicBezTo>
                  <a:cubicBezTo>
                    <a:pt x="25" y="151"/>
                    <a:pt x="0" y="238"/>
                    <a:pt x="25" y="326"/>
                  </a:cubicBezTo>
                  <a:cubicBezTo>
                    <a:pt x="25" y="363"/>
                    <a:pt x="38" y="388"/>
                    <a:pt x="50" y="413"/>
                  </a:cubicBezTo>
                  <a:cubicBezTo>
                    <a:pt x="87" y="438"/>
                    <a:pt x="125" y="451"/>
                    <a:pt x="162" y="463"/>
                  </a:cubicBezTo>
                  <a:cubicBezTo>
                    <a:pt x="287" y="488"/>
                    <a:pt x="412" y="413"/>
                    <a:pt x="462" y="288"/>
                  </a:cubicBezTo>
                  <a:cubicBezTo>
                    <a:pt x="487" y="163"/>
                    <a:pt x="375" y="38"/>
                    <a:pt x="250" y="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37"/>
            <p:cNvSpPr/>
            <p:nvPr/>
          </p:nvSpPr>
          <p:spPr>
            <a:xfrm>
              <a:off x="3665025" y="1437700"/>
              <a:ext cx="17825" cy="16275"/>
            </a:xfrm>
            <a:custGeom>
              <a:avLst/>
              <a:gdLst/>
              <a:ahLst/>
              <a:cxnLst/>
              <a:rect l="l" t="t" r="r" b="b"/>
              <a:pathLst>
                <a:path w="713" h="651" extrusionOk="0">
                  <a:moveTo>
                    <a:pt x="438" y="63"/>
                  </a:moveTo>
                  <a:cubicBezTo>
                    <a:pt x="263" y="0"/>
                    <a:pt x="88" y="100"/>
                    <a:pt x="38" y="263"/>
                  </a:cubicBezTo>
                  <a:cubicBezTo>
                    <a:pt x="1" y="425"/>
                    <a:pt x="51" y="575"/>
                    <a:pt x="225" y="600"/>
                  </a:cubicBezTo>
                  <a:cubicBezTo>
                    <a:pt x="625" y="650"/>
                    <a:pt x="713" y="88"/>
                    <a:pt x="313" y="88"/>
                  </a:cubicBezTo>
                  <a:cubicBezTo>
                    <a:pt x="263" y="88"/>
                    <a:pt x="250" y="163"/>
                    <a:pt x="300" y="175"/>
                  </a:cubicBezTo>
                  <a:cubicBezTo>
                    <a:pt x="413" y="500"/>
                    <a:pt x="400" y="575"/>
                    <a:pt x="250" y="388"/>
                  </a:cubicBezTo>
                  <a:cubicBezTo>
                    <a:pt x="76" y="288"/>
                    <a:pt x="125" y="213"/>
                    <a:pt x="400" y="188"/>
                  </a:cubicBezTo>
                  <a:cubicBezTo>
                    <a:pt x="475" y="213"/>
                    <a:pt x="513" y="88"/>
                    <a:pt x="4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37"/>
            <p:cNvSpPr/>
            <p:nvPr/>
          </p:nvSpPr>
          <p:spPr>
            <a:xfrm>
              <a:off x="3437900" y="12718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25" y="63"/>
                  </a:moveTo>
                  <a:lnTo>
                    <a:pt x="25" y="100"/>
                  </a:lnTo>
                  <a:cubicBezTo>
                    <a:pt x="38" y="125"/>
                    <a:pt x="75" y="125"/>
                    <a:pt x="88" y="100"/>
                  </a:cubicBezTo>
                  <a:lnTo>
                    <a:pt x="88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37"/>
            <p:cNvSpPr/>
            <p:nvPr/>
          </p:nvSpPr>
          <p:spPr>
            <a:xfrm>
              <a:off x="3308550" y="1315225"/>
              <a:ext cx="42200" cy="17825"/>
            </a:xfrm>
            <a:custGeom>
              <a:avLst/>
              <a:gdLst/>
              <a:ahLst/>
              <a:cxnLst/>
              <a:rect l="l" t="t" r="r" b="b"/>
              <a:pathLst>
                <a:path w="1688" h="713" extrusionOk="0">
                  <a:moveTo>
                    <a:pt x="1650" y="613"/>
                  </a:moveTo>
                  <a:cubicBezTo>
                    <a:pt x="1463" y="88"/>
                    <a:pt x="501" y="0"/>
                    <a:pt x="51" y="150"/>
                  </a:cubicBezTo>
                  <a:cubicBezTo>
                    <a:pt x="1" y="163"/>
                    <a:pt x="1" y="250"/>
                    <a:pt x="63" y="250"/>
                  </a:cubicBezTo>
                  <a:cubicBezTo>
                    <a:pt x="301" y="200"/>
                    <a:pt x="551" y="200"/>
                    <a:pt x="801" y="238"/>
                  </a:cubicBezTo>
                  <a:cubicBezTo>
                    <a:pt x="1038" y="275"/>
                    <a:pt x="1450" y="388"/>
                    <a:pt x="1550" y="650"/>
                  </a:cubicBezTo>
                  <a:cubicBezTo>
                    <a:pt x="1575" y="713"/>
                    <a:pt x="1688" y="688"/>
                    <a:pt x="1663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37"/>
            <p:cNvSpPr/>
            <p:nvPr/>
          </p:nvSpPr>
          <p:spPr>
            <a:xfrm>
              <a:off x="3308250" y="13177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38" y="113"/>
                  </a:moveTo>
                  <a:cubicBezTo>
                    <a:pt x="400" y="475"/>
                    <a:pt x="1112" y="788"/>
                    <a:pt x="1625" y="650"/>
                  </a:cubicBezTo>
                  <a:cubicBezTo>
                    <a:pt x="1687" y="625"/>
                    <a:pt x="1662" y="550"/>
                    <a:pt x="1600" y="550"/>
                  </a:cubicBezTo>
                  <a:cubicBezTo>
                    <a:pt x="1050" y="600"/>
                    <a:pt x="513" y="425"/>
                    <a:pt x="113" y="50"/>
                  </a:cubicBezTo>
                  <a:cubicBezTo>
                    <a:pt x="63" y="0"/>
                    <a:pt x="0" y="75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37"/>
            <p:cNvSpPr/>
            <p:nvPr/>
          </p:nvSpPr>
          <p:spPr>
            <a:xfrm>
              <a:off x="3377600" y="1341475"/>
              <a:ext cx="33150" cy="30000"/>
            </a:xfrm>
            <a:custGeom>
              <a:avLst/>
              <a:gdLst/>
              <a:ahLst/>
              <a:cxnLst/>
              <a:rect l="l" t="t" r="r" b="b"/>
              <a:pathLst>
                <a:path w="1326" h="1200" extrusionOk="0">
                  <a:moveTo>
                    <a:pt x="1275" y="25"/>
                  </a:moveTo>
                  <a:cubicBezTo>
                    <a:pt x="938" y="0"/>
                    <a:pt x="663" y="188"/>
                    <a:pt x="400" y="388"/>
                  </a:cubicBezTo>
                  <a:cubicBezTo>
                    <a:pt x="163" y="563"/>
                    <a:pt x="1" y="850"/>
                    <a:pt x="1" y="1162"/>
                  </a:cubicBezTo>
                  <a:cubicBezTo>
                    <a:pt x="1" y="1200"/>
                    <a:pt x="63" y="1200"/>
                    <a:pt x="76" y="1162"/>
                  </a:cubicBezTo>
                  <a:cubicBezTo>
                    <a:pt x="88" y="887"/>
                    <a:pt x="238" y="625"/>
                    <a:pt x="463" y="450"/>
                  </a:cubicBezTo>
                  <a:cubicBezTo>
                    <a:pt x="700" y="263"/>
                    <a:pt x="950" y="88"/>
                    <a:pt x="1275" y="100"/>
                  </a:cubicBezTo>
                  <a:cubicBezTo>
                    <a:pt x="1325" y="100"/>
                    <a:pt x="1325" y="25"/>
                    <a:pt x="1275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37"/>
            <p:cNvSpPr/>
            <p:nvPr/>
          </p:nvSpPr>
          <p:spPr>
            <a:xfrm>
              <a:off x="3376975" y="1342100"/>
              <a:ext cx="33150" cy="29375"/>
            </a:xfrm>
            <a:custGeom>
              <a:avLst/>
              <a:gdLst/>
              <a:ahLst/>
              <a:cxnLst/>
              <a:rect l="l" t="t" r="r" b="b"/>
              <a:pathLst>
                <a:path w="1326" h="1175" extrusionOk="0">
                  <a:moveTo>
                    <a:pt x="63" y="1175"/>
                  </a:moveTo>
                  <a:cubicBezTo>
                    <a:pt x="625" y="1087"/>
                    <a:pt x="1200" y="688"/>
                    <a:pt x="1313" y="100"/>
                  </a:cubicBezTo>
                  <a:cubicBezTo>
                    <a:pt x="1325" y="38"/>
                    <a:pt x="1250" y="0"/>
                    <a:pt x="1213" y="63"/>
                  </a:cubicBezTo>
                  <a:cubicBezTo>
                    <a:pt x="1075" y="300"/>
                    <a:pt x="1013" y="525"/>
                    <a:pt x="775" y="713"/>
                  </a:cubicBezTo>
                  <a:cubicBezTo>
                    <a:pt x="563" y="875"/>
                    <a:pt x="313" y="1012"/>
                    <a:pt x="38" y="1100"/>
                  </a:cubicBezTo>
                  <a:cubicBezTo>
                    <a:pt x="1" y="1112"/>
                    <a:pt x="13" y="1175"/>
                    <a:pt x="6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37"/>
            <p:cNvSpPr/>
            <p:nvPr/>
          </p:nvSpPr>
          <p:spPr>
            <a:xfrm>
              <a:off x="3680025" y="1349275"/>
              <a:ext cx="38450" cy="86875"/>
            </a:xfrm>
            <a:custGeom>
              <a:avLst/>
              <a:gdLst/>
              <a:ahLst/>
              <a:cxnLst/>
              <a:rect l="l" t="t" r="r" b="b"/>
              <a:pathLst>
                <a:path w="1538" h="3475" extrusionOk="0">
                  <a:moveTo>
                    <a:pt x="38" y="88"/>
                  </a:moveTo>
                  <a:cubicBezTo>
                    <a:pt x="738" y="1075"/>
                    <a:pt x="1213" y="2213"/>
                    <a:pt x="1437" y="3412"/>
                  </a:cubicBezTo>
                  <a:cubicBezTo>
                    <a:pt x="1450" y="3475"/>
                    <a:pt x="1537" y="3450"/>
                    <a:pt x="1537" y="3387"/>
                  </a:cubicBezTo>
                  <a:cubicBezTo>
                    <a:pt x="1313" y="2175"/>
                    <a:pt x="825" y="1038"/>
                    <a:pt x="88" y="38"/>
                  </a:cubicBezTo>
                  <a:cubicBezTo>
                    <a:pt x="63" y="1"/>
                    <a:pt x="0" y="38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37"/>
            <p:cNvSpPr/>
            <p:nvPr/>
          </p:nvSpPr>
          <p:spPr>
            <a:xfrm>
              <a:off x="3711275" y="1433625"/>
              <a:ext cx="17500" cy="16275"/>
            </a:xfrm>
            <a:custGeom>
              <a:avLst/>
              <a:gdLst/>
              <a:ahLst/>
              <a:cxnLst/>
              <a:rect l="l" t="t" r="r" b="b"/>
              <a:pathLst>
                <a:path w="700" h="651" extrusionOk="0">
                  <a:moveTo>
                    <a:pt x="187" y="88"/>
                  </a:moveTo>
                  <a:cubicBezTo>
                    <a:pt x="0" y="301"/>
                    <a:pt x="225" y="651"/>
                    <a:pt x="462" y="451"/>
                  </a:cubicBezTo>
                  <a:cubicBezTo>
                    <a:pt x="700" y="251"/>
                    <a:pt x="362" y="1"/>
                    <a:pt x="150" y="101"/>
                  </a:cubicBezTo>
                  <a:cubicBezTo>
                    <a:pt x="113" y="113"/>
                    <a:pt x="138" y="176"/>
                    <a:pt x="175" y="176"/>
                  </a:cubicBezTo>
                  <a:cubicBezTo>
                    <a:pt x="212" y="176"/>
                    <a:pt x="250" y="176"/>
                    <a:pt x="287" y="176"/>
                  </a:cubicBezTo>
                  <a:cubicBezTo>
                    <a:pt x="375" y="188"/>
                    <a:pt x="362" y="176"/>
                    <a:pt x="250" y="151"/>
                  </a:cubicBezTo>
                  <a:cubicBezTo>
                    <a:pt x="287" y="101"/>
                    <a:pt x="225" y="38"/>
                    <a:pt x="1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37"/>
            <p:cNvSpPr/>
            <p:nvPr/>
          </p:nvSpPr>
          <p:spPr>
            <a:xfrm>
              <a:off x="3642850" y="1338025"/>
              <a:ext cx="30325" cy="81875"/>
            </a:xfrm>
            <a:custGeom>
              <a:avLst/>
              <a:gdLst/>
              <a:ahLst/>
              <a:cxnLst/>
              <a:rect l="l" t="t" r="r" b="b"/>
              <a:pathLst>
                <a:path w="1213" h="3275" extrusionOk="0">
                  <a:moveTo>
                    <a:pt x="988" y="63"/>
                  </a:moveTo>
                  <a:cubicBezTo>
                    <a:pt x="1125" y="1275"/>
                    <a:pt x="800" y="2288"/>
                    <a:pt x="13" y="3212"/>
                  </a:cubicBezTo>
                  <a:cubicBezTo>
                    <a:pt x="0" y="3250"/>
                    <a:pt x="38" y="3275"/>
                    <a:pt x="63" y="3262"/>
                  </a:cubicBezTo>
                  <a:cubicBezTo>
                    <a:pt x="1000" y="2538"/>
                    <a:pt x="1212" y="1163"/>
                    <a:pt x="1087" y="63"/>
                  </a:cubicBezTo>
                  <a:cubicBezTo>
                    <a:pt x="1087" y="1"/>
                    <a:pt x="988" y="1"/>
                    <a:pt x="9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37"/>
            <p:cNvSpPr/>
            <p:nvPr/>
          </p:nvSpPr>
          <p:spPr>
            <a:xfrm>
              <a:off x="3633475" y="1414575"/>
              <a:ext cx="12825" cy="15025"/>
            </a:xfrm>
            <a:custGeom>
              <a:avLst/>
              <a:gdLst/>
              <a:ahLst/>
              <a:cxnLst/>
              <a:rect l="l" t="t" r="r" b="b"/>
              <a:pathLst>
                <a:path w="513" h="601" extrusionOk="0">
                  <a:moveTo>
                    <a:pt x="25" y="263"/>
                  </a:moveTo>
                  <a:cubicBezTo>
                    <a:pt x="0" y="563"/>
                    <a:pt x="450" y="600"/>
                    <a:pt x="475" y="300"/>
                  </a:cubicBezTo>
                  <a:cubicBezTo>
                    <a:pt x="513" y="0"/>
                    <a:pt x="75" y="25"/>
                    <a:pt x="75" y="313"/>
                  </a:cubicBezTo>
                  <a:cubicBezTo>
                    <a:pt x="88" y="350"/>
                    <a:pt x="125" y="363"/>
                    <a:pt x="150" y="338"/>
                  </a:cubicBezTo>
                  <a:cubicBezTo>
                    <a:pt x="200" y="275"/>
                    <a:pt x="188" y="250"/>
                    <a:pt x="100" y="263"/>
                  </a:cubicBezTo>
                  <a:cubicBezTo>
                    <a:pt x="100" y="213"/>
                    <a:pt x="25" y="213"/>
                    <a:pt x="25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37"/>
            <p:cNvSpPr/>
            <p:nvPr/>
          </p:nvSpPr>
          <p:spPr>
            <a:xfrm>
              <a:off x="3232325" y="1254625"/>
              <a:ext cx="237475" cy="60300"/>
            </a:xfrm>
            <a:custGeom>
              <a:avLst/>
              <a:gdLst/>
              <a:ahLst/>
              <a:cxnLst/>
              <a:rect l="l" t="t" r="r" b="b"/>
              <a:pathLst>
                <a:path w="9499" h="2412" extrusionOk="0">
                  <a:moveTo>
                    <a:pt x="9448" y="13"/>
                  </a:moveTo>
                  <a:cubicBezTo>
                    <a:pt x="6136" y="1262"/>
                    <a:pt x="3437" y="2412"/>
                    <a:pt x="113" y="375"/>
                  </a:cubicBezTo>
                  <a:cubicBezTo>
                    <a:pt x="51" y="338"/>
                    <a:pt x="1" y="438"/>
                    <a:pt x="63" y="475"/>
                  </a:cubicBezTo>
                  <a:cubicBezTo>
                    <a:pt x="1475" y="1425"/>
                    <a:pt x="2737" y="1825"/>
                    <a:pt x="4449" y="1662"/>
                  </a:cubicBezTo>
                  <a:cubicBezTo>
                    <a:pt x="6374" y="1475"/>
                    <a:pt x="7686" y="762"/>
                    <a:pt x="9461" y="75"/>
                  </a:cubicBezTo>
                  <a:cubicBezTo>
                    <a:pt x="9498" y="63"/>
                    <a:pt x="9486" y="0"/>
                    <a:pt x="944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37"/>
            <p:cNvSpPr/>
            <p:nvPr/>
          </p:nvSpPr>
          <p:spPr>
            <a:xfrm>
              <a:off x="3717200" y="1309300"/>
              <a:ext cx="31900" cy="49700"/>
            </a:xfrm>
            <a:custGeom>
              <a:avLst/>
              <a:gdLst/>
              <a:ahLst/>
              <a:cxnLst/>
              <a:rect l="l" t="t" r="r" b="b"/>
              <a:pathLst>
                <a:path w="1276" h="1988" extrusionOk="0">
                  <a:moveTo>
                    <a:pt x="1213" y="13"/>
                  </a:moveTo>
                  <a:cubicBezTo>
                    <a:pt x="650" y="113"/>
                    <a:pt x="113" y="450"/>
                    <a:pt x="50" y="1062"/>
                  </a:cubicBezTo>
                  <a:cubicBezTo>
                    <a:pt x="0" y="1550"/>
                    <a:pt x="375" y="1975"/>
                    <a:pt x="863" y="1987"/>
                  </a:cubicBezTo>
                  <a:cubicBezTo>
                    <a:pt x="938" y="1975"/>
                    <a:pt x="938" y="1862"/>
                    <a:pt x="863" y="1875"/>
                  </a:cubicBezTo>
                  <a:cubicBezTo>
                    <a:pt x="288" y="1850"/>
                    <a:pt x="13" y="1275"/>
                    <a:pt x="238" y="775"/>
                  </a:cubicBezTo>
                  <a:cubicBezTo>
                    <a:pt x="425" y="362"/>
                    <a:pt x="813" y="163"/>
                    <a:pt x="1238" y="75"/>
                  </a:cubicBezTo>
                  <a:cubicBezTo>
                    <a:pt x="1275" y="63"/>
                    <a:pt x="1250" y="0"/>
                    <a:pt x="121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37"/>
            <p:cNvSpPr/>
            <p:nvPr/>
          </p:nvSpPr>
          <p:spPr>
            <a:xfrm>
              <a:off x="3471650" y="1283975"/>
              <a:ext cx="62800" cy="31575"/>
            </a:xfrm>
            <a:custGeom>
              <a:avLst/>
              <a:gdLst/>
              <a:ahLst/>
              <a:cxnLst/>
              <a:rect l="l" t="t" r="r" b="b"/>
              <a:pathLst>
                <a:path w="2512" h="1263" extrusionOk="0">
                  <a:moveTo>
                    <a:pt x="63" y="738"/>
                  </a:moveTo>
                  <a:cubicBezTo>
                    <a:pt x="687" y="713"/>
                    <a:pt x="1187" y="1263"/>
                    <a:pt x="1825" y="1051"/>
                  </a:cubicBezTo>
                  <a:cubicBezTo>
                    <a:pt x="2237" y="901"/>
                    <a:pt x="2512" y="501"/>
                    <a:pt x="2499" y="51"/>
                  </a:cubicBezTo>
                  <a:cubicBezTo>
                    <a:pt x="2499" y="13"/>
                    <a:pt x="2437" y="1"/>
                    <a:pt x="2424" y="51"/>
                  </a:cubicBezTo>
                  <a:cubicBezTo>
                    <a:pt x="2312" y="838"/>
                    <a:pt x="1637" y="1151"/>
                    <a:pt x="937" y="851"/>
                  </a:cubicBezTo>
                  <a:cubicBezTo>
                    <a:pt x="662" y="701"/>
                    <a:pt x="362" y="638"/>
                    <a:pt x="63" y="651"/>
                  </a:cubicBezTo>
                  <a:cubicBezTo>
                    <a:pt x="13" y="651"/>
                    <a:pt x="0" y="738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37"/>
            <p:cNvSpPr/>
            <p:nvPr/>
          </p:nvSpPr>
          <p:spPr>
            <a:xfrm>
              <a:off x="3504750" y="1268675"/>
              <a:ext cx="30950" cy="21275"/>
            </a:xfrm>
            <a:custGeom>
              <a:avLst/>
              <a:gdLst/>
              <a:ahLst/>
              <a:cxnLst/>
              <a:rect l="l" t="t" r="r" b="b"/>
              <a:pathLst>
                <a:path w="1238" h="851" extrusionOk="0">
                  <a:moveTo>
                    <a:pt x="1125" y="813"/>
                  </a:moveTo>
                  <a:cubicBezTo>
                    <a:pt x="1238" y="525"/>
                    <a:pt x="1063" y="275"/>
                    <a:pt x="788" y="163"/>
                  </a:cubicBezTo>
                  <a:cubicBezTo>
                    <a:pt x="563" y="63"/>
                    <a:pt x="163" y="0"/>
                    <a:pt x="26" y="238"/>
                  </a:cubicBezTo>
                  <a:cubicBezTo>
                    <a:pt x="1" y="263"/>
                    <a:pt x="38" y="313"/>
                    <a:pt x="63" y="288"/>
                  </a:cubicBezTo>
                  <a:cubicBezTo>
                    <a:pt x="388" y="38"/>
                    <a:pt x="1238" y="275"/>
                    <a:pt x="1050" y="800"/>
                  </a:cubicBezTo>
                  <a:cubicBezTo>
                    <a:pt x="1038" y="838"/>
                    <a:pt x="1100" y="850"/>
                    <a:pt x="1125" y="8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37"/>
            <p:cNvSpPr/>
            <p:nvPr/>
          </p:nvSpPr>
          <p:spPr>
            <a:xfrm>
              <a:off x="3694400" y="1371450"/>
              <a:ext cx="81250" cy="56275"/>
            </a:xfrm>
            <a:custGeom>
              <a:avLst/>
              <a:gdLst/>
              <a:ahLst/>
              <a:cxnLst/>
              <a:rect l="l" t="t" r="r" b="b"/>
              <a:pathLst>
                <a:path w="3250" h="2251" extrusionOk="0">
                  <a:moveTo>
                    <a:pt x="25" y="88"/>
                  </a:moveTo>
                  <a:cubicBezTo>
                    <a:pt x="825" y="1051"/>
                    <a:pt x="1787" y="2250"/>
                    <a:pt x="3187" y="1963"/>
                  </a:cubicBezTo>
                  <a:cubicBezTo>
                    <a:pt x="3249" y="1950"/>
                    <a:pt x="3224" y="1863"/>
                    <a:pt x="3162" y="1863"/>
                  </a:cubicBezTo>
                  <a:cubicBezTo>
                    <a:pt x="1775" y="2050"/>
                    <a:pt x="887" y="988"/>
                    <a:pt x="88" y="38"/>
                  </a:cubicBezTo>
                  <a:cubicBezTo>
                    <a:pt x="50" y="1"/>
                    <a:pt x="0" y="51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37"/>
            <p:cNvSpPr/>
            <p:nvPr/>
          </p:nvSpPr>
          <p:spPr>
            <a:xfrm>
              <a:off x="3515075" y="1320225"/>
              <a:ext cx="30950" cy="15325"/>
            </a:xfrm>
            <a:custGeom>
              <a:avLst/>
              <a:gdLst/>
              <a:ahLst/>
              <a:cxnLst/>
              <a:rect l="l" t="t" r="r" b="b"/>
              <a:pathLst>
                <a:path w="1238" h="613" extrusionOk="0">
                  <a:moveTo>
                    <a:pt x="63" y="113"/>
                  </a:moveTo>
                  <a:cubicBezTo>
                    <a:pt x="475" y="125"/>
                    <a:pt x="862" y="288"/>
                    <a:pt x="1150" y="575"/>
                  </a:cubicBezTo>
                  <a:cubicBezTo>
                    <a:pt x="1187" y="613"/>
                    <a:pt x="1237" y="563"/>
                    <a:pt x="1212" y="525"/>
                  </a:cubicBezTo>
                  <a:cubicBezTo>
                    <a:pt x="1087" y="363"/>
                    <a:pt x="912" y="238"/>
                    <a:pt x="712" y="163"/>
                  </a:cubicBezTo>
                  <a:cubicBezTo>
                    <a:pt x="512" y="50"/>
                    <a:pt x="288" y="0"/>
                    <a:pt x="63" y="25"/>
                  </a:cubicBezTo>
                  <a:cubicBezTo>
                    <a:pt x="13" y="25"/>
                    <a:pt x="0" y="113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37"/>
            <p:cNvSpPr/>
            <p:nvPr/>
          </p:nvSpPr>
          <p:spPr>
            <a:xfrm>
              <a:off x="3512250" y="1319900"/>
              <a:ext cx="34075" cy="21900"/>
            </a:xfrm>
            <a:custGeom>
              <a:avLst/>
              <a:gdLst/>
              <a:ahLst/>
              <a:cxnLst/>
              <a:rect l="l" t="t" r="r" b="b"/>
              <a:pathLst>
                <a:path w="1363" h="876" extrusionOk="0">
                  <a:moveTo>
                    <a:pt x="1263" y="551"/>
                  </a:moveTo>
                  <a:cubicBezTo>
                    <a:pt x="825" y="751"/>
                    <a:pt x="313" y="463"/>
                    <a:pt x="126" y="51"/>
                  </a:cubicBezTo>
                  <a:cubicBezTo>
                    <a:pt x="101" y="1"/>
                    <a:pt x="1" y="38"/>
                    <a:pt x="26" y="88"/>
                  </a:cubicBezTo>
                  <a:cubicBezTo>
                    <a:pt x="226" y="576"/>
                    <a:pt x="825" y="876"/>
                    <a:pt x="1313" y="626"/>
                  </a:cubicBezTo>
                  <a:cubicBezTo>
                    <a:pt x="1363" y="601"/>
                    <a:pt x="1313" y="526"/>
                    <a:pt x="1263" y="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37"/>
            <p:cNvSpPr/>
            <p:nvPr/>
          </p:nvSpPr>
          <p:spPr>
            <a:xfrm>
              <a:off x="3177975" y="1278975"/>
              <a:ext cx="132175" cy="60025"/>
            </a:xfrm>
            <a:custGeom>
              <a:avLst/>
              <a:gdLst/>
              <a:ahLst/>
              <a:cxnLst/>
              <a:rect l="l" t="t" r="r" b="b"/>
              <a:pathLst>
                <a:path w="5287" h="2401" extrusionOk="0">
                  <a:moveTo>
                    <a:pt x="5236" y="576"/>
                  </a:moveTo>
                  <a:cubicBezTo>
                    <a:pt x="3649" y="263"/>
                    <a:pt x="213" y="1"/>
                    <a:pt x="0" y="2350"/>
                  </a:cubicBezTo>
                  <a:cubicBezTo>
                    <a:pt x="0" y="2400"/>
                    <a:pt x="63" y="2388"/>
                    <a:pt x="63" y="2350"/>
                  </a:cubicBezTo>
                  <a:cubicBezTo>
                    <a:pt x="363" y="63"/>
                    <a:pt x="3674" y="363"/>
                    <a:pt x="5211" y="651"/>
                  </a:cubicBezTo>
                  <a:cubicBezTo>
                    <a:pt x="5261" y="663"/>
                    <a:pt x="5286" y="588"/>
                    <a:pt x="5236" y="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37"/>
            <p:cNvSpPr/>
            <p:nvPr/>
          </p:nvSpPr>
          <p:spPr>
            <a:xfrm>
              <a:off x="3184525" y="1311175"/>
              <a:ext cx="61575" cy="65000"/>
            </a:xfrm>
            <a:custGeom>
              <a:avLst/>
              <a:gdLst/>
              <a:ahLst/>
              <a:cxnLst/>
              <a:rect l="l" t="t" r="r" b="b"/>
              <a:pathLst>
                <a:path w="2463" h="2600" extrusionOk="0">
                  <a:moveTo>
                    <a:pt x="950" y="25"/>
                  </a:moveTo>
                  <a:cubicBezTo>
                    <a:pt x="275" y="350"/>
                    <a:pt x="1" y="1187"/>
                    <a:pt x="450" y="1825"/>
                  </a:cubicBezTo>
                  <a:cubicBezTo>
                    <a:pt x="850" y="2412"/>
                    <a:pt x="1913" y="2599"/>
                    <a:pt x="2412" y="2025"/>
                  </a:cubicBezTo>
                  <a:cubicBezTo>
                    <a:pt x="2462" y="1975"/>
                    <a:pt x="2387" y="1900"/>
                    <a:pt x="2337" y="1950"/>
                  </a:cubicBezTo>
                  <a:cubicBezTo>
                    <a:pt x="1875" y="2474"/>
                    <a:pt x="900" y="2312"/>
                    <a:pt x="525" y="1762"/>
                  </a:cubicBezTo>
                  <a:cubicBezTo>
                    <a:pt x="126" y="1175"/>
                    <a:pt x="338" y="375"/>
                    <a:pt x="988" y="75"/>
                  </a:cubicBezTo>
                  <a:cubicBezTo>
                    <a:pt x="1025" y="63"/>
                    <a:pt x="988" y="0"/>
                    <a:pt x="9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37"/>
            <p:cNvSpPr/>
            <p:nvPr/>
          </p:nvSpPr>
          <p:spPr>
            <a:xfrm>
              <a:off x="3219825" y="1318975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751" y="1850"/>
                  </a:moveTo>
                  <a:cubicBezTo>
                    <a:pt x="1213" y="1663"/>
                    <a:pt x="1438" y="1138"/>
                    <a:pt x="1238" y="675"/>
                  </a:cubicBezTo>
                  <a:cubicBezTo>
                    <a:pt x="1050" y="213"/>
                    <a:pt x="513" y="0"/>
                    <a:pt x="51" y="200"/>
                  </a:cubicBezTo>
                  <a:cubicBezTo>
                    <a:pt x="1" y="225"/>
                    <a:pt x="38" y="300"/>
                    <a:pt x="88" y="288"/>
                  </a:cubicBezTo>
                  <a:cubicBezTo>
                    <a:pt x="513" y="163"/>
                    <a:pt x="963" y="288"/>
                    <a:pt x="1138" y="713"/>
                  </a:cubicBezTo>
                  <a:cubicBezTo>
                    <a:pt x="1300" y="1138"/>
                    <a:pt x="1113" y="1600"/>
                    <a:pt x="713" y="1787"/>
                  </a:cubicBezTo>
                  <a:cubicBezTo>
                    <a:pt x="676" y="1812"/>
                    <a:pt x="713" y="1862"/>
                    <a:pt x="751" y="1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37"/>
            <p:cNvSpPr/>
            <p:nvPr/>
          </p:nvSpPr>
          <p:spPr>
            <a:xfrm>
              <a:off x="3208275" y="1322725"/>
              <a:ext cx="17200" cy="30650"/>
            </a:xfrm>
            <a:custGeom>
              <a:avLst/>
              <a:gdLst/>
              <a:ahLst/>
              <a:cxnLst/>
              <a:rect l="l" t="t" r="r" b="b"/>
              <a:pathLst>
                <a:path w="688" h="1226" extrusionOk="0">
                  <a:moveTo>
                    <a:pt x="650" y="38"/>
                  </a:moveTo>
                  <a:cubicBezTo>
                    <a:pt x="300" y="0"/>
                    <a:pt x="63" y="375"/>
                    <a:pt x="63" y="688"/>
                  </a:cubicBezTo>
                  <a:cubicBezTo>
                    <a:pt x="50" y="988"/>
                    <a:pt x="350" y="1213"/>
                    <a:pt x="638" y="1125"/>
                  </a:cubicBezTo>
                  <a:cubicBezTo>
                    <a:pt x="688" y="1100"/>
                    <a:pt x="663" y="1013"/>
                    <a:pt x="613" y="1038"/>
                  </a:cubicBezTo>
                  <a:cubicBezTo>
                    <a:pt x="0" y="1225"/>
                    <a:pt x="63" y="75"/>
                    <a:pt x="650" y="113"/>
                  </a:cubicBezTo>
                  <a:cubicBezTo>
                    <a:pt x="688" y="113"/>
                    <a:pt x="688" y="38"/>
                    <a:pt x="650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37"/>
            <p:cNvSpPr/>
            <p:nvPr/>
          </p:nvSpPr>
          <p:spPr>
            <a:xfrm>
              <a:off x="3454150" y="131242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1750" y="75"/>
                  </a:moveTo>
                  <a:cubicBezTo>
                    <a:pt x="2112" y="1387"/>
                    <a:pt x="1300" y="2474"/>
                    <a:pt x="38" y="2799"/>
                  </a:cubicBezTo>
                  <a:cubicBezTo>
                    <a:pt x="0" y="2812"/>
                    <a:pt x="13" y="2862"/>
                    <a:pt x="38" y="2862"/>
                  </a:cubicBezTo>
                  <a:cubicBezTo>
                    <a:pt x="1425" y="2762"/>
                    <a:pt x="2212" y="1325"/>
                    <a:pt x="1825" y="50"/>
                  </a:cubicBezTo>
                  <a:cubicBezTo>
                    <a:pt x="1812" y="0"/>
                    <a:pt x="1725" y="13"/>
                    <a:pt x="1750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37"/>
            <p:cNvSpPr/>
            <p:nvPr/>
          </p:nvSpPr>
          <p:spPr>
            <a:xfrm>
              <a:off x="3796875" y="1305225"/>
              <a:ext cx="111550" cy="104375"/>
            </a:xfrm>
            <a:custGeom>
              <a:avLst/>
              <a:gdLst/>
              <a:ahLst/>
              <a:cxnLst/>
              <a:rect l="l" t="t" r="r" b="b"/>
              <a:pathLst>
                <a:path w="4462" h="4175" extrusionOk="0">
                  <a:moveTo>
                    <a:pt x="2662" y="176"/>
                  </a:moveTo>
                  <a:cubicBezTo>
                    <a:pt x="1212" y="1"/>
                    <a:pt x="38" y="1438"/>
                    <a:pt x="750" y="2787"/>
                  </a:cubicBezTo>
                  <a:cubicBezTo>
                    <a:pt x="1475" y="4175"/>
                    <a:pt x="3424" y="3950"/>
                    <a:pt x="4424" y="3025"/>
                  </a:cubicBezTo>
                  <a:cubicBezTo>
                    <a:pt x="4461" y="2987"/>
                    <a:pt x="4411" y="2937"/>
                    <a:pt x="4386" y="2962"/>
                  </a:cubicBezTo>
                  <a:cubicBezTo>
                    <a:pt x="3474" y="3612"/>
                    <a:pt x="2012" y="4062"/>
                    <a:pt x="1137" y="3125"/>
                  </a:cubicBezTo>
                  <a:cubicBezTo>
                    <a:pt x="0" y="1900"/>
                    <a:pt x="1075" y="88"/>
                    <a:pt x="2662" y="276"/>
                  </a:cubicBezTo>
                  <a:cubicBezTo>
                    <a:pt x="2724" y="288"/>
                    <a:pt x="2724" y="176"/>
                    <a:pt x="2662" y="1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37"/>
            <p:cNvSpPr/>
            <p:nvPr/>
          </p:nvSpPr>
          <p:spPr>
            <a:xfrm>
              <a:off x="3903100" y="1237750"/>
              <a:ext cx="263700" cy="146850"/>
            </a:xfrm>
            <a:custGeom>
              <a:avLst/>
              <a:gdLst/>
              <a:ahLst/>
              <a:cxnLst/>
              <a:rect l="l" t="t" r="r" b="b"/>
              <a:pathLst>
                <a:path w="10548" h="5874" extrusionOk="0">
                  <a:moveTo>
                    <a:pt x="100" y="5836"/>
                  </a:moveTo>
                  <a:cubicBezTo>
                    <a:pt x="1300" y="4162"/>
                    <a:pt x="2412" y="2062"/>
                    <a:pt x="4324" y="1138"/>
                  </a:cubicBezTo>
                  <a:cubicBezTo>
                    <a:pt x="6086" y="275"/>
                    <a:pt x="8848" y="100"/>
                    <a:pt x="10485" y="1312"/>
                  </a:cubicBezTo>
                  <a:cubicBezTo>
                    <a:pt x="10510" y="1325"/>
                    <a:pt x="10547" y="1275"/>
                    <a:pt x="10522" y="1262"/>
                  </a:cubicBezTo>
                  <a:cubicBezTo>
                    <a:pt x="9073" y="0"/>
                    <a:pt x="6586" y="138"/>
                    <a:pt x="4861" y="725"/>
                  </a:cubicBezTo>
                  <a:cubicBezTo>
                    <a:pt x="2549" y="1512"/>
                    <a:pt x="1350" y="3924"/>
                    <a:pt x="25" y="5799"/>
                  </a:cubicBezTo>
                  <a:cubicBezTo>
                    <a:pt x="0" y="5836"/>
                    <a:pt x="63" y="5874"/>
                    <a:pt x="88" y="5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37"/>
            <p:cNvSpPr/>
            <p:nvPr/>
          </p:nvSpPr>
          <p:spPr>
            <a:xfrm>
              <a:off x="4098975" y="1277425"/>
              <a:ext cx="100925" cy="84375"/>
            </a:xfrm>
            <a:custGeom>
              <a:avLst/>
              <a:gdLst/>
              <a:ahLst/>
              <a:cxnLst/>
              <a:rect l="l" t="t" r="r" b="b"/>
              <a:pathLst>
                <a:path w="4037" h="3375" extrusionOk="0">
                  <a:moveTo>
                    <a:pt x="2875" y="88"/>
                  </a:moveTo>
                  <a:cubicBezTo>
                    <a:pt x="3412" y="1025"/>
                    <a:pt x="3525" y="2400"/>
                    <a:pt x="2375" y="2950"/>
                  </a:cubicBezTo>
                  <a:cubicBezTo>
                    <a:pt x="2087" y="3062"/>
                    <a:pt x="1775" y="3100"/>
                    <a:pt x="1475" y="3062"/>
                  </a:cubicBezTo>
                  <a:cubicBezTo>
                    <a:pt x="1400" y="3050"/>
                    <a:pt x="1325" y="3075"/>
                    <a:pt x="1250" y="3062"/>
                  </a:cubicBezTo>
                  <a:cubicBezTo>
                    <a:pt x="488" y="2937"/>
                    <a:pt x="513" y="2737"/>
                    <a:pt x="438" y="2200"/>
                  </a:cubicBezTo>
                  <a:cubicBezTo>
                    <a:pt x="325" y="1300"/>
                    <a:pt x="938" y="963"/>
                    <a:pt x="1713" y="1113"/>
                  </a:cubicBezTo>
                  <a:cubicBezTo>
                    <a:pt x="2300" y="1225"/>
                    <a:pt x="2600" y="1512"/>
                    <a:pt x="3000" y="1925"/>
                  </a:cubicBezTo>
                  <a:cubicBezTo>
                    <a:pt x="3300" y="2237"/>
                    <a:pt x="3550" y="2562"/>
                    <a:pt x="3999" y="2575"/>
                  </a:cubicBezTo>
                  <a:cubicBezTo>
                    <a:pt x="4024" y="2575"/>
                    <a:pt x="4037" y="2537"/>
                    <a:pt x="3999" y="2537"/>
                  </a:cubicBezTo>
                  <a:cubicBezTo>
                    <a:pt x="3287" y="2425"/>
                    <a:pt x="2900" y="1525"/>
                    <a:pt x="2312" y="1150"/>
                  </a:cubicBezTo>
                  <a:cubicBezTo>
                    <a:pt x="1875" y="850"/>
                    <a:pt x="1325" y="800"/>
                    <a:pt x="838" y="1025"/>
                  </a:cubicBezTo>
                  <a:cubicBezTo>
                    <a:pt x="113" y="1350"/>
                    <a:pt x="0" y="2487"/>
                    <a:pt x="638" y="2987"/>
                  </a:cubicBezTo>
                  <a:cubicBezTo>
                    <a:pt x="1163" y="3375"/>
                    <a:pt x="2237" y="3250"/>
                    <a:pt x="2712" y="2887"/>
                  </a:cubicBezTo>
                  <a:cubicBezTo>
                    <a:pt x="3650" y="2187"/>
                    <a:pt x="3462" y="925"/>
                    <a:pt x="2937" y="38"/>
                  </a:cubicBezTo>
                  <a:cubicBezTo>
                    <a:pt x="2912" y="0"/>
                    <a:pt x="2837" y="38"/>
                    <a:pt x="2875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37"/>
            <p:cNvSpPr/>
            <p:nvPr/>
          </p:nvSpPr>
          <p:spPr>
            <a:xfrm>
              <a:off x="4206450" y="1331775"/>
              <a:ext cx="55625" cy="13775"/>
            </a:xfrm>
            <a:custGeom>
              <a:avLst/>
              <a:gdLst/>
              <a:ahLst/>
              <a:cxnLst/>
              <a:rect l="l" t="t" r="r" b="b"/>
              <a:pathLst>
                <a:path w="2225" h="551" extrusionOk="0">
                  <a:moveTo>
                    <a:pt x="50" y="476"/>
                  </a:moveTo>
                  <a:cubicBezTo>
                    <a:pt x="750" y="551"/>
                    <a:pt x="1600" y="501"/>
                    <a:pt x="2187" y="76"/>
                  </a:cubicBezTo>
                  <a:cubicBezTo>
                    <a:pt x="2225" y="63"/>
                    <a:pt x="2200" y="1"/>
                    <a:pt x="2162" y="13"/>
                  </a:cubicBezTo>
                  <a:cubicBezTo>
                    <a:pt x="1437" y="251"/>
                    <a:pt x="838" y="476"/>
                    <a:pt x="50" y="401"/>
                  </a:cubicBezTo>
                  <a:cubicBezTo>
                    <a:pt x="0" y="401"/>
                    <a:pt x="0" y="476"/>
                    <a:pt x="50" y="4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37"/>
            <p:cNvSpPr/>
            <p:nvPr/>
          </p:nvSpPr>
          <p:spPr>
            <a:xfrm>
              <a:off x="3934650" y="1301475"/>
              <a:ext cx="81250" cy="96575"/>
            </a:xfrm>
            <a:custGeom>
              <a:avLst/>
              <a:gdLst/>
              <a:ahLst/>
              <a:cxnLst/>
              <a:rect l="l" t="t" r="r" b="b"/>
              <a:pathLst>
                <a:path w="3250" h="3863" extrusionOk="0">
                  <a:moveTo>
                    <a:pt x="1025" y="26"/>
                  </a:moveTo>
                  <a:cubicBezTo>
                    <a:pt x="463" y="675"/>
                    <a:pt x="0" y="1488"/>
                    <a:pt x="188" y="2375"/>
                  </a:cubicBezTo>
                  <a:cubicBezTo>
                    <a:pt x="363" y="3200"/>
                    <a:pt x="1162" y="3800"/>
                    <a:pt x="2000" y="3837"/>
                  </a:cubicBezTo>
                  <a:cubicBezTo>
                    <a:pt x="2587" y="3862"/>
                    <a:pt x="3249" y="3475"/>
                    <a:pt x="3174" y="2812"/>
                  </a:cubicBezTo>
                  <a:cubicBezTo>
                    <a:pt x="3137" y="2475"/>
                    <a:pt x="2799" y="2050"/>
                    <a:pt x="2512" y="2425"/>
                  </a:cubicBezTo>
                  <a:cubicBezTo>
                    <a:pt x="2475" y="2462"/>
                    <a:pt x="2550" y="2500"/>
                    <a:pt x="2575" y="2462"/>
                  </a:cubicBezTo>
                  <a:cubicBezTo>
                    <a:pt x="3012" y="3300"/>
                    <a:pt x="2862" y="3725"/>
                    <a:pt x="2125" y="3737"/>
                  </a:cubicBezTo>
                  <a:cubicBezTo>
                    <a:pt x="1800" y="3737"/>
                    <a:pt x="1487" y="3650"/>
                    <a:pt x="1212" y="3500"/>
                  </a:cubicBezTo>
                  <a:cubicBezTo>
                    <a:pt x="775" y="3287"/>
                    <a:pt x="463" y="2900"/>
                    <a:pt x="325" y="2437"/>
                  </a:cubicBezTo>
                  <a:cubicBezTo>
                    <a:pt x="75" y="1563"/>
                    <a:pt x="538" y="738"/>
                    <a:pt x="1062" y="63"/>
                  </a:cubicBezTo>
                  <a:cubicBezTo>
                    <a:pt x="1087" y="38"/>
                    <a:pt x="1050" y="1"/>
                    <a:pt x="1025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37"/>
            <p:cNvSpPr/>
            <p:nvPr/>
          </p:nvSpPr>
          <p:spPr>
            <a:xfrm>
              <a:off x="3920275" y="1329900"/>
              <a:ext cx="23150" cy="110625"/>
            </a:xfrm>
            <a:custGeom>
              <a:avLst/>
              <a:gdLst/>
              <a:ahLst/>
              <a:cxnLst/>
              <a:rect l="l" t="t" r="r" b="b"/>
              <a:pathLst>
                <a:path w="926" h="4425" extrusionOk="0">
                  <a:moveTo>
                    <a:pt x="825" y="38"/>
                  </a:moveTo>
                  <a:cubicBezTo>
                    <a:pt x="375" y="551"/>
                    <a:pt x="263" y="1238"/>
                    <a:pt x="188" y="1913"/>
                  </a:cubicBezTo>
                  <a:cubicBezTo>
                    <a:pt x="100" y="2725"/>
                    <a:pt x="13" y="3712"/>
                    <a:pt x="538" y="4400"/>
                  </a:cubicBezTo>
                  <a:cubicBezTo>
                    <a:pt x="563" y="4425"/>
                    <a:pt x="600" y="4400"/>
                    <a:pt x="588" y="4362"/>
                  </a:cubicBezTo>
                  <a:cubicBezTo>
                    <a:pt x="0" y="3250"/>
                    <a:pt x="38" y="1101"/>
                    <a:pt x="888" y="101"/>
                  </a:cubicBezTo>
                  <a:cubicBezTo>
                    <a:pt x="925" y="63"/>
                    <a:pt x="863" y="1"/>
                    <a:pt x="825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37"/>
            <p:cNvSpPr/>
            <p:nvPr/>
          </p:nvSpPr>
          <p:spPr>
            <a:xfrm>
              <a:off x="3931200" y="1439875"/>
              <a:ext cx="11900" cy="11900"/>
            </a:xfrm>
            <a:custGeom>
              <a:avLst/>
              <a:gdLst/>
              <a:ahLst/>
              <a:cxnLst/>
              <a:rect l="l" t="t" r="r" b="b"/>
              <a:pathLst>
                <a:path w="476" h="476" extrusionOk="0">
                  <a:moveTo>
                    <a:pt x="126" y="38"/>
                  </a:moveTo>
                  <a:cubicBezTo>
                    <a:pt x="213" y="1"/>
                    <a:pt x="313" y="13"/>
                    <a:pt x="388" y="88"/>
                  </a:cubicBezTo>
                  <a:cubicBezTo>
                    <a:pt x="451" y="151"/>
                    <a:pt x="476" y="238"/>
                    <a:pt x="451" y="326"/>
                  </a:cubicBezTo>
                  <a:cubicBezTo>
                    <a:pt x="451" y="363"/>
                    <a:pt x="438" y="388"/>
                    <a:pt x="413" y="413"/>
                  </a:cubicBezTo>
                  <a:cubicBezTo>
                    <a:pt x="388" y="438"/>
                    <a:pt x="351" y="451"/>
                    <a:pt x="313" y="463"/>
                  </a:cubicBezTo>
                  <a:cubicBezTo>
                    <a:pt x="188" y="476"/>
                    <a:pt x="63" y="413"/>
                    <a:pt x="13" y="288"/>
                  </a:cubicBezTo>
                  <a:cubicBezTo>
                    <a:pt x="1" y="163"/>
                    <a:pt x="101" y="51"/>
                    <a:pt x="238" y="51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37"/>
            <p:cNvSpPr/>
            <p:nvPr/>
          </p:nvSpPr>
          <p:spPr>
            <a:xfrm>
              <a:off x="3926825" y="1437075"/>
              <a:ext cx="22225" cy="17200"/>
            </a:xfrm>
            <a:custGeom>
              <a:avLst/>
              <a:gdLst/>
              <a:ahLst/>
              <a:cxnLst/>
              <a:rect l="l" t="t" r="r" b="b"/>
              <a:pathLst>
                <a:path w="889" h="688" extrusionOk="0">
                  <a:moveTo>
                    <a:pt x="313" y="213"/>
                  </a:moveTo>
                  <a:cubicBezTo>
                    <a:pt x="588" y="238"/>
                    <a:pt x="651" y="313"/>
                    <a:pt x="476" y="413"/>
                  </a:cubicBezTo>
                  <a:cubicBezTo>
                    <a:pt x="313" y="600"/>
                    <a:pt x="301" y="525"/>
                    <a:pt x="413" y="200"/>
                  </a:cubicBezTo>
                  <a:cubicBezTo>
                    <a:pt x="451" y="175"/>
                    <a:pt x="451" y="113"/>
                    <a:pt x="401" y="113"/>
                  </a:cubicBezTo>
                  <a:cubicBezTo>
                    <a:pt x="1" y="113"/>
                    <a:pt x="88" y="688"/>
                    <a:pt x="488" y="625"/>
                  </a:cubicBezTo>
                  <a:cubicBezTo>
                    <a:pt x="888" y="563"/>
                    <a:pt x="663" y="0"/>
                    <a:pt x="276" y="88"/>
                  </a:cubicBezTo>
                  <a:cubicBezTo>
                    <a:pt x="213" y="113"/>
                    <a:pt x="238" y="213"/>
                    <a:pt x="313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37"/>
            <p:cNvSpPr/>
            <p:nvPr/>
          </p:nvSpPr>
          <p:spPr>
            <a:xfrm>
              <a:off x="4168650" y="12718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25" y="63"/>
                  </a:moveTo>
                  <a:lnTo>
                    <a:pt x="38" y="100"/>
                  </a:lnTo>
                  <a:cubicBezTo>
                    <a:pt x="50" y="125"/>
                    <a:pt x="88" y="125"/>
                    <a:pt x="100" y="100"/>
                  </a:cubicBezTo>
                  <a:lnTo>
                    <a:pt x="100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37"/>
            <p:cNvSpPr/>
            <p:nvPr/>
          </p:nvSpPr>
          <p:spPr>
            <a:xfrm>
              <a:off x="4259250" y="1315225"/>
              <a:ext cx="41875" cy="17825"/>
            </a:xfrm>
            <a:custGeom>
              <a:avLst/>
              <a:gdLst/>
              <a:ahLst/>
              <a:cxnLst/>
              <a:rect l="l" t="t" r="r" b="b"/>
              <a:pathLst>
                <a:path w="1675" h="713" extrusionOk="0">
                  <a:moveTo>
                    <a:pt x="125" y="650"/>
                  </a:moveTo>
                  <a:cubicBezTo>
                    <a:pt x="225" y="388"/>
                    <a:pt x="650" y="275"/>
                    <a:pt x="875" y="238"/>
                  </a:cubicBezTo>
                  <a:cubicBezTo>
                    <a:pt x="1125" y="200"/>
                    <a:pt x="1375" y="200"/>
                    <a:pt x="1612" y="250"/>
                  </a:cubicBezTo>
                  <a:cubicBezTo>
                    <a:pt x="1675" y="250"/>
                    <a:pt x="1675" y="163"/>
                    <a:pt x="1625" y="150"/>
                  </a:cubicBezTo>
                  <a:cubicBezTo>
                    <a:pt x="1175" y="0"/>
                    <a:pt x="225" y="88"/>
                    <a:pt x="25" y="613"/>
                  </a:cubicBezTo>
                  <a:cubicBezTo>
                    <a:pt x="0" y="675"/>
                    <a:pt x="100" y="713"/>
                    <a:pt x="125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37"/>
            <p:cNvSpPr/>
            <p:nvPr/>
          </p:nvSpPr>
          <p:spPr>
            <a:xfrm>
              <a:off x="4259250" y="13177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587" y="50"/>
                  </a:moveTo>
                  <a:cubicBezTo>
                    <a:pt x="1175" y="425"/>
                    <a:pt x="638" y="600"/>
                    <a:pt x="88" y="550"/>
                  </a:cubicBezTo>
                  <a:cubicBezTo>
                    <a:pt x="25" y="550"/>
                    <a:pt x="0" y="625"/>
                    <a:pt x="63" y="650"/>
                  </a:cubicBezTo>
                  <a:cubicBezTo>
                    <a:pt x="575" y="788"/>
                    <a:pt x="1287" y="475"/>
                    <a:pt x="1650" y="113"/>
                  </a:cubicBezTo>
                  <a:cubicBezTo>
                    <a:pt x="1687" y="75"/>
                    <a:pt x="1625" y="0"/>
                    <a:pt x="1587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1644;p37"/>
            <p:cNvSpPr/>
            <p:nvPr/>
          </p:nvSpPr>
          <p:spPr>
            <a:xfrm>
              <a:off x="4198950" y="1341475"/>
              <a:ext cx="33450" cy="30325"/>
            </a:xfrm>
            <a:custGeom>
              <a:avLst/>
              <a:gdLst/>
              <a:ahLst/>
              <a:cxnLst/>
              <a:rect l="l" t="t" r="r" b="b"/>
              <a:pathLst>
                <a:path w="1338" h="1213" extrusionOk="0">
                  <a:moveTo>
                    <a:pt x="50" y="100"/>
                  </a:moveTo>
                  <a:cubicBezTo>
                    <a:pt x="363" y="88"/>
                    <a:pt x="625" y="263"/>
                    <a:pt x="863" y="450"/>
                  </a:cubicBezTo>
                  <a:cubicBezTo>
                    <a:pt x="1088" y="625"/>
                    <a:pt x="1238" y="887"/>
                    <a:pt x="1250" y="1162"/>
                  </a:cubicBezTo>
                  <a:cubicBezTo>
                    <a:pt x="1250" y="1212"/>
                    <a:pt x="1338" y="1200"/>
                    <a:pt x="1325" y="1162"/>
                  </a:cubicBezTo>
                  <a:cubicBezTo>
                    <a:pt x="1325" y="850"/>
                    <a:pt x="1175" y="563"/>
                    <a:pt x="925" y="388"/>
                  </a:cubicBezTo>
                  <a:cubicBezTo>
                    <a:pt x="663" y="188"/>
                    <a:pt x="400" y="0"/>
                    <a:pt x="50" y="25"/>
                  </a:cubicBezTo>
                  <a:cubicBezTo>
                    <a:pt x="0" y="25"/>
                    <a:pt x="0" y="113"/>
                    <a:pt x="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37"/>
            <p:cNvSpPr/>
            <p:nvPr/>
          </p:nvSpPr>
          <p:spPr>
            <a:xfrm>
              <a:off x="4199250" y="1342100"/>
              <a:ext cx="33475" cy="29375"/>
            </a:xfrm>
            <a:custGeom>
              <a:avLst/>
              <a:gdLst/>
              <a:ahLst/>
              <a:cxnLst/>
              <a:rect l="l" t="t" r="r" b="b"/>
              <a:pathLst>
                <a:path w="1339" h="1175" extrusionOk="0">
                  <a:moveTo>
                    <a:pt x="1288" y="1100"/>
                  </a:moveTo>
                  <a:cubicBezTo>
                    <a:pt x="1026" y="1012"/>
                    <a:pt x="776" y="887"/>
                    <a:pt x="551" y="713"/>
                  </a:cubicBezTo>
                  <a:cubicBezTo>
                    <a:pt x="313" y="538"/>
                    <a:pt x="263" y="288"/>
                    <a:pt x="113" y="63"/>
                  </a:cubicBezTo>
                  <a:cubicBezTo>
                    <a:pt x="76" y="0"/>
                    <a:pt x="1" y="38"/>
                    <a:pt x="13" y="100"/>
                  </a:cubicBezTo>
                  <a:cubicBezTo>
                    <a:pt x="126" y="688"/>
                    <a:pt x="713" y="1087"/>
                    <a:pt x="1263" y="1175"/>
                  </a:cubicBezTo>
                  <a:cubicBezTo>
                    <a:pt x="1313" y="1175"/>
                    <a:pt x="1338" y="1112"/>
                    <a:pt x="1288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37"/>
            <p:cNvSpPr/>
            <p:nvPr/>
          </p:nvSpPr>
          <p:spPr>
            <a:xfrm>
              <a:off x="3890900" y="1349275"/>
              <a:ext cx="38775" cy="86875"/>
            </a:xfrm>
            <a:custGeom>
              <a:avLst/>
              <a:gdLst/>
              <a:ahLst/>
              <a:cxnLst/>
              <a:rect l="l" t="t" r="r" b="b"/>
              <a:pathLst>
                <a:path w="1551" h="3475" extrusionOk="0">
                  <a:moveTo>
                    <a:pt x="1450" y="51"/>
                  </a:moveTo>
                  <a:cubicBezTo>
                    <a:pt x="725" y="1038"/>
                    <a:pt x="238" y="2175"/>
                    <a:pt x="13" y="3387"/>
                  </a:cubicBezTo>
                  <a:cubicBezTo>
                    <a:pt x="1" y="3450"/>
                    <a:pt x="101" y="3475"/>
                    <a:pt x="113" y="3412"/>
                  </a:cubicBezTo>
                  <a:cubicBezTo>
                    <a:pt x="338" y="2213"/>
                    <a:pt x="813" y="1075"/>
                    <a:pt x="1513" y="88"/>
                  </a:cubicBezTo>
                  <a:cubicBezTo>
                    <a:pt x="1550" y="38"/>
                    <a:pt x="1475" y="1"/>
                    <a:pt x="145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37"/>
            <p:cNvSpPr/>
            <p:nvPr/>
          </p:nvSpPr>
          <p:spPr>
            <a:xfrm>
              <a:off x="3880600" y="1433625"/>
              <a:ext cx="18150" cy="16600"/>
            </a:xfrm>
            <a:custGeom>
              <a:avLst/>
              <a:gdLst/>
              <a:ahLst/>
              <a:cxnLst/>
              <a:rect l="l" t="t" r="r" b="b"/>
              <a:pathLst>
                <a:path w="726" h="664" extrusionOk="0">
                  <a:moveTo>
                    <a:pt x="475" y="151"/>
                  </a:moveTo>
                  <a:cubicBezTo>
                    <a:pt x="363" y="176"/>
                    <a:pt x="350" y="188"/>
                    <a:pt x="438" y="176"/>
                  </a:cubicBezTo>
                  <a:cubicBezTo>
                    <a:pt x="475" y="163"/>
                    <a:pt x="513" y="163"/>
                    <a:pt x="550" y="176"/>
                  </a:cubicBezTo>
                  <a:cubicBezTo>
                    <a:pt x="588" y="176"/>
                    <a:pt x="600" y="113"/>
                    <a:pt x="563" y="101"/>
                  </a:cubicBezTo>
                  <a:cubicBezTo>
                    <a:pt x="350" y="1"/>
                    <a:pt x="0" y="238"/>
                    <a:pt x="250" y="451"/>
                  </a:cubicBezTo>
                  <a:cubicBezTo>
                    <a:pt x="513" y="663"/>
                    <a:pt x="725" y="288"/>
                    <a:pt x="538" y="88"/>
                  </a:cubicBezTo>
                  <a:cubicBezTo>
                    <a:pt x="500" y="38"/>
                    <a:pt x="450" y="101"/>
                    <a:pt x="47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37"/>
            <p:cNvSpPr/>
            <p:nvPr/>
          </p:nvSpPr>
          <p:spPr>
            <a:xfrm>
              <a:off x="3936525" y="1338025"/>
              <a:ext cx="30325" cy="81875"/>
            </a:xfrm>
            <a:custGeom>
              <a:avLst/>
              <a:gdLst/>
              <a:ahLst/>
              <a:cxnLst/>
              <a:rect l="l" t="t" r="r" b="b"/>
              <a:pathLst>
                <a:path w="1213" h="3275" extrusionOk="0">
                  <a:moveTo>
                    <a:pt x="125" y="63"/>
                  </a:moveTo>
                  <a:cubicBezTo>
                    <a:pt x="0" y="1163"/>
                    <a:pt x="213" y="2538"/>
                    <a:pt x="1150" y="3262"/>
                  </a:cubicBezTo>
                  <a:cubicBezTo>
                    <a:pt x="1175" y="3275"/>
                    <a:pt x="1212" y="3250"/>
                    <a:pt x="1187" y="3212"/>
                  </a:cubicBezTo>
                  <a:cubicBezTo>
                    <a:pt x="413" y="2275"/>
                    <a:pt x="88" y="1275"/>
                    <a:pt x="225" y="63"/>
                  </a:cubicBezTo>
                  <a:cubicBezTo>
                    <a:pt x="225" y="1"/>
                    <a:pt x="138" y="1"/>
                    <a:pt x="1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37"/>
            <p:cNvSpPr/>
            <p:nvPr/>
          </p:nvSpPr>
          <p:spPr>
            <a:xfrm>
              <a:off x="3963375" y="1414575"/>
              <a:ext cx="13475" cy="15650"/>
            </a:xfrm>
            <a:custGeom>
              <a:avLst/>
              <a:gdLst/>
              <a:ahLst/>
              <a:cxnLst/>
              <a:rect l="l" t="t" r="r" b="b"/>
              <a:pathLst>
                <a:path w="539" h="626" extrusionOk="0">
                  <a:moveTo>
                    <a:pt x="413" y="263"/>
                  </a:moveTo>
                  <a:cubicBezTo>
                    <a:pt x="326" y="263"/>
                    <a:pt x="313" y="275"/>
                    <a:pt x="363" y="338"/>
                  </a:cubicBezTo>
                  <a:cubicBezTo>
                    <a:pt x="388" y="363"/>
                    <a:pt x="426" y="350"/>
                    <a:pt x="438" y="313"/>
                  </a:cubicBezTo>
                  <a:cubicBezTo>
                    <a:pt x="438" y="25"/>
                    <a:pt x="1" y="0"/>
                    <a:pt x="38" y="300"/>
                  </a:cubicBezTo>
                  <a:cubicBezTo>
                    <a:pt x="38" y="625"/>
                    <a:pt x="538" y="575"/>
                    <a:pt x="488" y="263"/>
                  </a:cubicBezTo>
                  <a:cubicBezTo>
                    <a:pt x="476" y="225"/>
                    <a:pt x="426" y="225"/>
                    <a:pt x="4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37"/>
            <p:cNvSpPr/>
            <p:nvPr/>
          </p:nvSpPr>
          <p:spPr>
            <a:xfrm>
              <a:off x="4139900" y="1254625"/>
              <a:ext cx="237775" cy="60000"/>
            </a:xfrm>
            <a:custGeom>
              <a:avLst/>
              <a:gdLst/>
              <a:ahLst/>
              <a:cxnLst/>
              <a:rect l="l" t="t" r="r" b="b"/>
              <a:pathLst>
                <a:path w="9511" h="2400" extrusionOk="0">
                  <a:moveTo>
                    <a:pt x="38" y="75"/>
                  </a:moveTo>
                  <a:cubicBezTo>
                    <a:pt x="1813" y="762"/>
                    <a:pt x="3137" y="1475"/>
                    <a:pt x="5049" y="1662"/>
                  </a:cubicBezTo>
                  <a:cubicBezTo>
                    <a:pt x="6774" y="1837"/>
                    <a:pt x="8023" y="1437"/>
                    <a:pt x="9448" y="475"/>
                  </a:cubicBezTo>
                  <a:cubicBezTo>
                    <a:pt x="9511" y="438"/>
                    <a:pt x="9448" y="338"/>
                    <a:pt x="9386" y="375"/>
                  </a:cubicBezTo>
                  <a:cubicBezTo>
                    <a:pt x="6061" y="2400"/>
                    <a:pt x="3387" y="1262"/>
                    <a:pt x="63" y="13"/>
                  </a:cubicBezTo>
                  <a:cubicBezTo>
                    <a:pt x="26" y="0"/>
                    <a:pt x="1" y="50"/>
                    <a:pt x="3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37"/>
            <p:cNvSpPr/>
            <p:nvPr/>
          </p:nvSpPr>
          <p:spPr>
            <a:xfrm>
              <a:off x="3860900" y="1309600"/>
              <a:ext cx="31900" cy="49400"/>
            </a:xfrm>
            <a:custGeom>
              <a:avLst/>
              <a:gdLst/>
              <a:ahLst/>
              <a:cxnLst/>
              <a:rect l="l" t="t" r="r" b="b"/>
              <a:pathLst>
                <a:path w="1276" h="1976" extrusionOk="0">
                  <a:moveTo>
                    <a:pt x="38" y="63"/>
                  </a:moveTo>
                  <a:cubicBezTo>
                    <a:pt x="451" y="151"/>
                    <a:pt x="851" y="350"/>
                    <a:pt x="1026" y="763"/>
                  </a:cubicBezTo>
                  <a:cubicBezTo>
                    <a:pt x="1251" y="1263"/>
                    <a:pt x="976" y="1838"/>
                    <a:pt x="401" y="1863"/>
                  </a:cubicBezTo>
                  <a:cubicBezTo>
                    <a:pt x="326" y="1850"/>
                    <a:pt x="326" y="1963"/>
                    <a:pt x="401" y="1975"/>
                  </a:cubicBezTo>
                  <a:cubicBezTo>
                    <a:pt x="901" y="1963"/>
                    <a:pt x="1276" y="1538"/>
                    <a:pt x="1213" y="1050"/>
                  </a:cubicBezTo>
                  <a:cubicBezTo>
                    <a:pt x="1163" y="438"/>
                    <a:pt x="613" y="101"/>
                    <a:pt x="63" y="1"/>
                  </a:cubicBezTo>
                  <a:cubicBezTo>
                    <a:pt x="26" y="1"/>
                    <a:pt x="1" y="51"/>
                    <a:pt x="51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37"/>
            <p:cNvSpPr/>
            <p:nvPr/>
          </p:nvSpPr>
          <p:spPr>
            <a:xfrm>
              <a:off x="4075225" y="1283975"/>
              <a:ext cx="62825" cy="31575"/>
            </a:xfrm>
            <a:custGeom>
              <a:avLst/>
              <a:gdLst/>
              <a:ahLst/>
              <a:cxnLst/>
              <a:rect l="l" t="t" r="r" b="b"/>
              <a:pathLst>
                <a:path w="2513" h="1263" extrusionOk="0">
                  <a:moveTo>
                    <a:pt x="2450" y="651"/>
                  </a:moveTo>
                  <a:cubicBezTo>
                    <a:pt x="2150" y="638"/>
                    <a:pt x="1850" y="701"/>
                    <a:pt x="1588" y="851"/>
                  </a:cubicBezTo>
                  <a:cubicBezTo>
                    <a:pt x="888" y="1151"/>
                    <a:pt x="201" y="851"/>
                    <a:pt x="88" y="51"/>
                  </a:cubicBezTo>
                  <a:cubicBezTo>
                    <a:pt x="88" y="1"/>
                    <a:pt x="13" y="13"/>
                    <a:pt x="26" y="51"/>
                  </a:cubicBezTo>
                  <a:cubicBezTo>
                    <a:pt x="1" y="501"/>
                    <a:pt x="276" y="901"/>
                    <a:pt x="701" y="1051"/>
                  </a:cubicBezTo>
                  <a:cubicBezTo>
                    <a:pt x="1325" y="1263"/>
                    <a:pt x="1825" y="713"/>
                    <a:pt x="2450" y="738"/>
                  </a:cubicBezTo>
                  <a:cubicBezTo>
                    <a:pt x="2513" y="738"/>
                    <a:pt x="2513" y="651"/>
                    <a:pt x="2450" y="6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37"/>
            <p:cNvSpPr/>
            <p:nvPr/>
          </p:nvSpPr>
          <p:spPr>
            <a:xfrm>
              <a:off x="4073975" y="1268675"/>
              <a:ext cx="30950" cy="21275"/>
            </a:xfrm>
            <a:custGeom>
              <a:avLst/>
              <a:gdLst/>
              <a:ahLst/>
              <a:cxnLst/>
              <a:rect l="l" t="t" r="r" b="b"/>
              <a:pathLst>
                <a:path w="1238" h="851" extrusionOk="0">
                  <a:moveTo>
                    <a:pt x="188" y="800"/>
                  </a:moveTo>
                  <a:cubicBezTo>
                    <a:pt x="1" y="275"/>
                    <a:pt x="851" y="38"/>
                    <a:pt x="1175" y="288"/>
                  </a:cubicBezTo>
                  <a:cubicBezTo>
                    <a:pt x="1200" y="313"/>
                    <a:pt x="1238" y="263"/>
                    <a:pt x="1225" y="238"/>
                  </a:cubicBezTo>
                  <a:cubicBezTo>
                    <a:pt x="1063" y="0"/>
                    <a:pt x="676" y="63"/>
                    <a:pt x="451" y="163"/>
                  </a:cubicBezTo>
                  <a:cubicBezTo>
                    <a:pt x="176" y="275"/>
                    <a:pt x="1" y="525"/>
                    <a:pt x="113" y="813"/>
                  </a:cubicBezTo>
                  <a:cubicBezTo>
                    <a:pt x="138" y="850"/>
                    <a:pt x="201" y="838"/>
                    <a:pt x="188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37"/>
            <p:cNvSpPr/>
            <p:nvPr/>
          </p:nvSpPr>
          <p:spPr>
            <a:xfrm>
              <a:off x="3834050" y="1371450"/>
              <a:ext cx="81250" cy="56275"/>
            </a:xfrm>
            <a:custGeom>
              <a:avLst/>
              <a:gdLst/>
              <a:ahLst/>
              <a:cxnLst/>
              <a:rect l="l" t="t" r="r" b="b"/>
              <a:pathLst>
                <a:path w="3250" h="2251" extrusionOk="0">
                  <a:moveTo>
                    <a:pt x="3162" y="38"/>
                  </a:moveTo>
                  <a:cubicBezTo>
                    <a:pt x="2362" y="988"/>
                    <a:pt x="1475" y="2063"/>
                    <a:pt x="88" y="1875"/>
                  </a:cubicBezTo>
                  <a:cubicBezTo>
                    <a:pt x="25" y="1863"/>
                    <a:pt x="0" y="1950"/>
                    <a:pt x="63" y="1963"/>
                  </a:cubicBezTo>
                  <a:cubicBezTo>
                    <a:pt x="1462" y="2250"/>
                    <a:pt x="2425" y="1051"/>
                    <a:pt x="3224" y="88"/>
                  </a:cubicBezTo>
                  <a:cubicBezTo>
                    <a:pt x="3249" y="51"/>
                    <a:pt x="3199" y="1"/>
                    <a:pt x="3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37"/>
            <p:cNvSpPr/>
            <p:nvPr/>
          </p:nvSpPr>
          <p:spPr>
            <a:xfrm>
              <a:off x="4063675" y="1320225"/>
              <a:ext cx="30950" cy="15025"/>
            </a:xfrm>
            <a:custGeom>
              <a:avLst/>
              <a:gdLst/>
              <a:ahLst/>
              <a:cxnLst/>
              <a:rect l="l" t="t" r="r" b="b"/>
              <a:pathLst>
                <a:path w="1238" h="601" extrusionOk="0">
                  <a:moveTo>
                    <a:pt x="1175" y="13"/>
                  </a:moveTo>
                  <a:cubicBezTo>
                    <a:pt x="950" y="0"/>
                    <a:pt x="725" y="50"/>
                    <a:pt x="525" y="163"/>
                  </a:cubicBezTo>
                  <a:cubicBezTo>
                    <a:pt x="325" y="225"/>
                    <a:pt x="150" y="350"/>
                    <a:pt x="25" y="513"/>
                  </a:cubicBezTo>
                  <a:cubicBezTo>
                    <a:pt x="0" y="563"/>
                    <a:pt x="50" y="600"/>
                    <a:pt x="100" y="575"/>
                  </a:cubicBezTo>
                  <a:cubicBezTo>
                    <a:pt x="388" y="288"/>
                    <a:pt x="763" y="125"/>
                    <a:pt x="1175" y="100"/>
                  </a:cubicBezTo>
                  <a:cubicBezTo>
                    <a:pt x="1238" y="100"/>
                    <a:pt x="1225" y="13"/>
                    <a:pt x="1175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37"/>
            <p:cNvSpPr/>
            <p:nvPr/>
          </p:nvSpPr>
          <p:spPr>
            <a:xfrm>
              <a:off x="4063350" y="1319900"/>
              <a:ext cx="34075" cy="21900"/>
            </a:xfrm>
            <a:custGeom>
              <a:avLst/>
              <a:gdLst/>
              <a:ahLst/>
              <a:cxnLst/>
              <a:rect l="l" t="t" r="r" b="b"/>
              <a:pathLst>
                <a:path w="1363" h="876" extrusionOk="0">
                  <a:moveTo>
                    <a:pt x="51" y="638"/>
                  </a:moveTo>
                  <a:cubicBezTo>
                    <a:pt x="538" y="876"/>
                    <a:pt x="1151" y="576"/>
                    <a:pt x="1338" y="88"/>
                  </a:cubicBezTo>
                  <a:cubicBezTo>
                    <a:pt x="1363" y="38"/>
                    <a:pt x="1276" y="1"/>
                    <a:pt x="1251" y="51"/>
                  </a:cubicBezTo>
                  <a:cubicBezTo>
                    <a:pt x="1051" y="463"/>
                    <a:pt x="538" y="763"/>
                    <a:pt x="101" y="551"/>
                  </a:cubicBezTo>
                  <a:cubicBezTo>
                    <a:pt x="51" y="526"/>
                    <a:pt x="1" y="601"/>
                    <a:pt x="51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37"/>
            <p:cNvSpPr/>
            <p:nvPr/>
          </p:nvSpPr>
          <p:spPr>
            <a:xfrm>
              <a:off x="4299850" y="1278975"/>
              <a:ext cx="132500" cy="60025"/>
            </a:xfrm>
            <a:custGeom>
              <a:avLst/>
              <a:gdLst/>
              <a:ahLst/>
              <a:cxnLst/>
              <a:rect l="l" t="t" r="r" b="b"/>
              <a:pathLst>
                <a:path w="5300" h="2401" extrusionOk="0">
                  <a:moveTo>
                    <a:pt x="63" y="651"/>
                  </a:moveTo>
                  <a:cubicBezTo>
                    <a:pt x="1600" y="363"/>
                    <a:pt x="4912" y="51"/>
                    <a:pt x="5224" y="2350"/>
                  </a:cubicBezTo>
                  <a:cubicBezTo>
                    <a:pt x="5224" y="2388"/>
                    <a:pt x="5299" y="2400"/>
                    <a:pt x="5287" y="2350"/>
                  </a:cubicBezTo>
                  <a:cubicBezTo>
                    <a:pt x="5075" y="1"/>
                    <a:pt x="1638" y="276"/>
                    <a:pt x="51" y="576"/>
                  </a:cubicBezTo>
                  <a:cubicBezTo>
                    <a:pt x="1" y="588"/>
                    <a:pt x="26" y="663"/>
                    <a:pt x="76" y="6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37"/>
            <p:cNvSpPr/>
            <p:nvPr/>
          </p:nvSpPr>
          <p:spPr>
            <a:xfrm>
              <a:off x="4363900" y="1311175"/>
              <a:ext cx="60950" cy="65000"/>
            </a:xfrm>
            <a:custGeom>
              <a:avLst/>
              <a:gdLst/>
              <a:ahLst/>
              <a:cxnLst/>
              <a:rect l="l" t="t" r="r" b="b"/>
              <a:pathLst>
                <a:path w="2438" h="2600" extrusionOk="0">
                  <a:moveTo>
                    <a:pt x="1463" y="75"/>
                  </a:moveTo>
                  <a:cubicBezTo>
                    <a:pt x="2088" y="400"/>
                    <a:pt x="2350" y="1175"/>
                    <a:pt x="1938" y="1762"/>
                  </a:cubicBezTo>
                  <a:cubicBezTo>
                    <a:pt x="1550" y="2299"/>
                    <a:pt x="588" y="2474"/>
                    <a:pt x="113" y="1950"/>
                  </a:cubicBezTo>
                  <a:cubicBezTo>
                    <a:pt x="76" y="1900"/>
                    <a:pt x="1" y="1975"/>
                    <a:pt x="38" y="2025"/>
                  </a:cubicBezTo>
                  <a:cubicBezTo>
                    <a:pt x="538" y="2599"/>
                    <a:pt x="1600" y="2412"/>
                    <a:pt x="2013" y="1825"/>
                  </a:cubicBezTo>
                  <a:cubicBezTo>
                    <a:pt x="2438" y="1187"/>
                    <a:pt x="2200" y="325"/>
                    <a:pt x="1500" y="13"/>
                  </a:cubicBezTo>
                  <a:cubicBezTo>
                    <a:pt x="1463" y="0"/>
                    <a:pt x="1438" y="50"/>
                    <a:pt x="147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37"/>
            <p:cNvSpPr/>
            <p:nvPr/>
          </p:nvSpPr>
          <p:spPr>
            <a:xfrm>
              <a:off x="4353900" y="1318975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726" y="1787"/>
                  </a:moveTo>
                  <a:cubicBezTo>
                    <a:pt x="326" y="1600"/>
                    <a:pt x="138" y="1138"/>
                    <a:pt x="301" y="725"/>
                  </a:cubicBezTo>
                  <a:cubicBezTo>
                    <a:pt x="476" y="275"/>
                    <a:pt x="926" y="163"/>
                    <a:pt x="1363" y="288"/>
                  </a:cubicBezTo>
                  <a:cubicBezTo>
                    <a:pt x="1400" y="300"/>
                    <a:pt x="1438" y="225"/>
                    <a:pt x="1388" y="200"/>
                  </a:cubicBezTo>
                  <a:cubicBezTo>
                    <a:pt x="938" y="0"/>
                    <a:pt x="401" y="213"/>
                    <a:pt x="201" y="675"/>
                  </a:cubicBezTo>
                  <a:cubicBezTo>
                    <a:pt x="1" y="1138"/>
                    <a:pt x="226" y="1675"/>
                    <a:pt x="688" y="1850"/>
                  </a:cubicBezTo>
                  <a:cubicBezTo>
                    <a:pt x="738" y="1862"/>
                    <a:pt x="763" y="1812"/>
                    <a:pt x="726" y="1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37"/>
            <p:cNvSpPr/>
            <p:nvPr/>
          </p:nvSpPr>
          <p:spPr>
            <a:xfrm>
              <a:off x="4384200" y="1322725"/>
              <a:ext cx="17225" cy="30650"/>
            </a:xfrm>
            <a:custGeom>
              <a:avLst/>
              <a:gdLst/>
              <a:ahLst/>
              <a:cxnLst/>
              <a:rect l="l" t="t" r="r" b="b"/>
              <a:pathLst>
                <a:path w="689" h="1226" extrusionOk="0">
                  <a:moveTo>
                    <a:pt x="51" y="113"/>
                  </a:moveTo>
                  <a:cubicBezTo>
                    <a:pt x="638" y="75"/>
                    <a:pt x="688" y="1225"/>
                    <a:pt x="76" y="1038"/>
                  </a:cubicBezTo>
                  <a:cubicBezTo>
                    <a:pt x="26" y="1013"/>
                    <a:pt x="1" y="1100"/>
                    <a:pt x="63" y="1125"/>
                  </a:cubicBezTo>
                  <a:cubicBezTo>
                    <a:pt x="351" y="1213"/>
                    <a:pt x="638" y="988"/>
                    <a:pt x="626" y="688"/>
                  </a:cubicBezTo>
                  <a:cubicBezTo>
                    <a:pt x="626" y="375"/>
                    <a:pt x="388" y="0"/>
                    <a:pt x="38" y="38"/>
                  </a:cubicBezTo>
                  <a:cubicBezTo>
                    <a:pt x="1" y="38"/>
                    <a:pt x="1" y="113"/>
                    <a:pt x="51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37"/>
            <p:cNvSpPr/>
            <p:nvPr/>
          </p:nvSpPr>
          <p:spPr>
            <a:xfrm>
              <a:off x="4100225" y="131242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375" y="50"/>
                  </a:moveTo>
                  <a:cubicBezTo>
                    <a:pt x="0" y="1325"/>
                    <a:pt x="775" y="2762"/>
                    <a:pt x="2175" y="2862"/>
                  </a:cubicBezTo>
                  <a:cubicBezTo>
                    <a:pt x="2200" y="2862"/>
                    <a:pt x="2212" y="2812"/>
                    <a:pt x="2175" y="2812"/>
                  </a:cubicBezTo>
                  <a:cubicBezTo>
                    <a:pt x="913" y="2474"/>
                    <a:pt x="100" y="1400"/>
                    <a:pt x="450" y="75"/>
                  </a:cubicBezTo>
                  <a:cubicBezTo>
                    <a:pt x="463" y="25"/>
                    <a:pt x="388" y="0"/>
                    <a:pt x="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37"/>
            <p:cNvSpPr/>
            <p:nvPr/>
          </p:nvSpPr>
          <p:spPr>
            <a:xfrm>
              <a:off x="3780925" y="1389575"/>
              <a:ext cx="20025" cy="15350"/>
            </a:xfrm>
            <a:custGeom>
              <a:avLst/>
              <a:gdLst/>
              <a:ahLst/>
              <a:cxnLst/>
              <a:rect l="l" t="t" r="r" b="b"/>
              <a:pathLst>
                <a:path w="801" h="614" extrusionOk="0">
                  <a:moveTo>
                    <a:pt x="676" y="51"/>
                  </a:moveTo>
                  <a:cubicBezTo>
                    <a:pt x="538" y="276"/>
                    <a:pt x="301" y="438"/>
                    <a:pt x="38" y="501"/>
                  </a:cubicBezTo>
                  <a:cubicBezTo>
                    <a:pt x="1" y="526"/>
                    <a:pt x="1" y="613"/>
                    <a:pt x="63" y="601"/>
                  </a:cubicBezTo>
                  <a:cubicBezTo>
                    <a:pt x="363" y="563"/>
                    <a:pt x="626" y="376"/>
                    <a:pt x="763" y="101"/>
                  </a:cubicBezTo>
                  <a:cubicBezTo>
                    <a:pt x="801" y="51"/>
                    <a:pt x="713" y="1"/>
                    <a:pt x="6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37"/>
            <p:cNvSpPr/>
            <p:nvPr/>
          </p:nvSpPr>
          <p:spPr>
            <a:xfrm>
              <a:off x="3780300" y="1402400"/>
              <a:ext cx="16900" cy="5950"/>
            </a:xfrm>
            <a:custGeom>
              <a:avLst/>
              <a:gdLst/>
              <a:ahLst/>
              <a:cxnLst/>
              <a:rect l="l" t="t" r="r" b="b"/>
              <a:pathLst>
                <a:path w="676" h="238" extrusionOk="0">
                  <a:moveTo>
                    <a:pt x="63" y="125"/>
                  </a:moveTo>
                  <a:cubicBezTo>
                    <a:pt x="238" y="213"/>
                    <a:pt x="426" y="238"/>
                    <a:pt x="613" y="213"/>
                  </a:cubicBezTo>
                  <a:cubicBezTo>
                    <a:pt x="676" y="200"/>
                    <a:pt x="651" y="100"/>
                    <a:pt x="601" y="100"/>
                  </a:cubicBezTo>
                  <a:cubicBezTo>
                    <a:pt x="426" y="100"/>
                    <a:pt x="263" y="75"/>
                    <a:pt x="101" y="25"/>
                  </a:cubicBezTo>
                  <a:cubicBezTo>
                    <a:pt x="26" y="0"/>
                    <a:pt x="1" y="100"/>
                    <a:pt x="63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37"/>
            <p:cNvSpPr/>
            <p:nvPr/>
          </p:nvSpPr>
          <p:spPr>
            <a:xfrm>
              <a:off x="3799050" y="1384900"/>
              <a:ext cx="9400" cy="7525"/>
            </a:xfrm>
            <a:custGeom>
              <a:avLst/>
              <a:gdLst/>
              <a:ahLst/>
              <a:cxnLst/>
              <a:rect l="l" t="t" r="r" b="b"/>
              <a:pathLst>
                <a:path w="376" h="301" extrusionOk="0">
                  <a:moveTo>
                    <a:pt x="113" y="225"/>
                  </a:moveTo>
                  <a:cubicBezTo>
                    <a:pt x="163" y="188"/>
                    <a:pt x="238" y="213"/>
                    <a:pt x="276" y="263"/>
                  </a:cubicBezTo>
                  <a:cubicBezTo>
                    <a:pt x="301" y="300"/>
                    <a:pt x="376" y="263"/>
                    <a:pt x="351" y="213"/>
                  </a:cubicBezTo>
                  <a:cubicBezTo>
                    <a:pt x="301" y="63"/>
                    <a:pt x="126" y="0"/>
                    <a:pt x="38" y="163"/>
                  </a:cubicBezTo>
                  <a:cubicBezTo>
                    <a:pt x="1" y="213"/>
                    <a:pt x="76" y="263"/>
                    <a:pt x="11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37"/>
            <p:cNvSpPr/>
            <p:nvPr/>
          </p:nvSpPr>
          <p:spPr>
            <a:xfrm>
              <a:off x="3806550" y="1390200"/>
              <a:ext cx="20025" cy="15650"/>
            </a:xfrm>
            <a:custGeom>
              <a:avLst/>
              <a:gdLst/>
              <a:ahLst/>
              <a:cxnLst/>
              <a:rect l="l" t="t" r="r" b="b"/>
              <a:pathLst>
                <a:path w="801" h="626" extrusionOk="0">
                  <a:moveTo>
                    <a:pt x="26" y="88"/>
                  </a:moveTo>
                  <a:cubicBezTo>
                    <a:pt x="188" y="338"/>
                    <a:pt x="450" y="626"/>
                    <a:pt x="763" y="563"/>
                  </a:cubicBezTo>
                  <a:cubicBezTo>
                    <a:pt x="800" y="551"/>
                    <a:pt x="800" y="488"/>
                    <a:pt x="763" y="476"/>
                  </a:cubicBezTo>
                  <a:cubicBezTo>
                    <a:pt x="488" y="413"/>
                    <a:pt x="250" y="263"/>
                    <a:pt x="101" y="38"/>
                  </a:cubicBezTo>
                  <a:cubicBezTo>
                    <a:pt x="63" y="1"/>
                    <a:pt x="1" y="51"/>
                    <a:pt x="26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37"/>
            <p:cNvSpPr/>
            <p:nvPr/>
          </p:nvSpPr>
          <p:spPr>
            <a:xfrm>
              <a:off x="3801875" y="1399900"/>
              <a:ext cx="24375" cy="10325"/>
            </a:xfrm>
            <a:custGeom>
              <a:avLst/>
              <a:gdLst/>
              <a:ahLst/>
              <a:cxnLst/>
              <a:rect l="l" t="t" r="r" b="b"/>
              <a:pathLst>
                <a:path w="975" h="413" extrusionOk="0">
                  <a:moveTo>
                    <a:pt x="862" y="125"/>
                  </a:moveTo>
                  <a:cubicBezTo>
                    <a:pt x="612" y="288"/>
                    <a:pt x="362" y="225"/>
                    <a:pt x="138" y="50"/>
                  </a:cubicBezTo>
                  <a:cubicBezTo>
                    <a:pt x="88" y="0"/>
                    <a:pt x="0" y="88"/>
                    <a:pt x="63" y="138"/>
                  </a:cubicBezTo>
                  <a:cubicBezTo>
                    <a:pt x="288" y="375"/>
                    <a:pt x="662" y="412"/>
                    <a:pt x="925" y="200"/>
                  </a:cubicBezTo>
                  <a:cubicBezTo>
                    <a:pt x="975" y="163"/>
                    <a:pt x="912" y="88"/>
                    <a:pt x="862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37"/>
            <p:cNvSpPr/>
            <p:nvPr/>
          </p:nvSpPr>
          <p:spPr>
            <a:xfrm>
              <a:off x="3791550" y="1399900"/>
              <a:ext cx="13475" cy="7825"/>
            </a:xfrm>
            <a:custGeom>
              <a:avLst/>
              <a:gdLst/>
              <a:ahLst/>
              <a:cxnLst/>
              <a:rect l="l" t="t" r="r" b="b"/>
              <a:pathLst>
                <a:path w="539" h="313" extrusionOk="0">
                  <a:moveTo>
                    <a:pt x="413" y="50"/>
                  </a:moveTo>
                  <a:cubicBezTo>
                    <a:pt x="313" y="138"/>
                    <a:pt x="188" y="200"/>
                    <a:pt x="63" y="213"/>
                  </a:cubicBezTo>
                  <a:cubicBezTo>
                    <a:pt x="1" y="213"/>
                    <a:pt x="26" y="300"/>
                    <a:pt x="76" y="300"/>
                  </a:cubicBezTo>
                  <a:cubicBezTo>
                    <a:pt x="238" y="313"/>
                    <a:pt x="388" y="250"/>
                    <a:pt x="501" y="138"/>
                  </a:cubicBezTo>
                  <a:cubicBezTo>
                    <a:pt x="538" y="75"/>
                    <a:pt x="476" y="0"/>
                    <a:pt x="413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37"/>
            <p:cNvSpPr/>
            <p:nvPr/>
          </p:nvSpPr>
          <p:spPr>
            <a:xfrm>
              <a:off x="3796550" y="1409275"/>
              <a:ext cx="14400" cy="12500"/>
            </a:xfrm>
            <a:custGeom>
              <a:avLst/>
              <a:gdLst/>
              <a:ahLst/>
              <a:cxnLst/>
              <a:rect l="l" t="t" r="r" b="b"/>
              <a:pathLst>
                <a:path w="576" h="500" extrusionOk="0">
                  <a:moveTo>
                    <a:pt x="301" y="25"/>
                  </a:moveTo>
                  <a:cubicBezTo>
                    <a:pt x="176" y="37"/>
                    <a:pt x="38" y="75"/>
                    <a:pt x="26" y="212"/>
                  </a:cubicBezTo>
                  <a:cubicBezTo>
                    <a:pt x="1" y="337"/>
                    <a:pt x="101" y="437"/>
                    <a:pt x="213" y="437"/>
                  </a:cubicBezTo>
                  <a:cubicBezTo>
                    <a:pt x="513" y="500"/>
                    <a:pt x="575" y="37"/>
                    <a:pt x="276" y="13"/>
                  </a:cubicBezTo>
                  <a:cubicBezTo>
                    <a:pt x="201" y="0"/>
                    <a:pt x="188" y="125"/>
                    <a:pt x="263" y="137"/>
                  </a:cubicBezTo>
                  <a:lnTo>
                    <a:pt x="301" y="150"/>
                  </a:lnTo>
                  <a:cubicBezTo>
                    <a:pt x="376" y="150"/>
                    <a:pt x="376" y="25"/>
                    <a:pt x="301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37"/>
            <p:cNvSpPr/>
            <p:nvPr/>
          </p:nvSpPr>
          <p:spPr>
            <a:xfrm>
              <a:off x="3796550" y="4276950"/>
              <a:ext cx="111875" cy="104375"/>
            </a:xfrm>
            <a:custGeom>
              <a:avLst/>
              <a:gdLst/>
              <a:ahLst/>
              <a:cxnLst/>
              <a:rect l="l" t="t" r="r" b="b"/>
              <a:pathLst>
                <a:path w="4475" h="4175" extrusionOk="0">
                  <a:moveTo>
                    <a:pt x="2675" y="3887"/>
                  </a:moveTo>
                  <a:cubicBezTo>
                    <a:pt x="1100" y="4074"/>
                    <a:pt x="1" y="2275"/>
                    <a:pt x="1150" y="1050"/>
                  </a:cubicBezTo>
                  <a:cubicBezTo>
                    <a:pt x="2025" y="113"/>
                    <a:pt x="3487" y="563"/>
                    <a:pt x="4399" y="1212"/>
                  </a:cubicBezTo>
                  <a:cubicBezTo>
                    <a:pt x="4424" y="1237"/>
                    <a:pt x="4474" y="1175"/>
                    <a:pt x="4437" y="1150"/>
                  </a:cubicBezTo>
                  <a:cubicBezTo>
                    <a:pt x="3425" y="213"/>
                    <a:pt x="1488" y="0"/>
                    <a:pt x="763" y="1375"/>
                  </a:cubicBezTo>
                  <a:cubicBezTo>
                    <a:pt x="51" y="2725"/>
                    <a:pt x="1225" y="4174"/>
                    <a:pt x="2675" y="3999"/>
                  </a:cubicBezTo>
                  <a:cubicBezTo>
                    <a:pt x="2737" y="3999"/>
                    <a:pt x="2737" y="3874"/>
                    <a:pt x="2675" y="38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37"/>
            <p:cNvSpPr/>
            <p:nvPr/>
          </p:nvSpPr>
          <p:spPr>
            <a:xfrm>
              <a:off x="3903400" y="4301950"/>
              <a:ext cx="263400" cy="146850"/>
            </a:xfrm>
            <a:custGeom>
              <a:avLst/>
              <a:gdLst/>
              <a:ahLst/>
              <a:cxnLst/>
              <a:rect l="l" t="t" r="r" b="b"/>
              <a:pathLst>
                <a:path w="10536" h="5874" extrusionOk="0">
                  <a:moveTo>
                    <a:pt x="26" y="75"/>
                  </a:moveTo>
                  <a:cubicBezTo>
                    <a:pt x="1338" y="1950"/>
                    <a:pt x="2537" y="4361"/>
                    <a:pt x="4862" y="5136"/>
                  </a:cubicBezTo>
                  <a:cubicBezTo>
                    <a:pt x="6586" y="5724"/>
                    <a:pt x="9073" y="5873"/>
                    <a:pt x="10510" y="4611"/>
                  </a:cubicBezTo>
                  <a:cubicBezTo>
                    <a:pt x="10535" y="4586"/>
                    <a:pt x="10510" y="4536"/>
                    <a:pt x="10473" y="4561"/>
                  </a:cubicBezTo>
                  <a:cubicBezTo>
                    <a:pt x="8848" y="5761"/>
                    <a:pt x="6074" y="5586"/>
                    <a:pt x="4324" y="4736"/>
                  </a:cubicBezTo>
                  <a:cubicBezTo>
                    <a:pt x="2412" y="3812"/>
                    <a:pt x="1300" y="1700"/>
                    <a:pt x="88" y="38"/>
                  </a:cubicBezTo>
                  <a:cubicBezTo>
                    <a:pt x="63" y="0"/>
                    <a:pt x="1" y="38"/>
                    <a:pt x="26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37"/>
            <p:cNvSpPr/>
            <p:nvPr/>
          </p:nvSpPr>
          <p:spPr>
            <a:xfrm>
              <a:off x="4099600" y="4324125"/>
              <a:ext cx="100300" cy="85000"/>
            </a:xfrm>
            <a:custGeom>
              <a:avLst/>
              <a:gdLst/>
              <a:ahLst/>
              <a:cxnLst/>
              <a:rect l="l" t="t" r="r" b="b"/>
              <a:pathLst>
                <a:path w="4012" h="3400" extrusionOk="0">
                  <a:moveTo>
                    <a:pt x="2925" y="3362"/>
                  </a:moveTo>
                  <a:cubicBezTo>
                    <a:pt x="3425" y="2500"/>
                    <a:pt x="3612" y="1312"/>
                    <a:pt x="2787" y="575"/>
                  </a:cubicBezTo>
                  <a:cubicBezTo>
                    <a:pt x="2312" y="150"/>
                    <a:pt x="1175" y="0"/>
                    <a:pt x="625" y="413"/>
                  </a:cubicBezTo>
                  <a:cubicBezTo>
                    <a:pt x="0" y="900"/>
                    <a:pt x="88" y="2050"/>
                    <a:pt x="813" y="2375"/>
                  </a:cubicBezTo>
                  <a:cubicBezTo>
                    <a:pt x="1263" y="2575"/>
                    <a:pt x="1775" y="2550"/>
                    <a:pt x="2187" y="2300"/>
                  </a:cubicBezTo>
                  <a:cubicBezTo>
                    <a:pt x="2837" y="1937"/>
                    <a:pt x="3237" y="975"/>
                    <a:pt x="3987" y="863"/>
                  </a:cubicBezTo>
                  <a:cubicBezTo>
                    <a:pt x="4012" y="863"/>
                    <a:pt x="3999" y="825"/>
                    <a:pt x="3987" y="825"/>
                  </a:cubicBezTo>
                  <a:cubicBezTo>
                    <a:pt x="3575" y="838"/>
                    <a:pt x="3337" y="1100"/>
                    <a:pt x="3062" y="1387"/>
                  </a:cubicBezTo>
                  <a:cubicBezTo>
                    <a:pt x="2787" y="1675"/>
                    <a:pt x="2500" y="2050"/>
                    <a:pt x="2137" y="2200"/>
                  </a:cubicBezTo>
                  <a:cubicBezTo>
                    <a:pt x="1275" y="2575"/>
                    <a:pt x="288" y="2325"/>
                    <a:pt x="425" y="1200"/>
                  </a:cubicBezTo>
                  <a:cubicBezTo>
                    <a:pt x="350" y="850"/>
                    <a:pt x="488" y="638"/>
                    <a:pt x="838" y="550"/>
                  </a:cubicBezTo>
                  <a:cubicBezTo>
                    <a:pt x="913" y="425"/>
                    <a:pt x="1050" y="338"/>
                    <a:pt x="1213" y="338"/>
                  </a:cubicBezTo>
                  <a:cubicBezTo>
                    <a:pt x="1275" y="338"/>
                    <a:pt x="1325" y="338"/>
                    <a:pt x="1388" y="338"/>
                  </a:cubicBezTo>
                  <a:cubicBezTo>
                    <a:pt x="1650" y="313"/>
                    <a:pt x="1900" y="325"/>
                    <a:pt x="2150" y="375"/>
                  </a:cubicBezTo>
                  <a:cubicBezTo>
                    <a:pt x="3525" y="713"/>
                    <a:pt x="3387" y="2375"/>
                    <a:pt x="2850" y="3312"/>
                  </a:cubicBezTo>
                  <a:cubicBezTo>
                    <a:pt x="2825" y="3362"/>
                    <a:pt x="2900" y="3399"/>
                    <a:pt x="2925" y="33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37"/>
            <p:cNvSpPr/>
            <p:nvPr/>
          </p:nvSpPr>
          <p:spPr>
            <a:xfrm>
              <a:off x="4206450" y="4341000"/>
              <a:ext cx="55325" cy="13450"/>
            </a:xfrm>
            <a:custGeom>
              <a:avLst/>
              <a:gdLst/>
              <a:ahLst/>
              <a:cxnLst/>
              <a:rect l="l" t="t" r="r" b="b"/>
              <a:pathLst>
                <a:path w="2213" h="538" extrusionOk="0">
                  <a:moveTo>
                    <a:pt x="50" y="150"/>
                  </a:moveTo>
                  <a:cubicBezTo>
                    <a:pt x="838" y="75"/>
                    <a:pt x="1437" y="300"/>
                    <a:pt x="2162" y="525"/>
                  </a:cubicBezTo>
                  <a:cubicBezTo>
                    <a:pt x="2200" y="537"/>
                    <a:pt x="2212" y="488"/>
                    <a:pt x="2187" y="475"/>
                  </a:cubicBezTo>
                  <a:cubicBezTo>
                    <a:pt x="1600" y="50"/>
                    <a:pt x="750" y="0"/>
                    <a:pt x="50" y="75"/>
                  </a:cubicBezTo>
                  <a:cubicBezTo>
                    <a:pt x="0" y="75"/>
                    <a:pt x="0" y="150"/>
                    <a:pt x="50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37"/>
            <p:cNvSpPr/>
            <p:nvPr/>
          </p:nvSpPr>
          <p:spPr>
            <a:xfrm>
              <a:off x="3933700" y="4288500"/>
              <a:ext cx="82500" cy="96575"/>
            </a:xfrm>
            <a:custGeom>
              <a:avLst/>
              <a:gdLst/>
              <a:ahLst/>
              <a:cxnLst/>
              <a:rect l="l" t="t" r="r" b="b"/>
              <a:pathLst>
                <a:path w="3300" h="3863" extrusionOk="0">
                  <a:moveTo>
                    <a:pt x="1100" y="3787"/>
                  </a:moveTo>
                  <a:cubicBezTo>
                    <a:pt x="576" y="3125"/>
                    <a:pt x="113" y="2300"/>
                    <a:pt x="363" y="1413"/>
                  </a:cubicBezTo>
                  <a:cubicBezTo>
                    <a:pt x="501" y="950"/>
                    <a:pt x="813" y="563"/>
                    <a:pt x="1250" y="363"/>
                  </a:cubicBezTo>
                  <a:cubicBezTo>
                    <a:pt x="1525" y="201"/>
                    <a:pt x="1838" y="126"/>
                    <a:pt x="2163" y="126"/>
                  </a:cubicBezTo>
                  <a:cubicBezTo>
                    <a:pt x="2887" y="138"/>
                    <a:pt x="3037" y="563"/>
                    <a:pt x="2613" y="1388"/>
                  </a:cubicBezTo>
                  <a:cubicBezTo>
                    <a:pt x="2588" y="1350"/>
                    <a:pt x="2513" y="1388"/>
                    <a:pt x="2550" y="1438"/>
                  </a:cubicBezTo>
                  <a:cubicBezTo>
                    <a:pt x="2837" y="1800"/>
                    <a:pt x="3175" y="1388"/>
                    <a:pt x="3212" y="1050"/>
                  </a:cubicBezTo>
                  <a:cubicBezTo>
                    <a:pt x="3300" y="376"/>
                    <a:pt x="2625" y="1"/>
                    <a:pt x="2038" y="26"/>
                  </a:cubicBezTo>
                  <a:cubicBezTo>
                    <a:pt x="1250" y="51"/>
                    <a:pt x="463" y="601"/>
                    <a:pt x="251" y="1388"/>
                  </a:cubicBezTo>
                  <a:cubicBezTo>
                    <a:pt x="1" y="2300"/>
                    <a:pt x="476" y="3162"/>
                    <a:pt x="1063" y="3837"/>
                  </a:cubicBezTo>
                  <a:cubicBezTo>
                    <a:pt x="1088" y="3862"/>
                    <a:pt x="1125" y="3825"/>
                    <a:pt x="1100" y="3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37"/>
            <p:cNvSpPr/>
            <p:nvPr/>
          </p:nvSpPr>
          <p:spPr>
            <a:xfrm>
              <a:off x="3920575" y="4246025"/>
              <a:ext cx="22850" cy="110925"/>
            </a:xfrm>
            <a:custGeom>
              <a:avLst/>
              <a:gdLst/>
              <a:ahLst/>
              <a:cxnLst/>
              <a:rect l="l" t="t" r="r" b="b"/>
              <a:pathLst>
                <a:path w="914" h="4437" extrusionOk="0">
                  <a:moveTo>
                    <a:pt x="876" y="4324"/>
                  </a:moveTo>
                  <a:cubicBezTo>
                    <a:pt x="26" y="3324"/>
                    <a:pt x="1" y="1187"/>
                    <a:pt x="588" y="63"/>
                  </a:cubicBezTo>
                  <a:cubicBezTo>
                    <a:pt x="588" y="25"/>
                    <a:pt x="551" y="0"/>
                    <a:pt x="526" y="25"/>
                  </a:cubicBezTo>
                  <a:cubicBezTo>
                    <a:pt x="1" y="712"/>
                    <a:pt x="88" y="1712"/>
                    <a:pt x="176" y="2512"/>
                  </a:cubicBezTo>
                  <a:cubicBezTo>
                    <a:pt x="251" y="3187"/>
                    <a:pt x="363" y="3862"/>
                    <a:pt x="826" y="4386"/>
                  </a:cubicBezTo>
                  <a:cubicBezTo>
                    <a:pt x="851" y="4436"/>
                    <a:pt x="913" y="4374"/>
                    <a:pt x="876" y="43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37"/>
            <p:cNvSpPr/>
            <p:nvPr/>
          </p:nvSpPr>
          <p:spPr>
            <a:xfrm>
              <a:off x="3930900" y="4234450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138" y="451"/>
                  </a:moveTo>
                  <a:cubicBezTo>
                    <a:pt x="225" y="488"/>
                    <a:pt x="325" y="476"/>
                    <a:pt x="400" y="401"/>
                  </a:cubicBezTo>
                  <a:cubicBezTo>
                    <a:pt x="463" y="338"/>
                    <a:pt x="488" y="251"/>
                    <a:pt x="463" y="163"/>
                  </a:cubicBezTo>
                  <a:cubicBezTo>
                    <a:pt x="463" y="126"/>
                    <a:pt x="450" y="101"/>
                    <a:pt x="425" y="76"/>
                  </a:cubicBezTo>
                  <a:cubicBezTo>
                    <a:pt x="400" y="51"/>
                    <a:pt x="363" y="26"/>
                    <a:pt x="325" y="26"/>
                  </a:cubicBezTo>
                  <a:cubicBezTo>
                    <a:pt x="200" y="1"/>
                    <a:pt x="75" y="76"/>
                    <a:pt x="25" y="188"/>
                  </a:cubicBezTo>
                  <a:cubicBezTo>
                    <a:pt x="0" y="313"/>
                    <a:pt x="113" y="438"/>
                    <a:pt x="238" y="4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37"/>
            <p:cNvSpPr/>
            <p:nvPr/>
          </p:nvSpPr>
          <p:spPr>
            <a:xfrm>
              <a:off x="3926825" y="4232575"/>
              <a:ext cx="18475" cy="15975"/>
            </a:xfrm>
            <a:custGeom>
              <a:avLst/>
              <a:gdLst/>
              <a:ahLst/>
              <a:cxnLst/>
              <a:rect l="l" t="t" r="r" b="b"/>
              <a:pathLst>
                <a:path w="739" h="639" extrusionOk="0">
                  <a:moveTo>
                    <a:pt x="276" y="588"/>
                  </a:moveTo>
                  <a:cubicBezTo>
                    <a:pt x="451" y="638"/>
                    <a:pt x="626" y="551"/>
                    <a:pt x="676" y="376"/>
                  </a:cubicBezTo>
                  <a:cubicBezTo>
                    <a:pt x="738" y="238"/>
                    <a:pt x="651" y="76"/>
                    <a:pt x="488" y="51"/>
                  </a:cubicBezTo>
                  <a:cubicBezTo>
                    <a:pt x="88" y="1"/>
                    <a:pt x="1" y="563"/>
                    <a:pt x="401" y="563"/>
                  </a:cubicBezTo>
                  <a:cubicBezTo>
                    <a:pt x="451" y="563"/>
                    <a:pt x="463" y="488"/>
                    <a:pt x="413" y="476"/>
                  </a:cubicBezTo>
                  <a:cubicBezTo>
                    <a:pt x="301" y="151"/>
                    <a:pt x="313" y="76"/>
                    <a:pt x="476" y="263"/>
                  </a:cubicBezTo>
                  <a:cubicBezTo>
                    <a:pt x="651" y="363"/>
                    <a:pt x="588" y="438"/>
                    <a:pt x="313" y="463"/>
                  </a:cubicBezTo>
                  <a:cubicBezTo>
                    <a:pt x="238" y="438"/>
                    <a:pt x="201" y="563"/>
                    <a:pt x="276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37"/>
            <p:cNvSpPr/>
            <p:nvPr/>
          </p:nvSpPr>
          <p:spPr>
            <a:xfrm>
              <a:off x="4169275" y="4411600"/>
              <a:ext cx="2825" cy="3150"/>
            </a:xfrm>
            <a:custGeom>
              <a:avLst/>
              <a:gdLst/>
              <a:ahLst/>
              <a:cxnLst/>
              <a:rect l="l" t="t" r="r" b="b"/>
              <a:pathLst>
                <a:path w="113" h="126" extrusionOk="0">
                  <a:moveTo>
                    <a:pt x="88" y="63"/>
                  </a:moveTo>
                  <a:cubicBezTo>
                    <a:pt x="88" y="50"/>
                    <a:pt x="88" y="38"/>
                    <a:pt x="88" y="25"/>
                  </a:cubicBezTo>
                  <a:cubicBezTo>
                    <a:pt x="75" y="0"/>
                    <a:pt x="38" y="0"/>
                    <a:pt x="25" y="25"/>
                  </a:cubicBezTo>
                  <a:lnTo>
                    <a:pt x="13" y="63"/>
                  </a:lnTo>
                  <a:cubicBezTo>
                    <a:pt x="0" y="125"/>
                    <a:pt x="113" y="125"/>
                    <a:pt x="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37"/>
            <p:cNvSpPr/>
            <p:nvPr/>
          </p:nvSpPr>
          <p:spPr>
            <a:xfrm>
              <a:off x="4259250" y="4353500"/>
              <a:ext cx="41875" cy="17825"/>
            </a:xfrm>
            <a:custGeom>
              <a:avLst/>
              <a:gdLst/>
              <a:ahLst/>
              <a:cxnLst/>
              <a:rect l="l" t="t" r="r" b="b"/>
              <a:pathLst>
                <a:path w="1675" h="713" extrusionOk="0">
                  <a:moveTo>
                    <a:pt x="25" y="100"/>
                  </a:moveTo>
                  <a:cubicBezTo>
                    <a:pt x="213" y="625"/>
                    <a:pt x="1175" y="712"/>
                    <a:pt x="1625" y="562"/>
                  </a:cubicBezTo>
                  <a:cubicBezTo>
                    <a:pt x="1675" y="550"/>
                    <a:pt x="1675" y="462"/>
                    <a:pt x="1612" y="462"/>
                  </a:cubicBezTo>
                  <a:cubicBezTo>
                    <a:pt x="1375" y="512"/>
                    <a:pt x="1125" y="512"/>
                    <a:pt x="875" y="475"/>
                  </a:cubicBezTo>
                  <a:cubicBezTo>
                    <a:pt x="650" y="425"/>
                    <a:pt x="225" y="325"/>
                    <a:pt x="125" y="62"/>
                  </a:cubicBezTo>
                  <a:cubicBezTo>
                    <a:pt x="100" y="0"/>
                    <a:pt x="0" y="25"/>
                    <a:pt x="25" y="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37"/>
            <p:cNvSpPr/>
            <p:nvPr/>
          </p:nvSpPr>
          <p:spPr>
            <a:xfrm>
              <a:off x="4259250" y="43491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650" y="675"/>
                  </a:moveTo>
                  <a:cubicBezTo>
                    <a:pt x="1287" y="312"/>
                    <a:pt x="575" y="0"/>
                    <a:pt x="63" y="138"/>
                  </a:cubicBezTo>
                  <a:cubicBezTo>
                    <a:pt x="0" y="163"/>
                    <a:pt x="25" y="237"/>
                    <a:pt x="88" y="237"/>
                  </a:cubicBezTo>
                  <a:cubicBezTo>
                    <a:pt x="638" y="175"/>
                    <a:pt x="1175" y="362"/>
                    <a:pt x="1587" y="737"/>
                  </a:cubicBezTo>
                  <a:cubicBezTo>
                    <a:pt x="1625" y="787"/>
                    <a:pt x="1687" y="712"/>
                    <a:pt x="1650" y="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37"/>
            <p:cNvSpPr/>
            <p:nvPr/>
          </p:nvSpPr>
          <p:spPr>
            <a:xfrm>
              <a:off x="4198950" y="4314750"/>
              <a:ext cx="33150" cy="30025"/>
            </a:xfrm>
            <a:custGeom>
              <a:avLst/>
              <a:gdLst/>
              <a:ahLst/>
              <a:cxnLst/>
              <a:rect l="l" t="t" r="r" b="b"/>
              <a:pathLst>
                <a:path w="1326" h="1201" extrusionOk="0">
                  <a:moveTo>
                    <a:pt x="50" y="1188"/>
                  </a:moveTo>
                  <a:cubicBezTo>
                    <a:pt x="400" y="1200"/>
                    <a:pt x="663" y="1025"/>
                    <a:pt x="925" y="825"/>
                  </a:cubicBezTo>
                  <a:cubicBezTo>
                    <a:pt x="1175" y="638"/>
                    <a:pt x="1325" y="363"/>
                    <a:pt x="1325" y="50"/>
                  </a:cubicBezTo>
                  <a:cubicBezTo>
                    <a:pt x="1325" y="13"/>
                    <a:pt x="1263" y="0"/>
                    <a:pt x="1250" y="38"/>
                  </a:cubicBezTo>
                  <a:cubicBezTo>
                    <a:pt x="1238" y="325"/>
                    <a:pt x="1088" y="588"/>
                    <a:pt x="863" y="763"/>
                  </a:cubicBezTo>
                  <a:cubicBezTo>
                    <a:pt x="625" y="950"/>
                    <a:pt x="375" y="1125"/>
                    <a:pt x="50" y="1113"/>
                  </a:cubicBezTo>
                  <a:cubicBezTo>
                    <a:pt x="0" y="1113"/>
                    <a:pt x="0" y="1188"/>
                    <a:pt x="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37"/>
            <p:cNvSpPr/>
            <p:nvPr/>
          </p:nvSpPr>
          <p:spPr>
            <a:xfrm>
              <a:off x="4199575" y="4315050"/>
              <a:ext cx="33150" cy="29100"/>
            </a:xfrm>
            <a:custGeom>
              <a:avLst/>
              <a:gdLst/>
              <a:ahLst/>
              <a:cxnLst/>
              <a:rect l="l" t="t" r="r" b="b"/>
              <a:pathLst>
                <a:path w="1326" h="1164" extrusionOk="0">
                  <a:moveTo>
                    <a:pt x="1250" y="1"/>
                  </a:moveTo>
                  <a:cubicBezTo>
                    <a:pt x="700" y="88"/>
                    <a:pt x="113" y="488"/>
                    <a:pt x="0" y="1076"/>
                  </a:cubicBezTo>
                  <a:cubicBezTo>
                    <a:pt x="0" y="1138"/>
                    <a:pt x="75" y="1163"/>
                    <a:pt x="113" y="1113"/>
                  </a:cubicBezTo>
                  <a:cubicBezTo>
                    <a:pt x="250" y="876"/>
                    <a:pt x="300" y="651"/>
                    <a:pt x="538" y="463"/>
                  </a:cubicBezTo>
                  <a:cubicBezTo>
                    <a:pt x="763" y="288"/>
                    <a:pt x="1013" y="163"/>
                    <a:pt x="1275" y="76"/>
                  </a:cubicBezTo>
                  <a:cubicBezTo>
                    <a:pt x="1325" y="63"/>
                    <a:pt x="1300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37"/>
            <p:cNvSpPr/>
            <p:nvPr/>
          </p:nvSpPr>
          <p:spPr>
            <a:xfrm>
              <a:off x="3891225" y="4250400"/>
              <a:ext cx="38450" cy="86550"/>
            </a:xfrm>
            <a:custGeom>
              <a:avLst/>
              <a:gdLst/>
              <a:ahLst/>
              <a:cxnLst/>
              <a:rect l="l" t="t" r="r" b="b"/>
              <a:pathLst>
                <a:path w="1538" h="3462" extrusionOk="0">
                  <a:moveTo>
                    <a:pt x="1512" y="3387"/>
                  </a:moveTo>
                  <a:cubicBezTo>
                    <a:pt x="800" y="2399"/>
                    <a:pt x="325" y="1262"/>
                    <a:pt x="100" y="63"/>
                  </a:cubicBezTo>
                  <a:cubicBezTo>
                    <a:pt x="88" y="0"/>
                    <a:pt x="0" y="25"/>
                    <a:pt x="13" y="88"/>
                  </a:cubicBezTo>
                  <a:cubicBezTo>
                    <a:pt x="225" y="1300"/>
                    <a:pt x="712" y="2437"/>
                    <a:pt x="1450" y="3424"/>
                  </a:cubicBezTo>
                  <a:cubicBezTo>
                    <a:pt x="1475" y="3462"/>
                    <a:pt x="1537" y="3424"/>
                    <a:pt x="1512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37"/>
            <p:cNvSpPr/>
            <p:nvPr/>
          </p:nvSpPr>
          <p:spPr>
            <a:xfrm>
              <a:off x="3880900" y="4236650"/>
              <a:ext cx="17850" cy="16275"/>
            </a:xfrm>
            <a:custGeom>
              <a:avLst/>
              <a:gdLst/>
              <a:ahLst/>
              <a:cxnLst/>
              <a:rect l="l" t="t" r="r" b="b"/>
              <a:pathLst>
                <a:path w="714" h="651" extrusionOk="0">
                  <a:moveTo>
                    <a:pt x="526" y="563"/>
                  </a:moveTo>
                  <a:cubicBezTo>
                    <a:pt x="713" y="350"/>
                    <a:pt x="488" y="0"/>
                    <a:pt x="238" y="200"/>
                  </a:cubicBezTo>
                  <a:cubicBezTo>
                    <a:pt x="1" y="400"/>
                    <a:pt x="338" y="650"/>
                    <a:pt x="551" y="550"/>
                  </a:cubicBezTo>
                  <a:cubicBezTo>
                    <a:pt x="588" y="538"/>
                    <a:pt x="576" y="475"/>
                    <a:pt x="538" y="475"/>
                  </a:cubicBezTo>
                  <a:cubicBezTo>
                    <a:pt x="501" y="475"/>
                    <a:pt x="463" y="475"/>
                    <a:pt x="426" y="475"/>
                  </a:cubicBezTo>
                  <a:cubicBezTo>
                    <a:pt x="338" y="463"/>
                    <a:pt x="351" y="475"/>
                    <a:pt x="463" y="500"/>
                  </a:cubicBezTo>
                  <a:cubicBezTo>
                    <a:pt x="426" y="538"/>
                    <a:pt x="488" y="600"/>
                    <a:pt x="526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37"/>
            <p:cNvSpPr/>
            <p:nvPr/>
          </p:nvSpPr>
          <p:spPr>
            <a:xfrm>
              <a:off x="3936525" y="4266325"/>
              <a:ext cx="30625" cy="82200"/>
            </a:xfrm>
            <a:custGeom>
              <a:avLst/>
              <a:gdLst/>
              <a:ahLst/>
              <a:cxnLst/>
              <a:rect l="l" t="t" r="r" b="b"/>
              <a:pathLst>
                <a:path w="1225" h="3288" extrusionOk="0">
                  <a:moveTo>
                    <a:pt x="225" y="3225"/>
                  </a:moveTo>
                  <a:cubicBezTo>
                    <a:pt x="88" y="2012"/>
                    <a:pt x="413" y="1013"/>
                    <a:pt x="1200" y="75"/>
                  </a:cubicBezTo>
                  <a:cubicBezTo>
                    <a:pt x="1225" y="50"/>
                    <a:pt x="1175" y="0"/>
                    <a:pt x="1150" y="38"/>
                  </a:cubicBezTo>
                  <a:cubicBezTo>
                    <a:pt x="213" y="763"/>
                    <a:pt x="0" y="2125"/>
                    <a:pt x="125" y="3225"/>
                  </a:cubicBezTo>
                  <a:cubicBezTo>
                    <a:pt x="138" y="3287"/>
                    <a:pt x="225" y="3287"/>
                    <a:pt x="225" y="3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37"/>
            <p:cNvSpPr/>
            <p:nvPr/>
          </p:nvSpPr>
          <p:spPr>
            <a:xfrm>
              <a:off x="3963700" y="4258200"/>
              <a:ext cx="13450" cy="13775"/>
            </a:xfrm>
            <a:custGeom>
              <a:avLst/>
              <a:gdLst/>
              <a:ahLst/>
              <a:cxnLst/>
              <a:rect l="l" t="t" r="r" b="b"/>
              <a:pathLst>
                <a:path w="538" h="551" extrusionOk="0">
                  <a:moveTo>
                    <a:pt x="475" y="288"/>
                  </a:moveTo>
                  <a:cubicBezTo>
                    <a:pt x="538" y="38"/>
                    <a:pt x="13" y="1"/>
                    <a:pt x="25" y="263"/>
                  </a:cubicBezTo>
                  <a:cubicBezTo>
                    <a:pt x="0" y="550"/>
                    <a:pt x="425" y="525"/>
                    <a:pt x="425" y="238"/>
                  </a:cubicBezTo>
                  <a:cubicBezTo>
                    <a:pt x="425" y="200"/>
                    <a:pt x="375" y="188"/>
                    <a:pt x="363" y="225"/>
                  </a:cubicBezTo>
                  <a:cubicBezTo>
                    <a:pt x="300" y="275"/>
                    <a:pt x="313" y="300"/>
                    <a:pt x="413" y="300"/>
                  </a:cubicBezTo>
                  <a:cubicBezTo>
                    <a:pt x="413" y="338"/>
                    <a:pt x="475" y="3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37"/>
            <p:cNvSpPr/>
            <p:nvPr/>
          </p:nvSpPr>
          <p:spPr>
            <a:xfrm>
              <a:off x="4139900" y="4371600"/>
              <a:ext cx="237775" cy="60325"/>
            </a:xfrm>
            <a:custGeom>
              <a:avLst/>
              <a:gdLst/>
              <a:ahLst/>
              <a:cxnLst/>
              <a:rect l="l" t="t" r="r" b="b"/>
              <a:pathLst>
                <a:path w="9511" h="2413" extrusionOk="0">
                  <a:moveTo>
                    <a:pt x="63" y="2400"/>
                  </a:moveTo>
                  <a:cubicBezTo>
                    <a:pt x="3375" y="1151"/>
                    <a:pt x="6061" y="1"/>
                    <a:pt x="9386" y="2038"/>
                  </a:cubicBezTo>
                  <a:cubicBezTo>
                    <a:pt x="9448" y="2075"/>
                    <a:pt x="9511" y="1975"/>
                    <a:pt x="9448" y="1938"/>
                  </a:cubicBezTo>
                  <a:cubicBezTo>
                    <a:pt x="8023" y="988"/>
                    <a:pt x="6761" y="588"/>
                    <a:pt x="5049" y="751"/>
                  </a:cubicBezTo>
                  <a:cubicBezTo>
                    <a:pt x="3125" y="938"/>
                    <a:pt x="1825" y="1650"/>
                    <a:pt x="38" y="2338"/>
                  </a:cubicBezTo>
                  <a:cubicBezTo>
                    <a:pt x="1" y="2350"/>
                    <a:pt x="26" y="2413"/>
                    <a:pt x="63" y="2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37"/>
            <p:cNvSpPr/>
            <p:nvPr/>
          </p:nvSpPr>
          <p:spPr>
            <a:xfrm>
              <a:off x="3860600" y="4327550"/>
              <a:ext cx="31900" cy="49700"/>
            </a:xfrm>
            <a:custGeom>
              <a:avLst/>
              <a:gdLst/>
              <a:ahLst/>
              <a:cxnLst/>
              <a:rect l="l" t="t" r="r" b="b"/>
              <a:pathLst>
                <a:path w="1276" h="1988" extrusionOk="0">
                  <a:moveTo>
                    <a:pt x="63" y="1975"/>
                  </a:moveTo>
                  <a:cubicBezTo>
                    <a:pt x="625" y="1875"/>
                    <a:pt x="1163" y="1538"/>
                    <a:pt x="1225" y="926"/>
                  </a:cubicBezTo>
                  <a:cubicBezTo>
                    <a:pt x="1275" y="438"/>
                    <a:pt x="900" y="13"/>
                    <a:pt x="413" y="1"/>
                  </a:cubicBezTo>
                  <a:cubicBezTo>
                    <a:pt x="338" y="1"/>
                    <a:pt x="338" y="113"/>
                    <a:pt x="413" y="113"/>
                  </a:cubicBezTo>
                  <a:cubicBezTo>
                    <a:pt x="988" y="138"/>
                    <a:pt x="1263" y="713"/>
                    <a:pt x="1038" y="1213"/>
                  </a:cubicBezTo>
                  <a:cubicBezTo>
                    <a:pt x="850" y="1613"/>
                    <a:pt x="463" y="1825"/>
                    <a:pt x="38" y="1913"/>
                  </a:cubicBezTo>
                  <a:cubicBezTo>
                    <a:pt x="0" y="1925"/>
                    <a:pt x="25" y="1988"/>
                    <a:pt x="63" y="19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37"/>
            <p:cNvSpPr/>
            <p:nvPr/>
          </p:nvSpPr>
          <p:spPr>
            <a:xfrm>
              <a:off x="4075225" y="4370975"/>
              <a:ext cx="62825" cy="31575"/>
            </a:xfrm>
            <a:custGeom>
              <a:avLst/>
              <a:gdLst/>
              <a:ahLst/>
              <a:cxnLst/>
              <a:rect l="l" t="t" r="r" b="b"/>
              <a:pathLst>
                <a:path w="2513" h="1263" extrusionOk="0">
                  <a:moveTo>
                    <a:pt x="2450" y="526"/>
                  </a:moveTo>
                  <a:cubicBezTo>
                    <a:pt x="1825" y="551"/>
                    <a:pt x="1338" y="1"/>
                    <a:pt x="701" y="213"/>
                  </a:cubicBezTo>
                  <a:cubicBezTo>
                    <a:pt x="276" y="363"/>
                    <a:pt x="1" y="763"/>
                    <a:pt x="26" y="1213"/>
                  </a:cubicBezTo>
                  <a:cubicBezTo>
                    <a:pt x="26" y="1250"/>
                    <a:pt x="88" y="1263"/>
                    <a:pt x="88" y="1213"/>
                  </a:cubicBezTo>
                  <a:cubicBezTo>
                    <a:pt x="201" y="426"/>
                    <a:pt x="888" y="126"/>
                    <a:pt x="1588" y="413"/>
                  </a:cubicBezTo>
                  <a:cubicBezTo>
                    <a:pt x="1850" y="551"/>
                    <a:pt x="2150" y="626"/>
                    <a:pt x="2450" y="613"/>
                  </a:cubicBezTo>
                  <a:cubicBezTo>
                    <a:pt x="2513" y="613"/>
                    <a:pt x="2513" y="526"/>
                    <a:pt x="2450" y="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37"/>
            <p:cNvSpPr/>
            <p:nvPr/>
          </p:nvSpPr>
          <p:spPr>
            <a:xfrm>
              <a:off x="4073975" y="4396300"/>
              <a:ext cx="30950" cy="21575"/>
            </a:xfrm>
            <a:custGeom>
              <a:avLst/>
              <a:gdLst/>
              <a:ahLst/>
              <a:cxnLst/>
              <a:rect l="l" t="t" r="r" b="b"/>
              <a:pathLst>
                <a:path w="1238" h="863" extrusionOk="0">
                  <a:moveTo>
                    <a:pt x="113" y="50"/>
                  </a:moveTo>
                  <a:cubicBezTo>
                    <a:pt x="1" y="337"/>
                    <a:pt x="176" y="587"/>
                    <a:pt x="451" y="700"/>
                  </a:cubicBezTo>
                  <a:cubicBezTo>
                    <a:pt x="676" y="787"/>
                    <a:pt x="1075" y="862"/>
                    <a:pt x="1225" y="612"/>
                  </a:cubicBezTo>
                  <a:cubicBezTo>
                    <a:pt x="1238" y="587"/>
                    <a:pt x="1200" y="550"/>
                    <a:pt x="1175" y="575"/>
                  </a:cubicBezTo>
                  <a:cubicBezTo>
                    <a:pt x="851" y="825"/>
                    <a:pt x="1" y="587"/>
                    <a:pt x="188" y="63"/>
                  </a:cubicBezTo>
                  <a:cubicBezTo>
                    <a:pt x="201" y="25"/>
                    <a:pt x="138" y="0"/>
                    <a:pt x="113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37"/>
            <p:cNvSpPr/>
            <p:nvPr/>
          </p:nvSpPr>
          <p:spPr>
            <a:xfrm>
              <a:off x="3834050" y="4258825"/>
              <a:ext cx="81250" cy="56250"/>
            </a:xfrm>
            <a:custGeom>
              <a:avLst/>
              <a:gdLst/>
              <a:ahLst/>
              <a:cxnLst/>
              <a:rect l="l" t="t" r="r" b="b"/>
              <a:pathLst>
                <a:path w="3250" h="2250" extrusionOk="0">
                  <a:moveTo>
                    <a:pt x="3224" y="2162"/>
                  </a:moveTo>
                  <a:cubicBezTo>
                    <a:pt x="2437" y="1200"/>
                    <a:pt x="1462" y="0"/>
                    <a:pt x="63" y="288"/>
                  </a:cubicBezTo>
                  <a:cubicBezTo>
                    <a:pt x="0" y="300"/>
                    <a:pt x="25" y="375"/>
                    <a:pt x="88" y="375"/>
                  </a:cubicBezTo>
                  <a:cubicBezTo>
                    <a:pt x="1475" y="188"/>
                    <a:pt x="2362" y="1263"/>
                    <a:pt x="3162" y="2200"/>
                  </a:cubicBezTo>
                  <a:cubicBezTo>
                    <a:pt x="3199" y="2250"/>
                    <a:pt x="3249" y="2187"/>
                    <a:pt x="3224" y="2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37"/>
            <p:cNvSpPr/>
            <p:nvPr/>
          </p:nvSpPr>
          <p:spPr>
            <a:xfrm>
              <a:off x="4063350" y="4351000"/>
              <a:ext cx="31275" cy="15325"/>
            </a:xfrm>
            <a:custGeom>
              <a:avLst/>
              <a:gdLst/>
              <a:ahLst/>
              <a:cxnLst/>
              <a:rect l="l" t="t" r="r" b="b"/>
              <a:pathLst>
                <a:path w="1251" h="613" extrusionOk="0">
                  <a:moveTo>
                    <a:pt x="1188" y="500"/>
                  </a:moveTo>
                  <a:cubicBezTo>
                    <a:pt x="776" y="487"/>
                    <a:pt x="401" y="312"/>
                    <a:pt x="113" y="38"/>
                  </a:cubicBezTo>
                  <a:cubicBezTo>
                    <a:pt x="63" y="0"/>
                    <a:pt x="1" y="38"/>
                    <a:pt x="38" y="88"/>
                  </a:cubicBezTo>
                  <a:cubicBezTo>
                    <a:pt x="163" y="250"/>
                    <a:pt x="338" y="375"/>
                    <a:pt x="538" y="450"/>
                  </a:cubicBezTo>
                  <a:cubicBezTo>
                    <a:pt x="738" y="562"/>
                    <a:pt x="963" y="612"/>
                    <a:pt x="1188" y="587"/>
                  </a:cubicBezTo>
                  <a:cubicBezTo>
                    <a:pt x="1238" y="587"/>
                    <a:pt x="1251" y="500"/>
                    <a:pt x="1188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37"/>
            <p:cNvSpPr/>
            <p:nvPr/>
          </p:nvSpPr>
          <p:spPr>
            <a:xfrm>
              <a:off x="4063350" y="4344750"/>
              <a:ext cx="34075" cy="21875"/>
            </a:xfrm>
            <a:custGeom>
              <a:avLst/>
              <a:gdLst/>
              <a:ahLst/>
              <a:cxnLst/>
              <a:rect l="l" t="t" r="r" b="b"/>
              <a:pathLst>
                <a:path w="1363" h="875" extrusionOk="0">
                  <a:moveTo>
                    <a:pt x="101" y="325"/>
                  </a:moveTo>
                  <a:cubicBezTo>
                    <a:pt x="538" y="125"/>
                    <a:pt x="1051" y="412"/>
                    <a:pt x="1251" y="825"/>
                  </a:cubicBezTo>
                  <a:cubicBezTo>
                    <a:pt x="1276" y="875"/>
                    <a:pt x="1363" y="837"/>
                    <a:pt x="1350" y="787"/>
                  </a:cubicBezTo>
                  <a:cubicBezTo>
                    <a:pt x="1138" y="300"/>
                    <a:pt x="538" y="0"/>
                    <a:pt x="51" y="250"/>
                  </a:cubicBezTo>
                  <a:cubicBezTo>
                    <a:pt x="1" y="275"/>
                    <a:pt x="51" y="350"/>
                    <a:pt x="101" y="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37"/>
            <p:cNvSpPr/>
            <p:nvPr/>
          </p:nvSpPr>
          <p:spPr>
            <a:xfrm>
              <a:off x="4299550" y="4347550"/>
              <a:ext cx="132475" cy="60000"/>
            </a:xfrm>
            <a:custGeom>
              <a:avLst/>
              <a:gdLst/>
              <a:ahLst/>
              <a:cxnLst/>
              <a:rect l="l" t="t" r="r" b="b"/>
              <a:pathLst>
                <a:path w="5299" h="2400" extrusionOk="0">
                  <a:moveTo>
                    <a:pt x="50" y="1825"/>
                  </a:moveTo>
                  <a:cubicBezTo>
                    <a:pt x="1650" y="2138"/>
                    <a:pt x="5074" y="2400"/>
                    <a:pt x="5299" y="51"/>
                  </a:cubicBezTo>
                  <a:cubicBezTo>
                    <a:pt x="5299" y="1"/>
                    <a:pt x="5224" y="13"/>
                    <a:pt x="5224" y="51"/>
                  </a:cubicBezTo>
                  <a:cubicBezTo>
                    <a:pt x="4924" y="2337"/>
                    <a:pt x="1612" y="2038"/>
                    <a:pt x="63" y="1750"/>
                  </a:cubicBezTo>
                  <a:cubicBezTo>
                    <a:pt x="25" y="1738"/>
                    <a:pt x="0" y="1813"/>
                    <a:pt x="50" y="1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37"/>
            <p:cNvSpPr/>
            <p:nvPr/>
          </p:nvSpPr>
          <p:spPr>
            <a:xfrm>
              <a:off x="4363900" y="4310050"/>
              <a:ext cx="61575" cy="65325"/>
            </a:xfrm>
            <a:custGeom>
              <a:avLst/>
              <a:gdLst/>
              <a:ahLst/>
              <a:cxnLst/>
              <a:rect l="l" t="t" r="r" b="b"/>
              <a:pathLst>
                <a:path w="2463" h="2613" extrusionOk="0">
                  <a:moveTo>
                    <a:pt x="1500" y="2588"/>
                  </a:moveTo>
                  <a:cubicBezTo>
                    <a:pt x="2175" y="2263"/>
                    <a:pt x="2463" y="1426"/>
                    <a:pt x="2013" y="788"/>
                  </a:cubicBezTo>
                  <a:cubicBezTo>
                    <a:pt x="1600" y="201"/>
                    <a:pt x="538" y="1"/>
                    <a:pt x="38" y="588"/>
                  </a:cubicBezTo>
                  <a:cubicBezTo>
                    <a:pt x="1" y="638"/>
                    <a:pt x="63" y="713"/>
                    <a:pt x="113" y="663"/>
                  </a:cubicBezTo>
                  <a:cubicBezTo>
                    <a:pt x="588" y="138"/>
                    <a:pt x="1550" y="301"/>
                    <a:pt x="1925" y="851"/>
                  </a:cubicBezTo>
                  <a:cubicBezTo>
                    <a:pt x="2338" y="1438"/>
                    <a:pt x="2113" y="2238"/>
                    <a:pt x="1463" y="2538"/>
                  </a:cubicBezTo>
                  <a:cubicBezTo>
                    <a:pt x="1425" y="2550"/>
                    <a:pt x="1463" y="2613"/>
                    <a:pt x="1488" y="2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37"/>
            <p:cNvSpPr/>
            <p:nvPr/>
          </p:nvSpPr>
          <p:spPr>
            <a:xfrm>
              <a:off x="4353900" y="4321000"/>
              <a:ext cx="35950" cy="46575"/>
            </a:xfrm>
            <a:custGeom>
              <a:avLst/>
              <a:gdLst/>
              <a:ahLst/>
              <a:cxnLst/>
              <a:rect l="l" t="t" r="r" b="b"/>
              <a:pathLst>
                <a:path w="1438" h="1863" extrusionOk="0">
                  <a:moveTo>
                    <a:pt x="688" y="13"/>
                  </a:moveTo>
                  <a:cubicBezTo>
                    <a:pt x="226" y="188"/>
                    <a:pt x="1" y="725"/>
                    <a:pt x="201" y="1188"/>
                  </a:cubicBezTo>
                  <a:cubicBezTo>
                    <a:pt x="401" y="1650"/>
                    <a:pt x="938" y="1862"/>
                    <a:pt x="1388" y="1662"/>
                  </a:cubicBezTo>
                  <a:cubicBezTo>
                    <a:pt x="1438" y="1637"/>
                    <a:pt x="1400" y="1562"/>
                    <a:pt x="1363" y="1575"/>
                  </a:cubicBezTo>
                  <a:cubicBezTo>
                    <a:pt x="938" y="1700"/>
                    <a:pt x="476" y="1575"/>
                    <a:pt x="301" y="1150"/>
                  </a:cubicBezTo>
                  <a:cubicBezTo>
                    <a:pt x="138" y="725"/>
                    <a:pt x="326" y="263"/>
                    <a:pt x="726" y="75"/>
                  </a:cubicBezTo>
                  <a:cubicBezTo>
                    <a:pt x="763" y="50"/>
                    <a:pt x="726" y="0"/>
                    <a:pt x="6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37"/>
            <p:cNvSpPr/>
            <p:nvPr/>
          </p:nvSpPr>
          <p:spPr>
            <a:xfrm>
              <a:off x="4384200" y="4332875"/>
              <a:ext cx="17225" cy="30950"/>
            </a:xfrm>
            <a:custGeom>
              <a:avLst/>
              <a:gdLst/>
              <a:ahLst/>
              <a:cxnLst/>
              <a:rect l="l" t="t" r="r" b="b"/>
              <a:pathLst>
                <a:path w="689" h="1238" extrusionOk="0">
                  <a:moveTo>
                    <a:pt x="51" y="1200"/>
                  </a:moveTo>
                  <a:cubicBezTo>
                    <a:pt x="388" y="1237"/>
                    <a:pt x="626" y="862"/>
                    <a:pt x="626" y="550"/>
                  </a:cubicBezTo>
                  <a:cubicBezTo>
                    <a:pt x="613" y="238"/>
                    <a:pt x="351" y="0"/>
                    <a:pt x="63" y="113"/>
                  </a:cubicBezTo>
                  <a:cubicBezTo>
                    <a:pt x="1" y="138"/>
                    <a:pt x="26" y="225"/>
                    <a:pt x="76" y="200"/>
                  </a:cubicBezTo>
                  <a:cubicBezTo>
                    <a:pt x="688" y="13"/>
                    <a:pt x="638" y="1162"/>
                    <a:pt x="51" y="1125"/>
                  </a:cubicBezTo>
                  <a:cubicBezTo>
                    <a:pt x="1" y="1125"/>
                    <a:pt x="1" y="1200"/>
                    <a:pt x="51" y="1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37"/>
            <p:cNvSpPr/>
            <p:nvPr/>
          </p:nvSpPr>
          <p:spPr>
            <a:xfrm>
              <a:off x="4100225" y="4302575"/>
              <a:ext cx="55325" cy="71550"/>
            </a:xfrm>
            <a:custGeom>
              <a:avLst/>
              <a:gdLst/>
              <a:ahLst/>
              <a:cxnLst/>
              <a:rect l="l" t="t" r="r" b="b"/>
              <a:pathLst>
                <a:path w="2213" h="2862" extrusionOk="0">
                  <a:moveTo>
                    <a:pt x="463" y="2787"/>
                  </a:moveTo>
                  <a:cubicBezTo>
                    <a:pt x="113" y="1462"/>
                    <a:pt x="925" y="387"/>
                    <a:pt x="2175" y="63"/>
                  </a:cubicBezTo>
                  <a:cubicBezTo>
                    <a:pt x="2212" y="50"/>
                    <a:pt x="2200" y="0"/>
                    <a:pt x="2175" y="0"/>
                  </a:cubicBezTo>
                  <a:cubicBezTo>
                    <a:pt x="788" y="100"/>
                    <a:pt x="0" y="1537"/>
                    <a:pt x="388" y="2812"/>
                  </a:cubicBezTo>
                  <a:cubicBezTo>
                    <a:pt x="400" y="2862"/>
                    <a:pt x="488" y="2849"/>
                    <a:pt x="463" y="2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37"/>
            <p:cNvSpPr/>
            <p:nvPr/>
          </p:nvSpPr>
          <p:spPr>
            <a:xfrm>
              <a:off x="3701275" y="4276950"/>
              <a:ext cx="111850" cy="104375"/>
            </a:xfrm>
            <a:custGeom>
              <a:avLst/>
              <a:gdLst/>
              <a:ahLst/>
              <a:cxnLst/>
              <a:rect l="l" t="t" r="r" b="b"/>
              <a:pathLst>
                <a:path w="4474" h="4175" extrusionOk="0">
                  <a:moveTo>
                    <a:pt x="1812" y="3999"/>
                  </a:moveTo>
                  <a:cubicBezTo>
                    <a:pt x="3249" y="4174"/>
                    <a:pt x="4424" y="2737"/>
                    <a:pt x="3712" y="1387"/>
                  </a:cubicBezTo>
                  <a:cubicBezTo>
                    <a:pt x="2987" y="0"/>
                    <a:pt x="1050" y="213"/>
                    <a:pt x="38" y="1150"/>
                  </a:cubicBezTo>
                  <a:cubicBezTo>
                    <a:pt x="0" y="1187"/>
                    <a:pt x="50" y="1237"/>
                    <a:pt x="88" y="1212"/>
                  </a:cubicBezTo>
                  <a:cubicBezTo>
                    <a:pt x="987" y="563"/>
                    <a:pt x="2450" y="113"/>
                    <a:pt x="3337" y="1050"/>
                  </a:cubicBezTo>
                  <a:cubicBezTo>
                    <a:pt x="4474" y="2275"/>
                    <a:pt x="3387" y="4087"/>
                    <a:pt x="1812" y="3899"/>
                  </a:cubicBezTo>
                  <a:cubicBezTo>
                    <a:pt x="1737" y="3887"/>
                    <a:pt x="1737" y="3999"/>
                    <a:pt x="1812" y="39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37"/>
            <p:cNvSpPr/>
            <p:nvPr/>
          </p:nvSpPr>
          <p:spPr>
            <a:xfrm>
              <a:off x="3442900" y="4301950"/>
              <a:ext cx="263700" cy="146525"/>
            </a:xfrm>
            <a:custGeom>
              <a:avLst/>
              <a:gdLst/>
              <a:ahLst/>
              <a:cxnLst/>
              <a:rect l="l" t="t" r="r" b="b"/>
              <a:pathLst>
                <a:path w="10548" h="5861" extrusionOk="0">
                  <a:moveTo>
                    <a:pt x="10460" y="38"/>
                  </a:moveTo>
                  <a:cubicBezTo>
                    <a:pt x="9248" y="1712"/>
                    <a:pt x="8136" y="3812"/>
                    <a:pt x="6224" y="4736"/>
                  </a:cubicBezTo>
                  <a:cubicBezTo>
                    <a:pt x="4462" y="5599"/>
                    <a:pt x="1700" y="5774"/>
                    <a:pt x="75" y="4561"/>
                  </a:cubicBezTo>
                  <a:cubicBezTo>
                    <a:pt x="38" y="4549"/>
                    <a:pt x="0" y="4599"/>
                    <a:pt x="38" y="4611"/>
                  </a:cubicBezTo>
                  <a:cubicBezTo>
                    <a:pt x="1475" y="5861"/>
                    <a:pt x="3962" y="5736"/>
                    <a:pt x="5686" y="5149"/>
                  </a:cubicBezTo>
                  <a:cubicBezTo>
                    <a:pt x="7998" y="4349"/>
                    <a:pt x="9198" y="1950"/>
                    <a:pt x="10523" y="75"/>
                  </a:cubicBezTo>
                  <a:cubicBezTo>
                    <a:pt x="10548" y="38"/>
                    <a:pt x="10485" y="0"/>
                    <a:pt x="10460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37"/>
            <p:cNvSpPr/>
            <p:nvPr/>
          </p:nvSpPr>
          <p:spPr>
            <a:xfrm>
              <a:off x="3410100" y="4324750"/>
              <a:ext cx="100625" cy="84375"/>
            </a:xfrm>
            <a:custGeom>
              <a:avLst/>
              <a:gdLst/>
              <a:ahLst/>
              <a:cxnLst/>
              <a:rect l="l" t="t" r="r" b="b"/>
              <a:pathLst>
                <a:path w="4025" h="3375" extrusionOk="0">
                  <a:moveTo>
                    <a:pt x="1150" y="3287"/>
                  </a:moveTo>
                  <a:cubicBezTo>
                    <a:pt x="613" y="2350"/>
                    <a:pt x="500" y="975"/>
                    <a:pt x="1650" y="425"/>
                  </a:cubicBezTo>
                  <a:cubicBezTo>
                    <a:pt x="1937" y="313"/>
                    <a:pt x="2250" y="263"/>
                    <a:pt x="2550" y="313"/>
                  </a:cubicBezTo>
                  <a:cubicBezTo>
                    <a:pt x="2625" y="325"/>
                    <a:pt x="2699" y="300"/>
                    <a:pt x="2774" y="313"/>
                  </a:cubicBezTo>
                  <a:cubicBezTo>
                    <a:pt x="3537" y="438"/>
                    <a:pt x="3512" y="638"/>
                    <a:pt x="3587" y="1175"/>
                  </a:cubicBezTo>
                  <a:cubicBezTo>
                    <a:pt x="3699" y="2075"/>
                    <a:pt x="3087" y="2412"/>
                    <a:pt x="2312" y="2262"/>
                  </a:cubicBezTo>
                  <a:cubicBezTo>
                    <a:pt x="1725" y="2150"/>
                    <a:pt x="1425" y="1862"/>
                    <a:pt x="1025" y="1450"/>
                  </a:cubicBezTo>
                  <a:cubicBezTo>
                    <a:pt x="725" y="1138"/>
                    <a:pt x="475" y="813"/>
                    <a:pt x="25" y="800"/>
                  </a:cubicBezTo>
                  <a:cubicBezTo>
                    <a:pt x="0" y="800"/>
                    <a:pt x="0" y="838"/>
                    <a:pt x="25" y="838"/>
                  </a:cubicBezTo>
                  <a:cubicBezTo>
                    <a:pt x="738" y="950"/>
                    <a:pt x="1137" y="1850"/>
                    <a:pt x="1725" y="2225"/>
                  </a:cubicBezTo>
                  <a:cubicBezTo>
                    <a:pt x="2150" y="2525"/>
                    <a:pt x="2712" y="2575"/>
                    <a:pt x="3187" y="2350"/>
                  </a:cubicBezTo>
                  <a:cubicBezTo>
                    <a:pt x="3912" y="2025"/>
                    <a:pt x="4024" y="888"/>
                    <a:pt x="3387" y="388"/>
                  </a:cubicBezTo>
                  <a:cubicBezTo>
                    <a:pt x="2874" y="0"/>
                    <a:pt x="1800" y="125"/>
                    <a:pt x="1312" y="488"/>
                  </a:cubicBezTo>
                  <a:cubicBezTo>
                    <a:pt x="388" y="1187"/>
                    <a:pt x="563" y="2450"/>
                    <a:pt x="1087" y="3337"/>
                  </a:cubicBezTo>
                  <a:cubicBezTo>
                    <a:pt x="1112" y="3374"/>
                    <a:pt x="1187" y="3337"/>
                    <a:pt x="1162" y="32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37"/>
            <p:cNvSpPr/>
            <p:nvPr/>
          </p:nvSpPr>
          <p:spPr>
            <a:xfrm>
              <a:off x="3347925" y="4341000"/>
              <a:ext cx="55325" cy="13450"/>
            </a:xfrm>
            <a:custGeom>
              <a:avLst/>
              <a:gdLst/>
              <a:ahLst/>
              <a:cxnLst/>
              <a:rect l="l" t="t" r="r" b="b"/>
              <a:pathLst>
                <a:path w="2213" h="538" extrusionOk="0">
                  <a:moveTo>
                    <a:pt x="2162" y="75"/>
                  </a:moveTo>
                  <a:cubicBezTo>
                    <a:pt x="1475" y="0"/>
                    <a:pt x="625" y="50"/>
                    <a:pt x="25" y="475"/>
                  </a:cubicBezTo>
                  <a:cubicBezTo>
                    <a:pt x="0" y="488"/>
                    <a:pt x="13" y="537"/>
                    <a:pt x="50" y="525"/>
                  </a:cubicBezTo>
                  <a:cubicBezTo>
                    <a:pt x="775" y="300"/>
                    <a:pt x="1387" y="75"/>
                    <a:pt x="2162" y="150"/>
                  </a:cubicBezTo>
                  <a:cubicBezTo>
                    <a:pt x="2212" y="150"/>
                    <a:pt x="2212" y="75"/>
                    <a:pt x="2162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37"/>
            <p:cNvSpPr/>
            <p:nvPr/>
          </p:nvSpPr>
          <p:spPr>
            <a:xfrm>
              <a:off x="3593800" y="4288500"/>
              <a:ext cx="81250" cy="96575"/>
            </a:xfrm>
            <a:custGeom>
              <a:avLst/>
              <a:gdLst/>
              <a:ahLst/>
              <a:cxnLst/>
              <a:rect l="l" t="t" r="r" b="b"/>
              <a:pathLst>
                <a:path w="3250" h="3863" extrusionOk="0">
                  <a:moveTo>
                    <a:pt x="2225" y="3837"/>
                  </a:moveTo>
                  <a:cubicBezTo>
                    <a:pt x="2787" y="3187"/>
                    <a:pt x="3249" y="2375"/>
                    <a:pt x="3062" y="1488"/>
                  </a:cubicBezTo>
                  <a:cubicBezTo>
                    <a:pt x="2887" y="663"/>
                    <a:pt x="2087" y="63"/>
                    <a:pt x="1250" y="26"/>
                  </a:cubicBezTo>
                  <a:cubicBezTo>
                    <a:pt x="663" y="1"/>
                    <a:pt x="0" y="376"/>
                    <a:pt x="75" y="1050"/>
                  </a:cubicBezTo>
                  <a:cubicBezTo>
                    <a:pt x="113" y="1388"/>
                    <a:pt x="463" y="1813"/>
                    <a:pt x="750" y="1438"/>
                  </a:cubicBezTo>
                  <a:cubicBezTo>
                    <a:pt x="775" y="1400"/>
                    <a:pt x="713" y="1363"/>
                    <a:pt x="675" y="1400"/>
                  </a:cubicBezTo>
                  <a:cubicBezTo>
                    <a:pt x="238" y="563"/>
                    <a:pt x="388" y="138"/>
                    <a:pt x="1125" y="126"/>
                  </a:cubicBezTo>
                  <a:cubicBezTo>
                    <a:pt x="1450" y="126"/>
                    <a:pt x="1762" y="213"/>
                    <a:pt x="2037" y="363"/>
                  </a:cubicBezTo>
                  <a:cubicBezTo>
                    <a:pt x="2475" y="576"/>
                    <a:pt x="2800" y="950"/>
                    <a:pt x="2925" y="1413"/>
                  </a:cubicBezTo>
                  <a:cubicBezTo>
                    <a:pt x="3174" y="2300"/>
                    <a:pt x="2712" y="3125"/>
                    <a:pt x="2187" y="3800"/>
                  </a:cubicBezTo>
                  <a:cubicBezTo>
                    <a:pt x="2162" y="3825"/>
                    <a:pt x="2200" y="3862"/>
                    <a:pt x="2225" y="3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1703;p37"/>
            <p:cNvSpPr/>
            <p:nvPr/>
          </p:nvSpPr>
          <p:spPr>
            <a:xfrm>
              <a:off x="3666275" y="4246025"/>
              <a:ext cx="22825" cy="110600"/>
            </a:xfrm>
            <a:custGeom>
              <a:avLst/>
              <a:gdLst/>
              <a:ahLst/>
              <a:cxnLst/>
              <a:rect l="l" t="t" r="r" b="b"/>
              <a:pathLst>
                <a:path w="913" h="4424" extrusionOk="0">
                  <a:moveTo>
                    <a:pt x="100" y="4386"/>
                  </a:moveTo>
                  <a:cubicBezTo>
                    <a:pt x="550" y="3862"/>
                    <a:pt x="663" y="3187"/>
                    <a:pt x="738" y="2512"/>
                  </a:cubicBezTo>
                  <a:cubicBezTo>
                    <a:pt x="825" y="1700"/>
                    <a:pt x="913" y="712"/>
                    <a:pt x="388" y="25"/>
                  </a:cubicBezTo>
                  <a:cubicBezTo>
                    <a:pt x="363" y="0"/>
                    <a:pt x="325" y="25"/>
                    <a:pt x="338" y="63"/>
                  </a:cubicBezTo>
                  <a:cubicBezTo>
                    <a:pt x="913" y="1175"/>
                    <a:pt x="888" y="3312"/>
                    <a:pt x="38" y="4324"/>
                  </a:cubicBezTo>
                  <a:cubicBezTo>
                    <a:pt x="1" y="4361"/>
                    <a:pt x="63" y="4424"/>
                    <a:pt x="100" y="43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1704;p37"/>
            <p:cNvSpPr/>
            <p:nvPr/>
          </p:nvSpPr>
          <p:spPr>
            <a:xfrm>
              <a:off x="3666600" y="4234450"/>
              <a:ext cx="12200" cy="12225"/>
            </a:xfrm>
            <a:custGeom>
              <a:avLst/>
              <a:gdLst/>
              <a:ahLst/>
              <a:cxnLst/>
              <a:rect l="l" t="t" r="r" b="b"/>
              <a:pathLst>
                <a:path w="488" h="489" extrusionOk="0">
                  <a:moveTo>
                    <a:pt x="350" y="451"/>
                  </a:moveTo>
                  <a:cubicBezTo>
                    <a:pt x="262" y="488"/>
                    <a:pt x="162" y="476"/>
                    <a:pt x="87" y="401"/>
                  </a:cubicBezTo>
                  <a:cubicBezTo>
                    <a:pt x="25" y="338"/>
                    <a:pt x="0" y="251"/>
                    <a:pt x="25" y="163"/>
                  </a:cubicBezTo>
                  <a:cubicBezTo>
                    <a:pt x="25" y="126"/>
                    <a:pt x="38" y="101"/>
                    <a:pt x="50" y="76"/>
                  </a:cubicBezTo>
                  <a:cubicBezTo>
                    <a:pt x="87" y="51"/>
                    <a:pt x="125" y="26"/>
                    <a:pt x="162" y="26"/>
                  </a:cubicBezTo>
                  <a:cubicBezTo>
                    <a:pt x="287" y="1"/>
                    <a:pt x="412" y="63"/>
                    <a:pt x="462" y="188"/>
                  </a:cubicBezTo>
                  <a:cubicBezTo>
                    <a:pt x="487" y="313"/>
                    <a:pt x="375" y="438"/>
                    <a:pt x="250" y="4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37"/>
            <p:cNvSpPr/>
            <p:nvPr/>
          </p:nvSpPr>
          <p:spPr>
            <a:xfrm>
              <a:off x="3660650" y="4232275"/>
              <a:ext cx="22200" cy="17200"/>
            </a:xfrm>
            <a:custGeom>
              <a:avLst/>
              <a:gdLst/>
              <a:ahLst/>
              <a:cxnLst/>
              <a:rect l="l" t="t" r="r" b="b"/>
              <a:pathLst>
                <a:path w="888" h="688" extrusionOk="0">
                  <a:moveTo>
                    <a:pt x="575" y="475"/>
                  </a:moveTo>
                  <a:cubicBezTo>
                    <a:pt x="300" y="450"/>
                    <a:pt x="251" y="375"/>
                    <a:pt x="425" y="275"/>
                  </a:cubicBezTo>
                  <a:cubicBezTo>
                    <a:pt x="575" y="88"/>
                    <a:pt x="588" y="163"/>
                    <a:pt x="475" y="488"/>
                  </a:cubicBezTo>
                  <a:cubicBezTo>
                    <a:pt x="425" y="488"/>
                    <a:pt x="438" y="575"/>
                    <a:pt x="488" y="575"/>
                  </a:cubicBezTo>
                  <a:cubicBezTo>
                    <a:pt x="888" y="575"/>
                    <a:pt x="800" y="0"/>
                    <a:pt x="400" y="63"/>
                  </a:cubicBezTo>
                  <a:cubicBezTo>
                    <a:pt x="1" y="125"/>
                    <a:pt x="238" y="688"/>
                    <a:pt x="613" y="600"/>
                  </a:cubicBezTo>
                  <a:cubicBezTo>
                    <a:pt x="688" y="575"/>
                    <a:pt x="650" y="450"/>
                    <a:pt x="575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1706;p37"/>
            <p:cNvSpPr/>
            <p:nvPr/>
          </p:nvSpPr>
          <p:spPr>
            <a:xfrm>
              <a:off x="3438200" y="4411600"/>
              <a:ext cx="2850" cy="3150"/>
            </a:xfrm>
            <a:custGeom>
              <a:avLst/>
              <a:gdLst/>
              <a:ahLst/>
              <a:cxnLst/>
              <a:rect l="l" t="t" r="r" b="b"/>
              <a:pathLst>
                <a:path w="114" h="126" extrusionOk="0">
                  <a:moveTo>
                    <a:pt x="88" y="63"/>
                  </a:moveTo>
                  <a:lnTo>
                    <a:pt x="76" y="25"/>
                  </a:lnTo>
                  <a:cubicBezTo>
                    <a:pt x="76" y="0"/>
                    <a:pt x="26" y="0"/>
                    <a:pt x="13" y="25"/>
                  </a:cubicBezTo>
                  <a:cubicBezTo>
                    <a:pt x="13" y="38"/>
                    <a:pt x="13" y="50"/>
                    <a:pt x="13" y="63"/>
                  </a:cubicBezTo>
                  <a:cubicBezTo>
                    <a:pt x="1" y="125"/>
                    <a:pt x="113" y="125"/>
                    <a:pt x="101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1707;p37"/>
            <p:cNvSpPr/>
            <p:nvPr/>
          </p:nvSpPr>
          <p:spPr>
            <a:xfrm>
              <a:off x="3308550" y="4353500"/>
              <a:ext cx="42200" cy="17500"/>
            </a:xfrm>
            <a:custGeom>
              <a:avLst/>
              <a:gdLst/>
              <a:ahLst/>
              <a:cxnLst/>
              <a:rect l="l" t="t" r="r" b="b"/>
              <a:pathLst>
                <a:path w="1688" h="700" extrusionOk="0">
                  <a:moveTo>
                    <a:pt x="1550" y="62"/>
                  </a:moveTo>
                  <a:cubicBezTo>
                    <a:pt x="1463" y="312"/>
                    <a:pt x="1026" y="437"/>
                    <a:pt x="801" y="475"/>
                  </a:cubicBezTo>
                  <a:cubicBezTo>
                    <a:pt x="551" y="512"/>
                    <a:pt x="313" y="512"/>
                    <a:pt x="63" y="462"/>
                  </a:cubicBezTo>
                  <a:cubicBezTo>
                    <a:pt x="1" y="462"/>
                    <a:pt x="1" y="550"/>
                    <a:pt x="51" y="562"/>
                  </a:cubicBezTo>
                  <a:cubicBezTo>
                    <a:pt x="501" y="700"/>
                    <a:pt x="1463" y="625"/>
                    <a:pt x="1663" y="100"/>
                  </a:cubicBezTo>
                  <a:cubicBezTo>
                    <a:pt x="1688" y="37"/>
                    <a:pt x="1575" y="0"/>
                    <a:pt x="1550" y="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1708;p37"/>
            <p:cNvSpPr/>
            <p:nvPr/>
          </p:nvSpPr>
          <p:spPr>
            <a:xfrm>
              <a:off x="3308250" y="4349125"/>
              <a:ext cx="42200" cy="19700"/>
            </a:xfrm>
            <a:custGeom>
              <a:avLst/>
              <a:gdLst/>
              <a:ahLst/>
              <a:cxnLst/>
              <a:rect l="l" t="t" r="r" b="b"/>
              <a:pathLst>
                <a:path w="1688" h="788" extrusionOk="0">
                  <a:moveTo>
                    <a:pt x="113" y="737"/>
                  </a:moveTo>
                  <a:cubicBezTo>
                    <a:pt x="513" y="362"/>
                    <a:pt x="1050" y="175"/>
                    <a:pt x="1600" y="237"/>
                  </a:cubicBezTo>
                  <a:cubicBezTo>
                    <a:pt x="1662" y="237"/>
                    <a:pt x="1687" y="163"/>
                    <a:pt x="1625" y="138"/>
                  </a:cubicBezTo>
                  <a:cubicBezTo>
                    <a:pt x="1112" y="0"/>
                    <a:pt x="400" y="312"/>
                    <a:pt x="38" y="675"/>
                  </a:cubicBezTo>
                  <a:cubicBezTo>
                    <a:pt x="0" y="712"/>
                    <a:pt x="63" y="787"/>
                    <a:pt x="113" y="7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" name="Google Shape;1709;p37"/>
            <p:cNvSpPr/>
            <p:nvPr/>
          </p:nvSpPr>
          <p:spPr>
            <a:xfrm>
              <a:off x="3377300" y="4314750"/>
              <a:ext cx="33450" cy="30025"/>
            </a:xfrm>
            <a:custGeom>
              <a:avLst/>
              <a:gdLst/>
              <a:ahLst/>
              <a:cxnLst/>
              <a:rect l="l" t="t" r="r" b="b"/>
              <a:pathLst>
                <a:path w="1338" h="1201" extrusionOk="0">
                  <a:moveTo>
                    <a:pt x="1287" y="1113"/>
                  </a:moveTo>
                  <a:cubicBezTo>
                    <a:pt x="975" y="1125"/>
                    <a:pt x="712" y="950"/>
                    <a:pt x="475" y="763"/>
                  </a:cubicBezTo>
                  <a:cubicBezTo>
                    <a:pt x="250" y="588"/>
                    <a:pt x="100" y="325"/>
                    <a:pt x="88" y="38"/>
                  </a:cubicBezTo>
                  <a:cubicBezTo>
                    <a:pt x="75" y="0"/>
                    <a:pt x="0" y="13"/>
                    <a:pt x="13" y="50"/>
                  </a:cubicBezTo>
                  <a:cubicBezTo>
                    <a:pt x="13" y="363"/>
                    <a:pt x="175" y="638"/>
                    <a:pt x="412" y="825"/>
                  </a:cubicBezTo>
                  <a:cubicBezTo>
                    <a:pt x="675" y="1025"/>
                    <a:pt x="937" y="1200"/>
                    <a:pt x="1287" y="1188"/>
                  </a:cubicBezTo>
                  <a:cubicBezTo>
                    <a:pt x="1337" y="1188"/>
                    <a:pt x="1337" y="1100"/>
                    <a:pt x="1287" y="1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" name="Google Shape;1710;p37"/>
            <p:cNvSpPr/>
            <p:nvPr/>
          </p:nvSpPr>
          <p:spPr>
            <a:xfrm>
              <a:off x="3376975" y="4315050"/>
              <a:ext cx="33450" cy="29100"/>
            </a:xfrm>
            <a:custGeom>
              <a:avLst/>
              <a:gdLst/>
              <a:ahLst/>
              <a:cxnLst/>
              <a:rect l="l" t="t" r="r" b="b"/>
              <a:pathLst>
                <a:path w="1338" h="1164" extrusionOk="0">
                  <a:moveTo>
                    <a:pt x="51" y="76"/>
                  </a:moveTo>
                  <a:cubicBezTo>
                    <a:pt x="325" y="163"/>
                    <a:pt x="563" y="288"/>
                    <a:pt x="788" y="463"/>
                  </a:cubicBezTo>
                  <a:cubicBezTo>
                    <a:pt x="1025" y="638"/>
                    <a:pt x="1075" y="876"/>
                    <a:pt x="1225" y="1113"/>
                  </a:cubicBezTo>
                  <a:cubicBezTo>
                    <a:pt x="1263" y="1163"/>
                    <a:pt x="1338" y="1138"/>
                    <a:pt x="1325" y="1076"/>
                  </a:cubicBezTo>
                  <a:cubicBezTo>
                    <a:pt x="1213" y="488"/>
                    <a:pt x="625" y="88"/>
                    <a:pt x="76" y="1"/>
                  </a:cubicBezTo>
                  <a:cubicBezTo>
                    <a:pt x="26" y="1"/>
                    <a:pt x="1" y="63"/>
                    <a:pt x="5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" name="Google Shape;1711;p37"/>
            <p:cNvSpPr/>
            <p:nvPr/>
          </p:nvSpPr>
          <p:spPr>
            <a:xfrm>
              <a:off x="3680325" y="4250400"/>
              <a:ext cx="38450" cy="86550"/>
            </a:xfrm>
            <a:custGeom>
              <a:avLst/>
              <a:gdLst/>
              <a:ahLst/>
              <a:cxnLst/>
              <a:rect l="l" t="t" r="r" b="b"/>
              <a:pathLst>
                <a:path w="1538" h="3462" extrusionOk="0">
                  <a:moveTo>
                    <a:pt x="88" y="3424"/>
                  </a:moveTo>
                  <a:cubicBezTo>
                    <a:pt x="813" y="2437"/>
                    <a:pt x="1301" y="1300"/>
                    <a:pt x="1525" y="88"/>
                  </a:cubicBezTo>
                  <a:cubicBezTo>
                    <a:pt x="1538" y="25"/>
                    <a:pt x="1438" y="0"/>
                    <a:pt x="1425" y="63"/>
                  </a:cubicBezTo>
                  <a:cubicBezTo>
                    <a:pt x="1213" y="1262"/>
                    <a:pt x="726" y="2399"/>
                    <a:pt x="26" y="3387"/>
                  </a:cubicBezTo>
                  <a:cubicBezTo>
                    <a:pt x="1" y="3437"/>
                    <a:pt x="63" y="3462"/>
                    <a:pt x="88" y="34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37"/>
            <p:cNvSpPr/>
            <p:nvPr/>
          </p:nvSpPr>
          <p:spPr>
            <a:xfrm>
              <a:off x="3710950" y="4236025"/>
              <a:ext cx="18150" cy="16575"/>
            </a:xfrm>
            <a:custGeom>
              <a:avLst/>
              <a:gdLst/>
              <a:ahLst/>
              <a:cxnLst/>
              <a:rect l="l" t="t" r="r" b="b"/>
              <a:pathLst>
                <a:path w="726" h="663" extrusionOk="0">
                  <a:moveTo>
                    <a:pt x="263" y="525"/>
                  </a:moveTo>
                  <a:cubicBezTo>
                    <a:pt x="363" y="488"/>
                    <a:pt x="375" y="488"/>
                    <a:pt x="288" y="500"/>
                  </a:cubicBezTo>
                  <a:cubicBezTo>
                    <a:pt x="250" y="500"/>
                    <a:pt x="213" y="500"/>
                    <a:pt x="176" y="500"/>
                  </a:cubicBezTo>
                  <a:cubicBezTo>
                    <a:pt x="138" y="500"/>
                    <a:pt x="126" y="550"/>
                    <a:pt x="163" y="563"/>
                  </a:cubicBezTo>
                  <a:cubicBezTo>
                    <a:pt x="375" y="663"/>
                    <a:pt x="725" y="438"/>
                    <a:pt x="475" y="213"/>
                  </a:cubicBezTo>
                  <a:cubicBezTo>
                    <a:pt x="213" y="0"/>
                    <a:pt x="1" y="375"/>
                    <a:pt x="188" y="575"/>
                  </a:cubicBezTo>
                  <a:cubicBezTo>
                    <a:pt x="225" y="625"/>
                    <a:pt x="288" y="563"/>
                    <a:pt x="250" y="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37"/>
            <p:cNvSpPr/>
            <p:nvPr/>
          </p:nvSpPr>
          <p:spPr>
            <a:xfrm>
              <a:off x="3642525" y="4266325"/>
              <a:ext cx="30650" cy="82200"/>
            </a:xfrm>
            <a:custGeom>
              <a:avLst/>
              <a:gdLst/>
              <a:ahLst/>
              <a:cxnLst/>
              <a:rect l="l" t="t" r="r" b="b"/>
              <a:pathLst>
                <a:path w="1226" h="3288" extrusionOk="0">
                  <a:moveTo>
                    <a:pt x="1100" y="3225"/>
                  </a:moveTo>
                  <a:cubicBezTo>
                    <a:pt x="1225" y="2125"/>
                    <a:pt x="1013" y="763"/>
                    <a:pt x="76" y="38"/>
                  </a:cubicBezTo>
                  <a:cubicBezTo>
                    <a:pt x="51" y="0"/>
                    <a:pt x="1" y="50"/>
                    <a:pt x="38" y="75"/>
                  </a:cubicBezTo>
                  <a:cubicBezTo>
                    <a:pt x="813" y="1013"/>
                    <a:pt x="1138" y="2012"/>
                    <a:pt x="1013" y="3225"/>
                  </a:cubicBezTo>
                  <a:cubicBezTo>
                    <a:pt x="1013" y="3287"/>
                    <a:pt x="1088" y="3287"/>
                    <a:pt x="1100" y="3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37"/>
            <p:cNvSpPr/>
            <p:nvPr/>
          </p:nvSpPr>
          <p:spPr>
            <a:xfrm>
              <a:off x="3633475" y="4256950"/>
              <a:ext cx="12825" cy="15025"/>
            </a:xfrm>
            <a:custGeom>
              <a:avLst/>
              <a:gdLst/>
              <a:ahLst/>
              <a:cxnLst/>
              <a:rect l="l" t="t" r="r" b="b"/>
              <a:pathLst>
                <a:path w="513" h="601" extrusionOk="0">
                  <a:moveTo>
                    <a:pt x="100" y="338"/>
                  </a:moveTo>
                  <a:cubicBezTo>
                    <a:pt x="188" y="338"/>
                    <a:pt x="200" y="325"/>
                    <a:pt x="150" y="263"/>
                  </a:cubicBezTo>
                  <a:cubicBezTo>
                    <a:pt x="125" y="238"/>
                    <a:pt x="88" y="250"/>
                    <a:pt x="75" y="288"/>
                  </a:cubicBezTo>
                  <a:cubicBezTo>
                    <a:pt x="75" y="575"/>
                    <a:pt x="513" y="600"/>
                    <a:pt x="475" y="300"/>
                  </a:cubicBezTo>
                  <a:cubicBezTo>
                    <a:pt x="450" y="1"/>
                    <a:pt x="0" y="38"/>
                    <a:pt x="25" y="338"/>
                  </a:cubicBezTo>
                  <a:cubicBezTo>
                    <a:pt x="25" y="388"/>
                    <a:pt x="100" y="388"/>
                    <a:pt x="100" y="3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37"/>
            <p:cNvSpPr/>
            <p:nvPr/>
          </p:nvSpPr>
          <p:spPr>
            <a:xfrm>
              <a:off x="3232025" y="4371600"/>
              <a:ext cx="237775" cy="60325"/>
            </a:xfrm>
            <a:custGeom>
              <a:avLst/>
              <a:gdLst/>
              <a:ahLst/>
              <a:cxnLst/>
              <a:rect l="l" t="t" r="r" b="b"/>
              <a:pathLst>
                <a:path w="9511" h="2413" extrusionOk="0">
                  <a:moveTo>
                    <a:pt x="9473" y="2338"/>
                  </a:moveTo>
                  <a:cubicBezTo>
                    <a:pt x="7711" y="1650"/>
                    <a:pt x="6386" y="938"/>
                    <a:pt x="4461" y="751"/>
                  </a:cubicBezTo>
                  <a:cubicBezTo>
                    <a:pt x="2749" y="576"/>
                    <a:pt x="1500" y="976"/>
                    <a:pt x="63" y="1938"/>
                  </a:cubicBezTo>
                  <a:cubicBezTo>
                    <a:pt x="0" y="1975"/>
                    <a:pt x="63" y="2075"/>
                    <a:pt x="125" y="2038"/>
                  </a:cubicBezTo>
                  <a:cubicBezTo>
                    <a:pt x="3462" y="1"/>
                    <a:pt x="6123" y="1151"/>
                    <a:pt x="9460" y="2400"/>
                  </a:cubicBezTo>
                  <a:cubicBezTo>
                    <a:pt x="9498" y="2413"/>
                    <a:pt x="9510" y="2350"/>
                    <a:pt x="9473" y="23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37"/>
            <p:cNvSpPr/>
            <p:nvPr/>
          </p:nvSpPr>
          <p:spPr>
            <a:xfrm>
              <a:off x="3717200" y="4327550"/>
              <a:ext cx="31575" cy="49400"/>
            </a:xfrm>
            <a:custGeom>
              <a:avLst/>
              <a:gdLst/>
              <a:ahLst/>
              <a:cxnLst/>
              <a:rect l="l" t="t" r="r" b="b"/>
              <a:pathLst>
                <a:path w="1263" h="1976" extrusionOk="0">
                  <a:moveTo>
                    <a:pt x="1225" y="1913"/>
                  </a:moveTo>
                  <a:cubicBezTo>
                    <a:pt x="813" y="1825"/>
                    <a:pt x="413" y="1625"/>
                    <a:pt x="238" y="1213"/>
                  </a:cubicBezTo>
                  <a:cubicBezTo>
                    <a:pt x="13" y="713"/>
                    <a:pt x="288" y="138"/>
                    <a:pt x="863" y="113"/>
                  </a:cubicBezTo>
                  <a:cubicBezTo>
                    <a:pt x="938" y="113"/>
                    <a:pt x="938" y="1"/>
                    <a:pt x="863" y="1"/>
                  </a:cubicBezTo>
                  <a:cubicBezTo>
                    <a:pt x="375" y="13"/>
                    <a:pt x="0" y="438"/>
                    <a:pt x="50" y="926"/>
                  </a:cubicBezTo>
                  <a:cubicBezTo>
                    <a:pt x="100" y="1525"/>
                    <a:pt x="650" y="1875"/>
                    <a:pt x="1200" y="1975"/>
                  </a:cubicBezTo>
                  <a:cubicBezTo>
                    <a:pt x="1238" y="1975"/>
                    <a:pt x="1263" y="1913"/>
                    <a:pt x="1225" y="19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37"/>
            <p:cNvSpPr/>
            <p:nvPr/>
          </p:nvSpPr>
          <p:spPr>
            <a:xfrm>
              <a:off x="3471650" y="4370975"/>
              <a:ext cx="62800" cy="31575"/>
            </a:xfrm>
            <a:custGeom>
              <a:avLst/>
              <a:gdLst/>
              <a:ahLst/>
              <a:cxnLst/>
              <a:rect l="l" t="t" r="r" b="b"/>
              <a:pathLst>
                <a:path w="2512" h="1263" extrusionOk="0">
                  <a:moveTo>
                    <a:pt x="63" y="613"/>
                  </a:moveTo>
                  <a:cubicBezTo>
                    <a:pt x="362" y="626"/>
                    <a:pt x="662" y="551"/>
                    <a:pt x="937" y="413"/>
                  </a:cubicBezTo>
                  <a:cubicBezTo>
                    <a:pt x="1637" y="113"/>
                    <a:pt x="2312" y="426"/>
                    <a:pt x="2424" y="1213"/>
                  </a:cubicBezTo>
                  <a:cubicBezTo>
                    <a:pt x="2424" y="1263"/>
                    <a:pt x="2499" y="1250"/>
                    <a:pt x="2499" y="1213"/>
                  </a:cubicBezTo>
                  <a:cubicBezTo>
                    <a:pt x="2512" y="763"/>
                    <a:pt x="2237" y="363"/>
                    <a:pt x="1825" y="213"/>
                  </a:cubicBezTo>
                  <a:cubicBezTo>
                    <a:pt x="1187" y="1"/>
                    <a:pt x="687" y="551"/>
                    <a:pt x="63" y="526"/>
                  </a:cubicBezTo>
                  <a:cubicBezTo>
                    <a:pt x="0" y="526"/>
                    <a:pt x="13" y="613"/>
                    <a:pt x="63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37"/>
            <p:cNvSpPr/>
            <p:nvPr/>
          </p:nvSpPr>
          <p:spPr>
            <a:xfrm>
              <a:off x="3504750" y="4396300"/>
              <a:ext cx="30650" cy="21575"/>
            </a:xfrm>
            <a:custGeom>
              <a:avLst/>
              <a:gdLst/>
              <a:ahLst/>
              <a:cxnLst/>
              <a:rect l="l" t="t" r="r" b="b"/>
              <a:pathLst>
                <a:path w="1226" h="863" extrusionOk="0">
                  <a:moveTo>
                    <a:pt x="1050" y="63"/>
                  </a:moveTo>
                  <a:cubicBezTo>
                    <a:pt x="1225" y="587"/>
                    <a:pt x="388" y="825"/>
                    <a:pt x="63" y="575"/>
                  </a:cubicBezTo>
                  <a:cubicBezTo>
                    <a:pt x="38" y="550"/>
                    <a:pt x="1" y="600"/>
                    <a:pt x="13" y="625"/>
                  </a:cubicBezTo>
                  <a:cubicBezTo>
                    <a:pt x="176" y="862"/>
                    <a:pt x="551" y="800"/>
                    <a:pt x="788" y="700"/>
                  </a:cubicBezTo>
                  <a:cubicBezTo>
                    <a:pt x="1063" y="587"/>
                    <a:pt x="1225" y="337"/>
                    <a:pt x="1113" y="50"/>
                  </a:cubicBezTo>
                  <a:cubicBezTo>
                    <a:pt x="1100" y="0"/>
                    <a:pt x="1038" y="25"/>
                    <a:pt x="10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37"/>
            <p:cNvSpPr/>
            <p:nvPr/>
          </p:nvSpPr>
          <p:spPr>
            <a:xfrm>
              <a:off x="3694400" y="4258825"/>
              <a:ext cx="81250" cy="56575"/>
            </a:xfrm>
            <a:custGeom>
              <a:avLst/>
              <a:gdLst/>
              <a:ahLst/>
              <a:cxnLst/>
              <a:rect l="l" t="t" r="r" b="b"/>
              <a:pathLst>
                <a:path w="3250" h="2263" extrusionOk="0">
                  <a:moveTo>
                    <a:pt x="88" y="2212"/>
                  </a:moveTo>
                  <a:cubicBezTo>
                    <a:pt x="887" y="1263"/>
                    <a:pt x="1775" y="188"/>
                    <a:pt x="3162" y="375"/>
                  </a:cubicBezTo>
                  <a:cubicBezTo>
                    <a:pt x="3224" y="375"/>
                    <a:pt x="3249" y="300"/>
                    <a:pt x="3187" y="288"/>
                  </a:cubicBezTo>
                  <a:cubicBezTo>
                    <a:pt x="1787" y="0"/>
                    <a:pt x="825" y="1200"/>
                    <a:pt x="25" y="2162"/>
                  </a:cubicBezTo>
                  <a:cubicBezTo>
                    <a:pt x="0" y="2200"/>
                    <a:pt x="50" y="2262"/>
                    <a:pt x="88" y="2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37"/>
            <p:cNvSpPr/>
            <p:nvPr/>
          </p:nvSpPr>
          <p:spPr>
            <a:xfrm>
              <a:off x="3515075" y="4351000"/>
              <a:ext cx="31250" cy="15325"/>
            </a:xfrm>
            <a:custGeom>
              <a:avLst/>
              <a:gdLst/>
              <a:ahLst/>
              <a:cxnLst/>
              <a:rect l="l" t="t" r="r" b="b"/>
              <a:pathLst>
                <a:path w="1250" h="613" extrusionOk="0">
                  <a:moveTo>
                    <a:pt x="63" y="600"/>
                  </a:moveTo>
                  <a:cubicBezTo>
                    <a:pt x="288" y="612"/>
                    <a:pt x="512" y="562"/>
                    <a:pt x="712" y="450"/>
                  </a:cubicBezTo>
                  <a:cubicBezTo>
                    <a:pt x="912" y="387"/>
                    <a:pt x="1087" y="262"/>
                    <a:pt x="1212" y="88"/>
                  </a:cubicBezTo>
                  <a:cubicBezTo>
                    <a:pt x="1250" y="50"/>
                    <a:pt x="1187" y="0"/>
                    <a:pt x="1150" y="38"/>
                  </a:cubicBezTo>
                  <a:cubicBezTo>
                    <a:pt x="862" y="325"/>
                    <a:pt x="475" y="487"/>
                    <a:pt x="63" y="512"/>
                  </a:cubicBezTo>
                  <a:cubicBezTo>
                    <a:pt x="0" y="512"/>
                    <a:pt x="13" y="587"/>
                    <a:pt x="63" y="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37"/>
            <p:cNvSpPr/>
            <p:nvPr/>
          </p:nvSpPr>
          <p:spPr>
            <a:xfrm>
              <a:off x="3512250" y="4344750"/>
              <a:ext cx="34075" cy="22200"/>
            </a:xfrm>
            <a:custGeom>
              <a:avLst/>
              <a:gdLst/>
              <a:ahLst/>
              <a:cxnLst/>
              <a:rect l="l" t="t" r="r" b="b"/>
              <a:pathLst>
                <a:path w="1363" h="888" extrusionOk="0">
                  <a:moveTo>
                    <a:pt x="1313" y="250"/>
                  </a:moveTo>
                  <a:cubicBezTo>
                    <a:pt x="825" y="0"/>
                    <a:pt x="226" y="300"/>
                    <a:pt x="26" y="787"/>
                  </a:cubicBezTo>
                  <a:cubicBezTo>
                    <a:pt x="1" y="837"/>
                    <a:pt x="101" y="887"/>
                    <a:pt x="126" y="825"/>
                  </a:cubicBezTo>
                  <a:cubicBezTo>
                    <a:pt x="313" y="412"/>
                    <a:pt x="825" y="125"/>
                    <a:pt x="1263" y="325"/>
                  </a:cubicBezTo>
                  <a:cubicBezTo>
                    <a:pt x="1325" y="350"/>
                    <a:pt x="1363" y="275"/>
                    <a:pt x="1313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37"/>
            <p:cNvSpPr/>
            <p:nvPr/>
          </p:nvSpPr>
          <p:spPr>
            <a:xfrm>
              <a:off x="3177650" y="4347550"/>
              <a:ext cx="132500" cy="60000"/>
            </a:xfrm>
            <a:custGeom>
              <a:avLst/>
              <a:gdLst/>
              <a:ahLst/>
              <a:cxnLst/>
              <a:rect l="l" t="t" r="r" b="b"/>
              <a:pathLst>
                <a:path w="5300" h="2400" extrusionOk="0">
                  <a:moveTo>
                    <a:pt x="5224" y="1750"/>
                  </a:moveTo>
                  <a:cubicBezTo>
                    <a:pt x="3687" y="2038"/>
                    <a:pt x="388" y="2350"/>
                    <a:pt x="76" y="51"/>
                  </a:cubicBezTo>
                  <a:cubicBezTo>
                    <a:pt x="76" y="13"/>
                    <a:pt x="1" y="1"/>
                    <a:pt x="13" y="51"/>
                  </a:cubicBezTo>
                  <a:cubicBezTo>
                    <a:pt x="226" y="2400"/>
                    <a:pt x="3662" y="2125"/>
                    <a:pt x="5249" y="1825"/>
                  </a:cubicBezTo>
                  <a:cubicBezTo>
                    <a:pt x="5299" y="1813"/>
                    <a:pt x="5274" y="1738"/>
                    <a:pt x="5224" y="1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37"/>
            <p:cNvSpPr/>
            <p:nvPr/>
          </p:nvSpPr>
          <p:spPr>
            <a:xfrm>
              <a:off x="3184850" y="4310375"/>
              <a:ext cx="60925" cy="65000"/>
            </a:xfrm>
            <a:custGeom>
              <a:avLst/>
              <a:gdLst/>
              <a:ahLst/>
              <a:cxnLst/>
              <a:rect l="l" t="t" r="r" b="b"/>
              <a:pathLst>
                <a:path w="2437" h="2600" extrusionOk="0">
                  <a:moveTo>
                    <a:pt x="975" y="2525"/>
                  </a:moveTo>
                  <a:cubicBezTo>
                    <a:pt x="350" y="2200"/>
                    <a:pt x="88" y="1425"/>
                    <a:pt x="512" y="838"/>
                  </a:cubicBezTo>
                  <a:cubicBezTo>
                    <a:pt x="887" y="300"/>
                    <a:pt x="1850" y="125"/>
                    <a:pt x="2324" y="650"/>
                  </a:cubicBezTo>
                  <a:cubicBezTo>
                    <a:pt x="2362" y="700"/>
                    <a:pt x="2437" y="625"/>
                    <a:pt x="2399" y="575"/>
                  </a:cubicBezTo>
                  <a:cubicBezTo>
                    <a:pt x="1900" y="0"/>
                    <a:pt x="837" y="188"/>
                    <a:pt x="425" y="775"/>
                  </a:cubicBezTo>
                  <a:cubicBezTo>
                    <a:pt x="0" y="1400"/>
                    <a:pt x="238" y="2262"/>
                    <a:pt x="937" y="2575"/>
                  </a:cubicBezTo>
                  <a:cubicBezTo>
                    <a:pt x="975" y="2600"/>
                    <a:pt x="1012" y="2537"/>
                    <a:pt x="975" y="2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37"/>
            <p:cNvSpPr/>
            <p:nvPr/>
          </p:nvSpPr>
          <p:spPr>
            <a:xfrm>
              <a:off x="3219825" y="4320675"/>
              <a:ext cx="35950" cy="46900"/>
            </a:xfrm>
            <a:custGeom>
              <a:avLst/>
              <a:gdLst/>
              <a:ahLst/>
              <a:cxnLst/>
              <a:rect l="l" t="t" r="r" b="b"/>
              <a:pathLst>
                <a:path w="1438" h="1876" extrusionOk="0">
                  <a:moveTo>
                    <a:pt x="713" y="88"/>
                  </a:moveTo>
                  <a:cubicBezTo>
                    <a:pt x="1113" y="276"/>
                    <a:pt x="1300" y="738"/>
                    <a:pt x="1138" y="1151"/>
                  </a:cubicBezTo>
                  <a:cubicBezTo>
                    <a:pt x="963" y="1588"/>
                    <a:pt x="513" y="1713"/>
                    <a:pt x="88" y="1588"/>
                  </a:cubicBezTo>
                  <a:cubicBezTo>
                    <a:pt x="38" y="1575"/>
                    <a:pt x="1" y="1650"/>
                    <a:pt x="51" y="1663"/>
                  </a:cubicBezTo>
                  <a:cubicBezTo>
                    <a:pt x="513" y="1875"/>
                    <a:pt x="1050" y="1663"/>
                    <a:pt x="1238" y="1201"/>
                  </a:cubicBezTo>
                  <a:cubicBezTo>
                    <a:pt x="1438" y="738"/>
                    <a:pt x="1213" y="201"/>
                    <a:pt x="751" y="26"/>
                  </a:cubicBezTo>
                  <a:cubicBezTo>
                    <a:pt x="713" y="1"/>
                    <a:pt x="676" y="63"/>
                    <a:pt x="713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37"/>
            <p:cNvSpPr/>
            <p:nvPr/>
          </p:nvSpPr>
          <p:spPr>
            <a:xfrm>
              <a:off x="3208275" y="4332875"/>
              <a:ext cx="17200" cy="30950"/>
            </a:xfrm>
            <a:custGeom>
              <a:avLst/>
              <a:gdLst/>
              <a:ahLst/>
              <a:cxnLst/>
              <a:rect l="l" t="t" r="r" b="b"/>
              <a:pathLst>
                <a:path w="688" h="1238" extrusionOk="0">
                  <a:moveTo>
                    <a:pt x="650" y="1125"/>
                  </a:moveTo>
                  <a:cubicBezTo>
                    <a:pt x="63" y="1162"/>
                    <a:pt x="0" y="13"/>
                    <a:pt x="613" y="200"/>
                  </a:cubicBezTo>
                  <a:cubicBezTo>
                    <a:pt x="663" y="225"/>
                    <a:pt x="688" y="138"/>
                    <a:pt x="638" y="113"/>
                  </a:cubicBezTo>
                  <a:cubicBezTo>
                    <a:pt x="338" y="0"/>
                    <a:pt x="75" y="263"/>
                    <a:pt x="63" y="550"/>
                  </a:cubicBezTo>
                  <a:cubicBezTo>
                    <a:pt x="63" y="837"/>
                    <a:pt x="300" y="1237"/>
                    <a:pt x="650" y="1200"/>
                  </a:cubicBezTo>
                  <a:cubicBezTo>
                    <a:pt x="688" y="1200"/>
                    <a:pt x="688" y="1125"/>
                    <a:pt x="650" y="1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37"/>
            <p:cNvSpPr/>
            <p:nvPr/>
          </p:nvSpPr>
          <p:spPr>
            <a:xfrm>
              <a:off x="3454450" y="4302575"/>
              <a:ext cx="55025" cy="71550"/>
            </a:xfrm>
            <a:custGeom>
              <a:avLst/>
              <a:gdLst/>
              <a:ahLst/>
              <a:cxnLst/>
              <a:rect l="l" t="t" r="r" b="b"/>
              <a:pathLst>
                <a:path w="2201" h="2862" extrusionOk="0">
                  <a:moveTo>
                    <a:pt x="1825" y="2812"/>
                  </a:moveTo>
                  <a:cubicBezTo>
                    <a:pt x="2200" y="1537"/>
                    <a:pt x="1425" y="100"/>
                    <a:pt x="38" y="0"/>
                  </a:cubicBezTo>
                  <a:cubicBezTo>
                    <a:pt x="1" y="0"/>
                    <a:pt x="1" y="50"/>
                    <a:pt x="38" y="50"/>
                  </a:cubicBezTo>
                  <a:cubicBezTo>
                    <a:pt x="1300" y="375"/>
                    <a:pt x="2100" y="1462"/>
                    <a:pt x="1750" y="2787"/>
                  </a:cubicBezTo>
                  <a:cubicBezTo>
                    <a:pt x="1738" y="2837"/>
                    <a:pt x="1813" y="2862"/>
                    <a:pt x="1838" y="27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1727;p37"/>
            <p:cNvSpPr/>
            <p:nvPr/>
          </p:nvSpPr>
          <p:spPr>
            <a:xfrm>
              <a:off x="3809050" y="4281625"/>
              <a:ext cx="20025" cy="15350"/>
            </a:xfrm>
            <a:custGeom>
              <a:avLst/>
              <a:gdLst/>
              <a:ahLst/>
              <a:cxnLst/>
              <a:rect l="l" t="t" r="r" b="b"/>
              <a:pathLst>
                <a:path w="801" h="614" extrusionOk="0">
                  <a:moveTo>
                    <a:pt x="113" y="563"/>
                  </a:moveTo>
                  <a:cubicBezTo>
                    <a:pt x="250" y="326"/>
                    <a:pt x="488" y="163"/>
                    <a:pt x="750" y="101"/>
                  </a:cubicBezTo>
                  <a:cubicBezTo>
                    <a:pt x="800" y="88"/>
                    <a:pt x="788" y="1"/>
                    <a:pt x="738" y="1"/>
                  </a:cubicBezTo>
                  <a:cubicBezTo>
                    <a:pt x="425" y="38"/>
                    <a:pt x="163" y="226"/>
                    <a:pt x="26" y="501"/>
                  </a:cubicBezTo>
                  <a:cubicBezTo>
                    <a:pt x="1" y="563"/>
                    <a:pt x="75" y="613"/>
                    <a:pt x="113" y="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" name="Google Shape;1728;p37"/>
            <p:cNvSpPr/>
            <p:nvPr/>
          </p:nvSpPr>
          <p:spPr>
            <a:xfrm>
              <a:off x="3812475" y="4278200"/>
              <a:ext cx="16900" cy="5950"/>
            </a:xfrm>
            <a:custGeom>
              <a:avLst/>
              <a:gdLst/>
              <a:ahLst/>
              <a:cxnLst/>
              <a:rect l="l" t="t" r="r" b="b"/>
              <a:pathLst>
                <a:path w="676" h="238" extrusionOk="0">
                  <a:moveTo>
                    <a:pt x="613" y="113"/>
                  </a:moveTo>
                  <a:cubicBezTo>
                    <a:pt x="438" y="25"/>
                    <a:pt x="251" y="0"/>
                    <a:pt x="63" y="25"/>
                  </a:cubicBezTo>
                  <a:cubicBezTo>
                    <a:pt x="1" y="38"/>
                    <a:pt x="26" y="138"/>
                    <a:pt x="76" y="138"/>
                  </a:cubicBezTo>
                  <a:cubicBezTo>
                    <a:pt x="251" y="138"/>
                    <a:pt x="413" y="163"/>
                    <a:pt x="576" y="213"/>
                  </a:cubicBezTo>
                  <a:cubicBezTo>
                    <a:pt x="651" y="238"/>
                    <a:pt x="676" y="138"/>
                    <a:pt x="61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37"/>
            <p:cNvSpPr/>
            <p:nvPr/>
          </p:nvSpPr>
          <p:spPr>
            <a:xfrm>
              <a:off x="3801250" y="4294125"/>
              <a:ext cx="9375" cy="7850"/>
            </a:xfrm>
            <a:custGeom>
              <a:avLst/>
              <a:gdLst/>
              <a:ahLst/>
              <a:cxnLst/>
              <a:rect l="l" t="t" r="r" b="b"/>
              <a:pathLst>
                <a:path w="375" h="314" extrusionOk="0">
                  <a:moveTo>
                    <a:pt x="263" y="88"/>
                  </a:moveTo>
                  <a:cubicBezTo>
                    <a:pt x="213" y="113"/>
                    <a:pt x="138" y="88"/>
                    <a:pt x="113" y="38"/>
                  </a:cubicBezTo>
                  <a:cubicBezTo>
                    <a:pt x="75" y="1"/>
                    <a:pt x="0" y="38"/>
                    <a:pt x="13" y="88"/>
                  </a:cubicBezTo>
                  <a:cubicBezTo>
                    <a:pt x="75" y="238"/>
                    <a:pt x="250" y="313"/>
                    <a:pt x="338" y="151"/>
                  </a:cubicBezTo>
                  <a:cubicBezTo>
                    <a:pt x="375" y="101"/>
                    <a:pt x="300" y="38"/>
                    <a:pt x="26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37"/>
            <p:cNvSpPr/>
            <p:nvPr/>
          </p:nvSpPr>
          <p:spPr>
            <a:xfrm>
              <a:off x="3783125" y="4280700"/>
              <a:ext cx="20025" cy="15650"/>
            </a:xfrm>
            <a:custGeom>
              <a:avLst/>
              <a:gdLst/>
              <a:ahLst/>
              <a:cxnLst/>
              <a:rect l="l" t="t" r="r" b="b"/>
              <a:pathLst>
                <a:path w="801" h="626" extrusionOk="0">
                  <a:moveTo>
                    <a:pt x="775" y="538"/>
                  </a:moveTo>
                  <a:cubicBezTo>
                    <a:pt x="625" y="288"/>
                    <a:pt x="350" y="0"/>
                    <a:pt x="38" y="63"/>
                  </a:cubicBezTo>
                  <a:cubicBezTo>
                    <a:pt x="0" y="75"/>
                    <a:pt x="0" y="138"/>
                    <a:pt x="38" y="150"/>
                  </a:cubicBezTo>
                  <a:cubicBezTo>
                    <a:pt x="313" y="213"/>
                    <a:pt x="550" y="363"/>
                    <a:pt x="700" y="588"/>
                  </a:cubicBezTo>
                  <a:cubicBezTo>
                    <a:pt x="738" y="625"/>
                    <a:pt x="800" y="575"/>
                    <a:pt x="775" y="5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37"/>
            <p:cNvSpPr/>
            <p:nvPr/>
          </p:nvSpPr>
          <p:spPr>
            <a:xfrm>
              <a:off x="3783425" y="4276325"/>
              <a:ext cx="24400" cy="10325"/>
            </a:xfrm>
            <a:custGeom>
              <a:avLst/>
              <a:gdLst/>
              <a:ahLst/>
              <a:cxnLst/>
              <a:rect l="l" t="t" r="r" b="b"/>
              <a:pathLst>
                <a:path w="976" h="413" extrusionOk="0">
                  <a:moveTo>
                    <a:pt x="113" y="288"/>
                  </a:moveTo>
                  <a:cubicBezTo>
                    <a:pt x="363" y="125"/>
                    <a:pt x="613" y="188"/>
                    <a:pt x="838" y="363"/>
                  </a:cubicBezTo>
                  <a:cubicBezTo>
                    <a:pt x="888" y="413"/>
                    <a:pt x="976" y="325"/>
                    <a:pt x="913" y="275"/>
                  </a:cubicBezTo>
                  <a:cubicBezTo>
                    <a:pt x="688" y="25"/>
                    <a:pt x="313" y="0"/>
                    <a:pt x="51" y="213"/>
                  </a:cubicBezTo>
                  <a:cubicBezTo>
                    <a:pt x="1" y="250"/>
                    <a:pt x="63" y="325"/>
                    <a:pt x="113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37"/>
            <p:cNvSpPr/>
            <p:nvPr/>
          </p:nvSpPr>
          <p:spPr>
            <a:xfrm>
              <a:off x="3804375" y="4278500"/>
              <a:ext cx="13750" cy="8150"/>
            </a:xfrm>
            <a:custGeom>
              <a:avLst/>
              <a:gdLst/>
              <a:ahLst/>
              <a:cxnLst/>
              <a:rect l="l" t="t" r="r" b="b"/>
              <a:pathLst>
                <a:path w="550" h="326" extrusionOk="0">
                  <a:moveTo>
                    <a:pt x="138" y="276"/>
                  </a:moveTo>
                  <a:cubicBezTo>
                    <a:pt x="238" y="188"/>
                    <a:pt x="362" y="126"/>
                    <a:pt x="487" y="113"/>
                  </a:cubicBezTo>
                  <a:cubicBezTo>
                    <a:pt x="550" y="113"/>
                    <a:pt x="525" y="26"/>
                    <a:pt x="475" y="13"/>
                  </a:cubicBezTo>
                  <a:cubicBezTo>
                    <a:pt x="312" y="1"/>
                    <a:pt x="163" y="76"/>
                    <a:pt x="50" y="188"/>
                  </a:cubicBezTo>
                  <a:cubicBezTo>
                    <a:pt x="0" y="238"/>
                    <a:pt x="88" y="326"/>
                    <a:pt x="138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37"/>
            <p:cNvSpPr/>
            <p:nvPr/>
          </p:nvSpPr>
          <p:spPr>
            <a:xfrm>
              <a:off x="3798750" y="4264450"/>
              <a:ext cx="14375" cy="12525"/>
            </a:xfrm>
            <a:custGeom>
              <a:avLst/>
              <a:gdLst/>
              <a:ahLst/>
              <a:cxnLst/>
              <a:rect l="l" t="t" r="r" b="b"/>
              <a:pathLst>
                <a:path w="575" h="501" extrusionOk="0">
                  <a:moveTo>
                    <a:pt x="275" y="475"/>
                  </a:moveTo>
                  <a:cubicBezTo>
                    <a:pt x="400" y="463"/>
                    <a:pt x="537" y="425"/>
                    <a:pt x="550" y="288"/>
                  </a:cubicBezTo>
                  <a:cubicBezTo>
                    <a:pt x="575" y="163"/>
                    <a:pt x="475" y="63"/>
                    <a:pt x="363" y="63"/>
                  </a:cubicBezTo>
                  <a:cubicBezTo>
                    <a:pt x="63" y="0"/>
                    <a:pt x="0" y="463"/>
                    <a:pt x="300" y="488"/>
                  </a:cubicBezTo>
                  <a:cubicBezTo>
                    <a:pt x="375" y="500"/>
                    <a:pt x="400" y="375"/>
                    <a:pt x="325" y="363"/>
                  </a:cubicBezTo>
                  <a:lnTo>
                    <a:pt x="275" y="350"/>
                  </a:lnTo>
                  <a:cubicBezTo>
                    <a:pt x="200" y="350"/>
                    <a:pt x="200" y="475"/>
                    <a:pt x="275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37"/>
            <p:cNvSpPr/>
            <p:nvPr/>
          </p:nvSpPr>
          <p:spPr>
            <a:xfrm>
              <a:off x="6793275" y="2739850"/>
              <a:ext cx="104675" cy="111550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3899" y="1800"/>
                  </a:moveTo>
                  <a:cubicBezTo>
                    <a:pt x="4087" y="3375"/>
                    <a:pt x="2275" y="4462"/>
                    <a:pt x="1062" y="3325"/>
                  </a:cubicBezTo>
                  <a:cubicBezTo>
                    <a:pt x="125" y="2450"/>
                    <a:pt x="563" y="988"/>
                    <a:pt x="1212" y="75"/>
                  </a:cubicBezTo>
                  <a:cubicBezTo>
                    <a:pt x="1237" y="38"/>
                    <a:pt x="1187" y="0"/>
                    <a:pt x="1150" y="25"/>
                  </a:cubicBezTo>
                  <a:cubicBezTo>
                    <a:pt x="213" y="1038"/>
                    <a:pt x="0" y="2975"/>
                    <a:pt x="1387" y="3712"/>
                  </a:cubicBezTo>
                  <a:cubicBezTo>
                    <a:pt x="2737" y="4424"/>
                    <a:pt x="4187" y="3237"/>
                    <a:pt x="3999" y="1800"/>
                  </a:cubicBezTo>
                  <a:cubicBezTo>
                    <a:pt x="3999" y="1738"/>
                    <a:pt x="3887" y="1738"/>
                    <a:pt x="3899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37"/>
            <p:cNvSpPr/>
            <p:nvPr/>
          </p:nvSpPr>
          <p:spPr>
            <a:xfrm>
              <a:off x="6818575" y="2481475"/>
              <a:ext cx="146850" cy="263400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75" y="10510"/>
                  </a:moveTo>
                  <a:cubicBezTo>
                    <a:pt x="1950" y="9186"/>
                    <a:pt x="4362" y="7986"/>
                    <a:pt x="5137" y="5674"/>
                  </a:cubicBezTo>
                  <a:cubicBezTo>
                    <a:pt x="5724" y="3950"/>
                    <a:pt x="5874" y="1463"/>
                    <a:pt x="4612" y="26"/>
                  </a:cubicBezTo>
                  <a:cubicBezTo>
                    <a:pt x="4587" y="1"/>
                    <a:pt x="4537" y="38"/>
                    <a:pt x="4562" y="63"/>
                  </a:cubicBezTo>
                  <a:cubicBezTo>
                    <a:pt x="5761" y="1700"/>
                    <a:pt x="5586" y="4462"/>
                    <a:pt x="4737" y="6224"/>
                  </a:cubicBezTo>
                  <a:cubicBezTo>
                    <a:pt x="3812" y="8124"/>
                    <a:pt x="1700" y="9236"/>
                    <a:pt x="38" y="10448"/>
                  </a:cubicBezTo>
                  <a:cubicBezTo>
                    <a:pt x="0" y="10473"/>
                    <a:pt x="38" y="10535"/>
                    <a:pt x="75" y="10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37"/>
            <p:cNvSpPr/>
            <p:nvPr/>
          </p:nvSpPr>
          <p:spPr>
            <a:xfrm>
              <a:off x="6840750" y="2448375"/>
              <a:ext cx="85000" cy="100300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350" y="1087"/>
                  </a:moveTo>
                  <a:cubicBezTo>
                    <a:pt x="2500" y="587"/>
                    <a:pt x="1313" y="387"/>
                    <a:pt x="576" y="1225"/>
                  </a:cubicBezTo>
                  <a:cubicBezTo>
                    <a:pt x="151" y="1700"/>
                    <a:pt x="1" y="2837"/>
                    <a:pt x="413" y="3387"/>
                  </a:cubicBezTo>
                  <a:cubicBezTo>
                    <a:pt x="900" y="4012"/>
                    <a:pt x="2038" y="3924"/>
                    <a:pt x="2375" y="3187"/>
                  </a:cubicBezTo>
                  <a:cubicBezTo>
                    <a:pt x="2575" y="2749"/>
                    <a:pt x="2550" y="2237"/>
                    <a:pt x="2300" y="1812"/>
                  </a:cubicBezTo>
                  <a:cubicBezTo>
                    <a:pt x="1938" y="1175"/>
                    <a:pt x="975" y="775"/>
                    <a:pt x="863" y="25"/>
                  </a:cubicBezTo>
                  <a:cubicBezTo>
                    <a:pt x="863" y="0"/>
                    <a:pt x="813" y="0"/>
                    <a:pt x="813" y="25"/>
                  </a:cubicBezTo>
                  <a:cubicBezTo>
                    <a:pt x="825" y="437"/>
                    <a:pt x="1100" y="675"/>
                    <a:pt x="1388" y="950"/>
                  </a:cubicBezTo>
                  <a:cubicBezTo>
                    <a:pt x="1675" y="1225"/>
                    <a:pt x="2050" y="1512"/>
                    <a:pt x="2200" y="1862"/>
                  </a:cubicBezTo>
                  <a:cubicBezTo>
                    <a:pt x="2563" y="2724"/>
                    <a:pt x="2313" y="3724"/>
                    <a:pt x="1200" y="3587"/>
                  </a:cubicBezTo>
                  <a:cubicBezTo>
                    <a:pt x="850" y="3649"/>
                    <a:pt x="626" y="3524"/>
                    <a:pt x="551" y="3174"/>
                  </a:cubicBezTo>
                  <a:cubicBezTo>
                    <a:pt x="426" y="3087"/>
                    <a:pt x="338" y="2949"/>
                    <a:pt x="338" y="2799"/>
                  </a:cubicBezTo>
                  <a:cubicBezTo>
                    <a:pt x="338" y="2737"/>
                    <a:pt x="338" y="2674"/>
                    <a:pt x="338" y="2612"/>
                  </a:cubicBezTo>
                  <a:cubicBezTo>
                    <a:pt x="313" y="2362"/>
                    <a:pt x="313" y="2100"/>
                    <a:pt x="363" y="1850"/>
                  </a:cubicBezTo>
                  <a:cubicBezTo>
                    <a:pt x="713" y="487"/>
                    <a:pt x="2375" y="612"/>
                    <a:pt x="3312" y="1150"/>
                  </a:cubicBezTo>
                  <a:cubicBezTo>
                    <a:pt x="3362" y="1175"/>
                    <a:pt x="3400" y="1112"/>
                    <a:pt x="3362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37"/>
            <p:cNvSpPr/>
            <p:nvPr/>
          </p:nvSpPr>
          <p:spPr>
            <a:xfrm>
              <a:off x="6857625" y="2386200"/>
              <a:ext cx="13450" cy="55325"/>
            </a:xfrm>
            <a:custGeom>
              <a:avLst/>
              <a:gdLst/>
              <a:ahLst/>
              <a:cxnLst/>
              <a:rect l="l" t="t" r="r" b="b"/>
              <a:pathLst>
                <a:path w="538" h="2213" extrusionOk="0">
                  <a:moveTo>
                    <a:pt x="138" y="2162"/>
                  </a:moveTo>
                  <a:cubicBezTo>
                    <a:pt x="63" y="1387"/>
                    <a:pt x="300" y="775"/>
                    <a:pt x="525" y="50"/>
                  </a:cubicBezTo>
                  <a:cubicBezTo>
                    <a:pt x="538" y="13"/>
                    <a:pt x="488" y="0"/>
                    <a:pt x="463" y="25"/>
                  </a:cubicBezTo>
                  <a:cubicBezTo>
                    <a:pt x="51" y="613"/>
                    <a:pt x="1" y="1475"/>
                    <a:pt x="63" y="2162"/>
                  </a:cubicBezTo>
                  <a:cubicBezTo>
                    <a:pt x="63" y="2212"/>
                    <a:pt x="150" y="2212"/>
                    <a:pt x="138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37"/>
            <p:cNvSpPr/>
            <p:nvPr/>
          </p:nvSpPr>
          <p:spPr>
            <a:xfrm>
              <a:off x="6804825" y="2632075"/>
              <a:ext cx="96875" cy="82175"/>
            </a:xfrm>
            <a:custGeom>
              <a:avLst/>
              <a:gdLst/>
              <a:ahLst/>
              <a:cxnLst/>
              <a:rect l="l" t="t" r="r" b="b"/>
              <a:pathLst>
                <a:path w="3875" h="3287" extrusionOk="0">
                  <a:moveTo>
                    <a:pt x="3800" y="2200"/>
                  </a:moveTo>
                  <a:cubicBezTo>
                    <a:pt x="3125" y="2712"/>
                    <a:pt x="2300" y="3174"/>
                    <a:pt x="1425" y="2937"/>
                  </a:cubicBezTo>
                  <a:cubicBezTo>
                    <a:pt x="963" y="2799"/>
                    <a:pt x="575" y="2474"/>
                    <a:pt x="363" y="2050"/>
                  </a:cubicBezTo>
                  <a:cubicBezTo>
                    <a:pt x="213" y="1762"/>
                    <a:pt x="126" y="1450"/>
                    <a:pt x="126" y="1137"/>
                  </a:cubicBezTo>
                  <a:cubicBezTo>
                    <a:pt x="138" y="400"/>
                    <a:pt x="563" y="250"/>
                    <a:pt x="1400" y="687"/>
                  </a:cubicBezTo>
                  <a:cubicBezTo>
                    <a:pt x="1363" y="712"/>
                    <a:pt x="1400" y="787"/>
                    <a:pt x="1438" y="750"/>
                  </a:cubicBezTo>
                  <a:cubicBezTo>
                    <a:pt x="1813" y="463"/>
                    <a:pt x="1400" y="125"/>
                    <a:pt x="1050" y="75"/>
                  </a:cubicBezTo>
                  <a:cubicBezTo>
                    <a:pt x="388" y="0"/>
                    <a:pt x="1" y="675"/>
                    <a:pt x="26" y="1262"/>
                  </a:cubicBezTo>
                  <a:cubicBezTo>
                    <a:pt x="63" y="2050"/>
                    <a:pt x="613" y="2837"/>
                    <a:pt x="1388" y="3049"/>
                  </a:cubicBezTo>
                  <a:cubicBezTo>
                    <a:pt x="2312" y="3287"/>
                    <a:pt x="3162" y="2824"/>
                    <a:pt x="3837" y="2237"/>
                  </a:cubicBezTo>
                  <a:cubicBezTo>
                    <a:pt x="3875" y="2212"/>
                    <a:pt x="3825" y="2175"/>
                    <a:pt x="3800" y="2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37"/>
            <p:cNvSpPr/>
            <p:nvPr/>
          </p:nvSpPr>
          <p:spPr>
            <a:xfrm>
              <a:off x="6762650" y="2704850"/>
              <a:ext cx="110625" cy="22850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4324" y="26"/>
                  </a:moveTo>
                  <a:cubicBezTo>
                    <a:pt x="3325" y="876"/>
                    <a:pt x="1175" y="913"/>
                    <a:pt x="63" y="326"/>
                  </a:cubicBezTo>
                  <a:cubicBezTo>
                    <a:pt x="26" y="313"/>
                    <a:pt x="1" y="363"/>
                    <a:pt x="26" y="388"/>
                  </a:cubicBezTo>
                  <a:cubicBezTo>
                    <a:pt x="713" y="901"/>
                    <a:pt x="1700" y="826"/>
                    <a:pt x="2512" y="738"/>
                  </a:cubicBezTo>
                  <a:cubicBezTo>
                    <a:pt x="3175" y="663"/>
                    <a:pt x="3862" y="538"/>
                    <a:pt x="4387" y="88"/>
                  </a:cubicBezTo>
                  <a:cubicBezTo>
                    <a:pt x="4424" y="51"/>
                    <a:pt x="4374" y="1"/>
                    <a:pt x="4324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37"/>
            <p:cNvSpPr/>
            <p:nvPr/>
          </p:nvSpPr>
          <p:spPr>
            <a:xfrm>
              <a:off x="6751100" y="27051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350"/>
                  </a:moveTo>
                  <a:cubicBezTo>
                    <a:pt x="488" y="263"/>
                    <a:pt x="463" y="150"/>
                    <a:pt x="400" y="88"/>
                  </a:cubicBezTo>
                  <a:cubicBezTo>
                    <a:pt x="338" y="25"/>
                    <a:pt x="238" y="0"/>
                    <a:pt x="150" y="13"/>
                  </a:cubicBezTo>
                  <a:cubicBezTo>
                    <a:pt x="125" y="13"/>
                    <a:pt x="88" y="25"/>
                    <a:pt x="63" y="50"/>
                  </a:cubicBezTo>
                  <a:cubicBezTo>
                    <a:pt x="38" y="88"/>
                    <a:pt x="25" y="125"/>
                    <a:pt x="25" y="163"/>
                  </a:cubicBezTo>
                  <a:cubicBezTo>
                    <a:pt x="0" y="288"/>
                    <a:pt x="63" y="413"/>
                    <a:pt x="175" y="463"/>
                  </a:cubicBezTo>
                  <a:cubicBezTo>
                    <a:pt x="313" y="475"/>
                    <a:pt x="425" y="375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37"/>
            <p:cNvSpPr/>
            <p:nvPr/>
          </p:nvSpPr>
          <p:spPr>
            <a:xfrm>
              <a:off x="6748900" y="2702675"/>
              <a:ext cx="16275" cy="18450"/>
            </a:xfrm>
            <a:custGeom>
              <a:avLst/>
              <a:gdLst/>
              <a:ahLst/>
              <a:cxnLst/>
              <a:rect l="l" t="t" r="r" b="b"/>
              <a:pathLst>
                <a:path w="651" h="738" extrusionOk="0">
                  <a:moveTo>
                    <a:pt x="601" y="463"/>
                  </a:moveTo>
                  <a:cubicBezTo>
                    <a:pt x="650" y="300"/>
                    <a:pt x="563" y="113"/>
                    <a:pt x="388" y="63"/>
                  </a:cubicBezTo>
                  <a:cubicBezTo>
                    <a:pt x="251" y="0"/>
                    <a:pt x="76" y="88"/>
                    <a:pt x="63" y="250"/>
                  </a:cubicBezTo>
                  <a:cubicBezTo>
                    <a:pt x="1" y="650"/>
                    <a:pt x="563" y="738"/>
                    <a:pt x="563" y="338"/>
                  </a:cubicBezTo>
                  <a:cubicBezTo>
                    <a:pt x="563" y="288"/>
                    <a:pt x="501" y="275"/>
                    <a:pt x="488" y="325"/>
                  </a:cubicBezTo>
                  <a:cubicBezTo>
                    <a:pt x="163" y="438"/>
                    <a:pt x="88" y="425"/>
                    <a:pt x="263" y="275"/>
                  </a:cubicBezTo>
                  <a:cubicBezTo>
                    <a:pt x="376" y="100"/>
                    <a:pt x="438" y="150"/>
                    <a:pt x="476" y="425"/>
                  </a:cubicBezTo>
                  <a:cubicBezTo>
                    <a:pt x="451" y="513"/>
                    <a:pt x="576" y="538"/>
                    <a:pt x="601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37"/>
            <p:cNvSpPr/>
            <p:nvPr/>
          </p:nvSpPr>
          <p:spPr>
            <a:xfrm>
              <a:off x="6927925" y="2476175"/>
              <a:ext cx="3450" cy="2825"/>
            </a:xfrm>
            <a:custGeom>
              <a:avLst/>
              <a:gdLst/>
              <a:ahLst/>
              <a:cxnLst/>
              <a:rect l="l" t="t" r="r" b="b"/>
              <a:pathLst>
                <a:path w="138" h="113" extrusionOk="0">
                  <a:moveTo>
                    <a:pt x="63" y="25"/>
                  </a:moveTo>
                  <a:lnTo>
                    <a:pt x="38" y="38"/>
                  </a:lnTo>
                  <a:cubicBezTo>
                    <a:pt x="0" y="50"/>
                    <a:pt x="0" y="88"/>
                    <a:pt x="38" y="100"/>
                  </a:cubicBezTo>
                  <a:lnTo>
                    <a:pt x="63" y="100"/>
                  </a:lnTo>
                  <a:cubicBezTo>
                    <a:pt x="125" y="113"/>
                    <a:pt x="138" y="0"/>
                    <a:pt x="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37"/>
            <p:cNvSpPr/>
            <p:nvPr/>
          </p:nvSpPr>
          <p:spPr>
            <a:xfrm>
              <a:off x="6869800" y="2346825"/>
              <a:ext cx="17850" cy="42200"/>
            </a:xfrm>
            <a:custGeom>
              <a:avLst/>
              <a:gdLst/>
              <a:ahLst/>
              <a:cxnLst/>
              <a:rect l="l" t="t" r="r" b="b"/>
              <a:pathLst>
                <a:path w="714" h="1688" extrusionOk="0">
                  <a:moveTo>
                    <a:pt x="101" y="1663"/>
                  </a:moveTo>
                  <a:cubicBezTo>
                    <a:pt x="638" y="1463"/>
                    <a:pt x="713" y="513"/>
                    <a:pt x="576" y="51"/>
                  </a:cubicBezTo>
                  <a:cubicBezTo>
                    <a:pt x="551" y="1"/>
                    <a:pt x="463" y="13"/>
                    <a:pt x="476" y="63"/>
                  </a:cubicBezTo>
                  <a:cubicBezTo>
                    <a:pt x="513" y="313"/>
                    <a:pt x="526" y="563"/>
                    <a:pt x="488" y="800"/>
                  </a:cubicBezTo>
                  <a:cubicBezTo>
                    <a:pt x="438" y="1038"/>
                    <a:pt x="326" y="1463"/>
                    <a:pt x="76" y="1550"/>
                  </a:cubicBezTo>
                  <a:cubicBezTo>
                    <a:pt x="1" y="1575"/>
                    <a:pt x="38" y="1688"/>
                    <a:pt x="101" y="1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37"/>
            <p:cNvSpPr/>
            <p:nvPr/>
          </p:nvSpPr>
          <p:spPr>
            <a:xfrm>
              <a:off x="6865425" y="2346525"/>
              <a:ext cx="19725" cy="42200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676" y="50"/>
                  </a:moveTo>
                  <a:cubicBezTo>
                    <a:pt x="313" y="400"/>
                    <a:pt x="1" y="1125"/>
                    <a:pt x="151" y="1625"/>
                  </a:cubicBezTo>
                  <a:cubicBezTo>
                    <a:pt x="163" y="1687"/>
                    <a:pt x="251" y="1662"/>
                    <a:pt x="238" y="1600"/>
                  </a:cubicBezTo>
                  <a:cubicBezTo>
                    <a:pt x="188" y="1062"/>
                    <a:pt x="376" y="513"/>
                    <a:pt x="751" y="113"/>
                  </a:cubicBezTo>
                  <a:cubicBezTo>
                    <a:pt x="788" y="63"/>
                    <a:pt x="726" y="0"/>
                    <a:pt x="676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37"/>
            <p:cNvSpPr/>
            <p:nvPr/>
          </p:nvSpPr>
          <p:spPr>
            <a:xfrm>
              <a:off x="6831375" y="2415875"/>
              <a:ext cx="30025" cy="33150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88" y="1275"/>
                  </a:moveTo>
                  <a:cubicBezTo>
                    <a:pt x="1200" y="938"/>
                    <a:pt x="1026" y="663"/>
                    <a:pt x="813" y="413"/>
                  </a:cubicBezTo>
                  <a:cubicBezTo>
                    <a:pt x="638" y="163"/>
                    <a:pt x="351" y="13"/>
                    <a:pt x="51" y="0"/>
                  </a:cubicBezTo>
                  <a:cubicBezTo>
                    <a:pt x="13" y="0"/>
                    <a:pt x="1" y="75"/>
                    <a:pt x="38" y="75"/>
                  </a:cubicBezTo>
                  <a:cubicBezTo>
                    <a:pt x="326" y="100"/>
                    <a:pt x="588" y="238"/>
                    <a:pt x="763" y="463"/>
                  </a:cubicBezTo>
                  <a:cubicBezTo>
                    <a:pt x="951" y="713"/>
                    <a:pt x="1125" y="950"/>
                    <a:pt x="1101" y="1275"/>
                  </a:cubicBezTo>
                  <a:cubicBezTo>
                    <a:pt x="1101" y="1325"/>
                    <a:pt x="1175" y="1325"/>
                    <a:pt x="1188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37"/>
            <p:cNvSpPr/>
            <p:nvPr/>
          </p:nvSpPr>
          <p:spPr>
            <a:xfrm>
              <a:off x="6831375" y="2415550"/>
              <a:ext cx="29400" cy="33475"/>
            </a:xfrm>
            <a:custGeom>
              <a:avLst/>
              <a:gdLst/>
              <a:ahLst/>
              <a:cxnLst/>
              <a:rect l="l" t="t" r="r" b="b"/>
              <a:pathLst>
                <a:path w="1176" h="1339" extrusionOk="0">
                  <a:moveTo>
                    <a:pt x="13" y="63"/>
                  </a:moveTo>
                  <a:cubicBezTo>
                    <a:pt x="101" y="626"/>
                    <a:pt x="501" y="1201"/>
                    <a:pt x="1076" y="1313"/>
                  </a:cubicBezTo>
                  <a:cubicBezTo>
                    <a:pt x="1138" y="1338"/>
                    <a:pt x="1175" y="1251"/>
                    <a:pt x="1125" y="1213"/>
                  </a:cubicBezTo>
                  <a:cubicBezTo>
                    <a:pt x="888" y="1076"/>
                    <a:pt x="651" y="1013"/>
                    <a:pt x="476" y="776"/>
                  </a:cubicBezTo>
                  <a:cubicBezTo>
                    <a:pt x="301" y="563"/>
                    <a:pt x="163" y="313"/>
                    <a:pt x="88" y="38"/>
                  </a:cubicBezTo>
                  <a:cubicBezTo>
                    <a:pt x="76" y="1"/>
                    <a:pt x="1" y="13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37"/>
            <p:cNvSpPr/>
            <p:nvPr/>
          </p:nvSpPr>
          <p:spPr>
            <a:xfrm>
              <a:off x="6767025" y="2718300"/>
              <a:ext cx="86575" cy="38750"/>
            </a:xfrm>
            <a:custGeom>
              <a:avLst/>
              <a:gdLst/>
              <a:ahLst/>
              <a:cxnLst/>
              <a:rect l="l" t="t" r="r" b="b"/>
              <a:pathLst>
                <a:path w="3463" h="1550" extrusionOk="0">
                  <a:moveTo>
                    <a:pt x="3387" y="38"/>
                  </a:moveTo>
                  <a:cubicBezTo>
                    <a:pt x="2387" y="738"/>
                    <a:pt x="1250" y="1225"/>
                    <a:pt x="50" y="1437"/>
                  </a:cubicBezTo>
                  <a:cubicBezTo>
                    <a:pt x="0" y="1450"/>
                    <a:pt x="25" y="1550"/>
                    <a:pt x="88" y="1537"/>
                  </a:cubicBezTo>
                  <a:cubicBezTo>
                    <a:pt x="1288" y="1312"/>
                    <a:pt x="2437" y="825"/>
                    <a:pt x="3425" y="100"/>
                  </a:cubicBezTo>
                  <a:cubicBezTo>
                    <a:pt x="3462" y="75"/>
                    <a:pt x="3425" y="0"/>
                    <a:pt x="338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37"/>
            <p:cNvSpPr/>
            <p:nvPr/>
          </p:nvSpPr>
          <p:spPr>
            <a:xfrm>
              <a:off x="6752975" y="2749525"/>
              <a:ext cx="16250" cy="17850"/>
            </a:xfrm>
            <a:custGeom>
              <a:avLst/>
              <a:gdLst/>
              <a:ahLst/>
              <a:cxnLst/>
              <a:rect l="l" t="t" r="r" b="b"/>
              <a:pathLst>
                <a:path w="650" h="714" extrusionOk="0">
                  <a:moveTo>
                    <a:pt x="575" y="188"/>
                  </a:moveTo>
                  <a:cubicBezTo>
                    <a:pt x="363" y="1"/>
                    <a:pt x="0" y="238"/>
                    <a:pt x="213" y="476"/>
                  </a:cubicBezTo>
                  <a:cubicBezTo>
                    <a:pt x="413" y="713"/>
                    <a:pt x="650" y="376"/>
                    <a:pt x="562" y="163"/>
                  </a:cubicBezTo>
                  <a:cubicBezTo>
                    <a:pt x="537" y="126"/>
                    <a:pt x="487" y="138"/>
                    <a:pt x="487" y="176"/>
                  </a:cubicBezTo>
                  <a:cubicBezTo>
                    <a:pt x="487" y="213"/>
                    <a:pt x="487" y="251"/>
                    <a:pt x="487" y="288"/>
                  </a:cubicBezTo>
                  <a:cubicBezTo>
                    <a:pt x="475" y="376"/>
                    <a:pt x="487" y="363"/>
                    <a:pt x="512" y="263"/>
                  </a:cubicBezTo>
                  <a:cubicBezTo>
                    <a:pt x="550" y="288"/>
                    <a:pt x="612" y="238"/>
                    <a:pt x="5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37"/>
            <p:cNvSpPr/>
            <p:nvPr/>
          </p:nvSpPr>
          <p:spPr>
            <a:xfrm>
              <a:off x="6783275" y="2681125"/>
              <a:ext cx="81875" cy="30625"/>
            </a:xfrm>
            <a:custGeom>
              <a:avLst/>
              <a:gdLst/>
              <a:ahLst/>
              <a:cxnLst/>
              <a:rect l="l" t="t" r="r" b="b"/>
              <a:pathLst>
                <a:path w="3275" h="1225" extrusionOk="0">
                  <a:moveTo>
                    <a:pt x="3212" y="1000"/>
                  </a:moveTo>
                  <a:cubicBezTo>
                    <a:pt x="2000" y="1137"/>
                    <a:pt x="988" y="800"/>
                    <a:pt x="63" y="25"/>
                  </a:cubicBezTo>
                  <a:cubicBezTo>
                    <a:pt x="25" y="0"/>
                    <a:pt x="0" y="38"/>
                    <a:pt x="13" y="75"/>
                  </a:cubicBezTo>
                  <a:cubicBezTo>
                    <a:pt x="738" y="1000"/>
                    <a:pt x="2112" y="1225"/>
                    <a:pt x="3212" y="1087"/>
                  </a:cubicBezTo>
                  <a:cubicBezTo>
                    <a:pt x="3274" y="1087"/>
                    <a:pt x="3274" y="987"/>
                    <a:pt x="3212" y="1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37"/>
            <p:cNvSpPr/>
            <p:nvPr/>
          </p:nvSpPr>
          <p:spPr>
            <a:xfrm>
              <a:off x="6773575" y="2671750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338" y="25"/>
                  </a:moveTo>
                  <a:cubicBezTo>
                    <a:pt x="38" y="0"/>
                    <a:pt x="1" y="450"/>
                    <a:pt x="301" y="488"/>
                  </a:cubicBezTo>
                  <a:cubicBezTo>
                    <a:pt x="601" y="513"/>
                    <a:pt x="563" y="75"/>
                    <a:pt x="276" y="88"/>
                  </a:cubicBezTo>
                  <a:cubicBezTo>
                    <a:pt x="238" y="88"/>
                    <a:pt x="226" y="138"/>
                    <a:pt x="263" y="150"/>
                  </a:cubicBezTo>
                  <a:cubicBezTo>
                    <a:pt x="313" y="213"/>
                    <a:pt x="338" y="188"/>
                    <a:pt x="338" y="100"/>
                  </a:cubicBezTo>
                  <a:cubicBezTo>
                    <a:pt x="388" y="100"/>
                    <a:pt x="388" y="25"/>
                    <a:pt x="338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37"/>
            <p:cNvSpPr/>
            <p:nvPr/>
          </p:nvSpPr>
          <p:spPr>
            <a:xfrm>
              <a:off x="6888250" y="2270600"/>
              <a:ext cx="60000" cy="237450"/>
            </a:xfrm>
            <a:custGeom>
              <a:avLst/>
              <a:gdLst/>
              <a:ahLst/>
              <a:cxnLst/>
              <a:rect l="l" t="t" r="r" b="b"/>
              <a:pathLst>
                <a:path w="2400" h="9498" extrusionOk="0">
                  <a:moveTo>
                    <a:pt x="2387" y="9448"/>
                  </a:moveTo>
                  <a:cubicBezTo>
                    <a:pt x="1137" y="6136"/>
                    <a:pt x="0" y="3450"/>
                    <a:pt x="2025" y="125"/>
                  </a:cubicBezTo>
                  <a:cubicBezTo>
                    <a:pt x="2062" y="50"/>
                    <a:pt x="1962" y="0"/>
                    <a:pt x="1925" y="63"/>
                  </a:cubicBezTo>
                  <a:cubicBezTo>
                    <a:pt x="975" y="1475"/>
                    <a:pt x="575" y="2750"/>
                    <a:pt x="738" y="4449"/>
                  </a:cubicBezTo>
                  <a:cubicBezTo>
                    <a:pt x="925" y="6386"/>
                    <a:pt x="1637" y="7686"/>
                    <a:pt x="2325" y="9460"/>
                  </a:cubicBezTo>
                  <a:cubicBezTo>
                    <a:pt x="2350" y="9498"/>
                    <a:pt x="2400" y="9485"/>
                    <a:pt x="2387" y="9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37"/>
            <p:cNvSpPr/>
            <p:nvPr/>
          </p:nvSpPr>
          <p:spPr>
            <a:xfrm>
              <a:off x="6844200" y="2755475"/>
              <a:ext cx="49375" cy="31875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1962" y="1213"/>
                  </a:moveTo>
                  <a:cubicBezTo>
                    <a:pt x="1875" y="663"/>
                    <a:pt x="1525" y="125"/>
                    <a:pt x="912" y="63"/>
                  </a:cubicBezTo>
                  <a:cubicBezTo>
                    <a:pt x="425" y="0"/>
                    <a:pt x="0" y="375"/>
                    <a:pt x="0" y="875"/>
                  </a:cubicBezTo>
                  <a:cubicBezTo>
                    <a:pt x="0" y="938"/>
                    <a:pt x="113" y="938"/>
                    <a:pt x="113" y="875"/>
                  </a:cubicBezTo>
                  <a:cubicBezTo>
                    <a:pt x="125" y="300"/>
                    <a:pt x="700" y="13"/>
                    <a:pt x="1200" y="250"/>
                  </a:cubicBezTo>
                  <a:cubicBezTo>
                    <a:pt x="1612" y="425"/>
                    <a:pt x="1812" y="813"/>
                    <a:pt x="1900" y="1238"/>
                  </a:cubicBezTo>
                  <a:cubicBezTo>
                    <a:pt x="1912" y="1275"/>
                    <a:pt x="1975" y="1262"/>
                    <a:pt x="1962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37"/>
            <p:cNvSpPr/>
            <p:nvPr/>
          </p:nvSpPr>
          <p:spPr>
            <a:xfrm>
              <a:off x="6887300" y="2510225"/>
              <a:ext cx="31575" cy="62500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538" y="50"/>
                  </a:moveTo>
                  <a:cubicBezTo>
                    <a:pt x="563" y="675"/>
                    <a:pt x="1" y="1175"/>
                    <a:pt x="226" y="1812"/>
                  </a:cubicBezTo>
                  <a:cubicBezTo>
                    <a:pt x="376" y="2225"/>
                    <a:pt x="776" y="2500"/>
                    <a:pt x="1213" y="2487"/>
                  </a:cubicBezTo>
                  <a:cubicBezTo>
                    <a:pt x="1250" y="2487"/>
                    <a:pt x="1263" y="2425"/>
                    <a:pt x="1225" y="2412"/>
                  </a:cubicBezTo>
                  <a:cubicBezTo>
                    <a:pt x="438" y="2312"/>
                    <a:pt x="126" y="1625"/>
                    <a:pt x="426" y="925"/>
                  </a:cubicBezTo>
                  <a:cubicBezTo>
                    <a:pt x="563" y="650"/>
                    <a:pt x="626" y="350"/>
                    <a:pt x="626" y="50"/>
                  </a:cubicBezTo>
                  <a:cubicBezTo>
                    <a:pt x="626" y="0"/>
                    <a:pt x="538" y="0"/>
                    <a:pt x="538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37"/>
            <p:cNvSpPr/>
            <p:nvPr/>
          </p:nvSpPr>
          <p:spPr>
            <a:xfrm>
              <a:off x="6912925" y="2543350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38" y="1112"/>
                  </a:moveTo>
                  <a:cubicBezTo>
                    <a:pt x="338" y="1225"/>
                    <a:pt x="588" y="1062"/>
                    <a:pt x="700" y="775"/>
                  </a:cubicBezTo>
                  <a:cubicBezTo>
                    <a:pt x="788" y="550"/>
                    <a:pt x="863" y="163"/>
                    <a:pt x="613" y="13"/>
                  </a:cubicBezTo>
                  <a:cubicBezTo>
                    <a:pt x="588" y="0"/>
                    <a:pt x="550" y="25"/>
                    <a:pt x="575" y="63"/>
                  </a:cubicBezTo>
                  <a:cubicBezTo>
                    <a:pt x="825" y="387"/>
                    <a:pt x="588" y="1225"/>
                    <a:pt x="63" y="1050"/>
                  </a:cubicBezTo>
                  <a:cubicBezTo>
                    <a:pt x="13" y="1025"/>
                    <a:pt x="0" y="1100"/>
                    <a:pt x="38" y="11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37"/>
            <p:cNvSpPr/>
            <p:nvPr/>
          </p:nvSpPr>
          <p:spPr>
            <a:xfrm>
              <a:off x="6775150" y="273267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162" y="38"/>
                  </a:moveTo>
                  <a:cubicBezTo>
                    <a:pt x="1213" y="825"/>
                    <a:pt x="0" y="1800"/>
                    <a:pt x="300" y="3199"/>
                  </a:cubicBezTo>
                  <a:cubicBezTo>
                    <a:pt x="313" y="3249"/>
                    <a:pt x="400" y="3224"/>
                    <a:pt x="388" y="3174"/>
                  </a:cubicBezTo>
                  <a:cubicBezTo>
                    <a:pt x="200" y="1787"/>
                    <a:pt x="1275" y="900"/>
                    <a:pt x="2225" y="88"/>
                  </a:cubicBezTo>
                  <a:cubicBezTo>
                    <a:pt x="2262" y="63"/>
                    <a:pt x="2200" y="0"/>
                    <a:pt x="2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37"/>
            <p:cNvSpPr/>
            <p:nvPr/>
          </p:nvSpPr>
          <p:spPr>
            <a:xfrm>
              <a:off x="6867625" y="2553650"/>
              <a:ext cx="15025" cy="30950"/>
            </a:xfrm>
            <a:custGeom>
              <a:avLst/>
              <a:gdLst/>
              <a:ahLst/>
              <a:cxnLst/>
              <a:rect l="l" t="t" r="r" b="b"/>
              <a:pathLst>
                <a:path w="601" h="1238" extrusionOk="0">
                  <a:moveTo>
                    <a:pt x="500" y="63"/>
                  </a:moveTo>
                  <a:cubicBezTo>
                    <a:pt x="475" y="463"/>
                    <a:pt x="313" y="850"/>
                    <a:pt x="25" y="1138"/>
                  </a:cubicBezTo>
                  <a:cubicBezTo>
                    <a:pt x="0" y="1175"/>
                    <a:pt x="38" y="1238"/>
                    <a:pt x="88" y="1213"/>
                  </a:cubicBezTo>
                  <a:cubicBezTo>
                    <a:pt x="250" y="1075"/>
                    <a:pt x="375" y="900"/>
                    <a:pt x="438" y="713"/>
                  </a:cubicBezTo>
                  <a:cubicBezTo>
                    <a:pt x="550" y="513"/>
                    <a:pt x="600" y="288"/>
                    <a:pt x="588" y="63"/>
                  </a:cubicBezTo>
                  <a:cubicBezTo>
                    <a:pt x="588" y="0"/>
                    <a:pt x="488" y="0"/>
                    <a:pt x="4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37"/>
            <p:cNvSpPr/>
            <p:nvPr/>
          </p:nvSpPr>
          <p:spPr>
            <a:xfrm>
              <a:off x="6861375" y="25505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325" y="1275"/>
                  </a:moveTo>
                  <a:cubicBezTo>
                    <a:pt x="113" y="825"/>
                    <a:pt x="413" y="313"/>
                    <a:pt x="825" y="125"/>
                  </a:cubicBezTo>
                  <a:cubicBezTo>
                    <a:pt x="875" y="100"/>
                    <a:pt x="838" y="0"/>
                    <a:pt x="775" y="25"/>
                  </a:cubicBezTo>
                  <a:cubicBezTo>
                    <a:pt x="300" y="238"/>
                    <a:pt x="0" y="838"/>
                    <a:pt x="238" y="1325"/>
                  </a:cubicBezTo>
                  <a:cubicBezTo>
                    <a:pt x="275" y="1375"/>
                    <a:pt x="350" y="1325"/>
                    <a:pt x="32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37"/>
            <p:cNvSpPr/>
            <p:nvPr/>
          </p:nvSpPr>
          <p:spPr>
            <a:xfrm>
              <a:off x="6864175" y="2216250"/>
              <a:ext cx="60025" cy="13217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1813" y="5236"/>
                  </a:moveTo>
                  <a:cubicBezTo>
                    <a:pt x="2125" y="3649"/>
                    <a:pt x="2400" y="212"/>
                    <a:pt x="51" y="0"/>
                  </a:cubicBezTo>
                  <a:cubicBezTo>
                    <a:pt x="1" y="0"/>
                    <a:pt x="1" y="62"/>
                    <a:pt x="51" y="75"/>
                  </a:cubicBezTo>
                  <a:cubicBezTo>
                    <a:pt x="2338" y="375"/>
                    <a:pt x="2038" y="3687"/>
                    <a:pt x="1738" y="5211"/>
                  </a:cubicBezTo>
                  <a:cubicBezTo>
                    <a:pt x="1738" y="5261"/>
                    <a:pt x="1813" y="5286"/>
                    <a:pt x="1813" y="5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37"/>
            <p:cNvSpPr/>
            <p:nvPr/>
          </p:nvSpPr>
          <p:spPr>
            <a:xfrm>
              <a:off x="6826700" y="2222800"/>
              <a:ext cx="65000" cy="6157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2587" y="963"/>
                  </a:moveTo>
                  <a:cubicBezTo>
                    <a:pt x="2250" y="288"/>
                    <a:pt x="1425" y="0"/>
                    <a:pt x="788" y="450"/>
                  </a:cubicBezTo>
                  <a:cubicBezTo>
                    <a:pt x="200" y="863"/>
                    <a:pt x="0" y="1925"/>
                    <a:pt x="575" y="2425"/>
                  </a:cubicBezTo>
                  <a:cubicBezTo>
                    <a:pt x="638" y="2462"/>
                    <a:pt x="700" y="2387"/>
                    <a:pt x="650" y="2350"/>
                  </a:cubicBezTo>
                  <a:cubicBezTo>
                    <a:pt x="138" y="1875"/>
                    <a:pt x="300" y="900"/>
                    <a:pt x="838" y="525"/>
                  </a:cubicBezTo>
                  <a:cubicBezTo>
                    <a:pt x="1425" y="125"/>
                    <a:pt x="2237" y="350"/>
                    <a:pt x="2537" y="1000"/>
                  </a:cubicBezTo>
                  <a:cubicBezTo>
                    <a:pt x="2550" y="1038"/>
                    <a:pt x="2600" y="1000"/>
                    <a:pt x="2587" y="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37"/>
            <p:cNvSpPr/>
            <p:nvPr/>
          </p:nvSpPr>
          <p:spPr>
            <a:xfrm>
              <a:off x="6837325" y="2258100"/>
              <a:ext cx="46875" cy="35950"/>
            </a:xfrm>
            <a:custGeom>
              <a:avLst/>
              <a:gdLst/>
              <a:ahLst/>
              <a:cxnLst/>
              <a:rect l="l" t="t" r="r" b="b"/>
              <a:pathLst>
                <a:path w="1875" h="1438" extrusionOk="0">
                  <a:moveTo>
                    <a:pt x="25" y="750"/>
                  </a:moveTo>
                  <a:cubicBezTo>
                    <a:pt x="200" y="1213"/>
                    <a:pt x="738" y="1438"/>
                    <a:pt x="1200" y="1250"/>
                  </a:cubicBezTo>
                  <a:cubicBezTo>
                    <a:pt x="1662" y="1050"/>
                    <a:pt x="1875" y="513"/>
                    <a:pt x="1662" y="51"/>
                  </a:cubicBezTo>
                  <a:cubicBezTo>
                    <a:pt x="1650" y="1"/>
                    <a:pt x="1575" y="38"/>
                    <a:pt x="1587" y="88"/>
                  </a:cubicBezTo>
                  <a:cubicBezTo>
                    <a:pt x="1712" y="513"/>
                    <a:pt x="1587" y="963"/>
                    <a:pt x="1150" y="1150"/>
                  </a:cubicBezTo>
                  <a:cubicBezTo>
                    <a:pt x="738" y="1313"/>
                    <a:pt x="263" y="1125"/>
                    <a:pt x="88" y="713"/>
                  </a:cubicBezTo>
                  <a:cubicBezTo>
                    <a:pt x="63" y="675"/>
                    <a:pt x="0" y="713"/>
                    <a:pt x="25" y="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37"/>
            <p:cNvSpPr/>
            <p:nvPr/>
          </p:nvSpPr>
          <p:spPr>
            <a:xfrm>
              <a:off x="6849500" y="2246850"/>
              <a:ext cx="30650" cy="17200"/>
            </a:xfrm>
            <a:custGeom>
              <a:avLst/>
              <a:gdLst/>
              <a:ahLst/>
              <a:cxnLst/>
              <a:rect l="l" t="t" r="r" b="b"/>
              <a:pathLst>
                <a:path w="1226" h="688" extrusionOk="0">
                  <a:moveTo>
                    <a:pt x="1200" y="638"/>
                  </a:moveTo>
                  <a:cubicBezTo>
                    <a:pt x="1225" y="301"/>
                    <a:pt x="863" y="51"/>
                    <a:pt x="550" y="63"/>
                  </a:cubicBezTo>
                  <a:cubicBezTo>
                    <a:pt x="238" y="63"/>
                    <a:pt x="1" y="338"/>
                    <a:pt x="113" y="626"/>
                  </a:cubicBezTo>
                  <a:cubicBezTo>
                    <a:pt x="138" y="676"/>
                    <a:pt x="213" y="663"/>
                    <a:pt x="201" y="601"/>
                  </a:cubicBezTo>
                  <a:cubicBezTo>
                    <a:pt x="13" y="1"/>
                    <a:pt x="1163" y="51"/>
                    <a:pt x="1125" y="638"/>
                  </a:cubicBezTo>
                  <a:cubicBezTo>
                    <a:pt x="1125" y="688"/>
                    <a:pt x="1200" y="688"/>
                    <a:pt x="1200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37"/>
            <p:cNvSpPr/>
            <p:nvPr/>
          </p:nvSpPr>
          <p:spPr>
            <a:xfrm>
              <a:off x="6819200" y="2492725"/>
              <a:ext cx="71575" cy="55025"/>
            </a:xfrm>
            <a:custGeom>
              <a:avLst/>
              <a:gdLst/>
              <a:ahLst/>
              <a:cxnLst/>
              <a:rect l="l" t="t" r="r" b="b"/>
              <a:pathLst>
                <a:path w="2863" h="2201" extrusionOk="0">
                  <a:moveTo>
                    <a:pt x="2787" y="1750"/>
                  </a:moveTo>
                  <a:cubicBezTo>
                    <a:pt x="1463" y="2100"/>
                    <a:pt x="375" y="1288"/>
                    <a:pt x="50" y="26"/>
                  </a:cubicBezTo>
                  <a:cubicBezTo>
                    <a:pt x="50" y="1"/>
                    <a:pt x="0" y="1"/>
                    <a:pt x="0" y="26"/>
                  </a:cubicBezTo>
                  <a:cubicBezTo>
                    <a:pt x="100" y="1425"/>
                    <a:pt x="1538" y="2200"/>
                    <a:pt x="2812" y="1813"/>
                  </a:cubicBezTo>
                  <a:cubicBezTo>
                    <a:pt x="2862" y="1800"/>
                    <a:pt x="2837" y="1725"/>
                    <a:pt x="2787" y="1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37"/>
            <p:cNvSpPr/>
            <p:nvPr/>
          </p:nvSpPr>
          <p:spPr>
            <a:xfrm>
              <a:off x="6793275" y="2835125"/>
              <a:ext cx="104675" cy="111575"/>
            </a:xfrm>
            <a:custGeom>
              <a:avLst/>
              <a:gdLst/>
              <a:ahLst/>
              <a:cxnLst/>
              <a:rect l="l" t="t" r="r" b="b"/>
              <a:pathLst>
                <a:path w="4187" h="4463" extrusionOk="0">
                  <a:moveTo>
                    <a:pt x="3999" y="2663"/>
                  </a:moveTo>
                  <a:cubicBezTo>
                    <a:pt x="4187" y="1213"/>
                    <a:pt x="2737" y="38"/>
                    <a:pt x="1387" y="751"/>
                  </a:cubicBezTo>
                  <a:cubicBezTo>
                    <a:pt x="0" y="1488"/>
                    <a:pt x="225" y="3425"/>
                    <a:pt x="1162" y="4437"/>
                  </a:cubicBezTo>
                  <a:cubicBezTo>
                    <a:pt x="1187" y="4462"/>
                    <a:pt x="1237" y="4425"/>
                    <a:pt x="1212" y="4387"/>
                  </a:cubicBezTo>
                  <a:cubicBezTo>
                    <a:pt x="563" y="3488"/>
                    <a:pt x="125" y="2013"/>
                    <a:pt x="1062" y="1138"/>
                  </a:cubicBezTo>
                  <a:cubicBezTo>
                    <a:pt x="2275" y="1"/>
                    <a:pt x="4087" y="1088"/>
                    <a:pt x="3899" y="2663"/>
                  </a:cubicBezTo>
                  <a:cubicBezTo>
                    <a:pt x="3887" y="2738"/>
                    <a:pt x="3999" y="2725"/>
                    <a:pt x="4012" y="2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37"/>
            <p:cNvSpPr/>
            <p:nvPr/>
          </p:nvSpPr>
          <p:spPr>
            <a:xfrm>
              <a:off x="6818575" y="2941350"/>
              <a:ext cx="146550" cy="263725"/>
            </a:xfrm>
            <a:custGeom>
              <a:avLst/>
              <a:gdLst/>
              <a:ahLst/>
              <a:cxnLst/>
              <a:rect l="l" t="t" r="r" b="b"/>
              <a:pathLst>
                <a:path w="5862" h="10549" extrusionOk="0">
                  <a:moveTo>
                    <a:pt x="38" y="101"/>
                  </a:moveTo>
                  <a:cubicBezTo>
                    <a:pt x="1700" y="1313"/>
                    <a:pt x="3812" y="2425"/>
                    <a:pt x="4737" y="4325"/>
                  </a:cubicBezTo>
                  <a:cubicBezTo>
                    <a:pt x="5586" y="6087"/>
                    <a:pt x="5761" y="8849"/>
                    <a:pt x="4562" y="10486"/>
                  </a:cubicBezTo>
                  <a:cubicBezTo>
                    <a:pt x="4537" y="10511"/>
                    <a:pt x="4587" y="10548"/>
                    <a:pt x="4612" y="10523"/>
                  </a:cubicBezTo>
                  <a:cubicBezTo>
                    <a:pt x="5861" y="9086"/>
                    <a:pt x="5724" y="6587"/>
                    <a:pt x="5137" y="4875"/>
                  </a:cubicBezTo>
                  <a:cubicBezTo>
                    <a:pt x="4349" y="2550"/>
                    <a:pt x="1950" y="1363"/>
                    <a:pt x="75" y="26"/>
                  </a:cubicBezTo>
                  <a:cubicBezTo>
                    <a:pt x="38" y="1"/>
                    <a:pt x="0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37"/>
            <p:cNvSpPr/>
            <p:nvPr/>
          </p:nvSpPr>
          <p:spPr>
            <a:xfrm>
              <a:off x="6841075" y="3137250"/>
              <a:ext cx="84375" cy="100925"/>
            </a:xfrm>
            <a:custGeom>
              <a:avLst/>
              <a:gdLst/>
              <a:ahLst/>
              <a:cxnLst/>
              <a:rect l="l" t="t" r="r" b="b"/>
              <a:pathLst>
                <a:path w="3375" h="4037" extrusionOk="0">
                  <a:moveTo>
                    <a:pt x="3299" y="2875"/>
                  </a:moveTo>
                  <a:cubicBezTo>
                    <a:pt x="2362" y="3412"/>
                    <a:pt x="987" y="3537"/>
                    <a:pt x="438" y="2375"/>
                  </a:cubicBezTo>
                  <a:cubicBezTo>
                    <a:pt x="313" y="2100"/>
                    <a:pt x="275" y="1787"/>
                    <a:pt x="325" y="1487"/>
                  </a:cubicBezTo>
                  <a:cubicBezTo>
                    <a:pt x="325" y="1412"/>
                    <a:pt x="313" y="1325"/>
                    <a:pt x="325" y="1250"/>
                  </a:cubicBezTo>
                  <a:cubicBezTo>
                    <a:pt x="450" y="488"/>
                    <a:pt x="650" y="513"/>
                    <a:pt x="1175" y="450"/>
                  </a:cubicBezTo>
                  <a:cubicBezTo>
                    <a:pt x="2075" y="338"/>
                    <a:pt x="2425" y="938"/>
                    <a:pt x="2275" y="1725"/>
                  </a:cubicBezTo>
                  <a:cubicBezTo>
                    <a:pt x="2162" y="2300"/>
                    <a:pt x="1875" y="2600"/>
                    <a:pt x="1462" y="3000"/>
                  </a:cubicBezTo>
                  <a:cubicBezTo>
                    <a:pt x="1150" y="3299"/>
                    <a:pt x="825" y="3549"/>
                    <a:pt x="800" y="3999"/>
                  </a:cubicBezTo>
                  <a:cubicBezTo>
                    <a:pt x="800" y="4024"/>
                    <a:pt x="850" y="4037"/>
                    <a:pt x="850" y="3999"/>
                  </a:cubicBezTo>
                  <a:cubicBezTo>
                    <a:pt x="950" y="3287"/>
                    <a:pt x="1862" y="2900"/>
                    <a:pt x="2225" y="2312"/>
                  </a:cubicBezTo>
                  <a:cubicBezTo>
                    <a:pt x="2525" y="1875"/>
                    <a:pt x="2575" y="1325"/>
                    <a:pt x="2362" y="850"/>
                  </a:cubicBezTo>
                  <a:cubicBezTo>
                    <a:pt x="2025" y="113"/>
                    <a:pt x="887" y="0"/>
                    <a:pt x="400" y="650"/>
                  </a:cubicBezTo>
                  <a:cubicBezTo>
                    <a:pt x="0" y="1163"/>
                    <a:pt x="138" y="2237"/>
                    <a:pt x="500" y="2725"/>
                  </a:cubicBezTo>
                  <a:cubicBezTo>
                    <a:pt x="1200" y="3662"/>
                    <a:pt x="2450" y="3462"/>
                    <a:pt x="3337" y="2950"/>
                  </a:cubicBezTo>
                  <a:cubicBezTo>
                    <a:pt x="3374" y="2912"/>
                    <a:pt x="3337" y="2850"/>
                    <a:pt x="3299" y="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37"/>
            <p:cNvSpPr/>
            <p:nvPr/>
          </p:nvSpPr>
          <p:spPr>
            <a:xfrm>
              <a:off x="6857325" y="3245025"/>
              <a:ext cx="13750" cy="55325"/>
            </a:xfrm>
            <a:custGeom>
              <a:avLst/>
              <a:gdLst/>
              <a:ahLst/>
              <a:cxnLst/>
              <a:rect l="l" t="t" r="r" b="b"/>
              <a:pathLst>
                <a:path w="550" h="2213" extrusionOk="0">
                  <a:moveTo>
                    <a:pt x="75" y="51"/>
                  </a:moveTo>
                  <a:cubicBezTo>
                    <a:pt x="0" y="738"/>
                    <a:pt x="63" y="1588"/>
                    <a:pt x="475" y="2188"/>
                  </a:cubicBezTo>
                  <a:cubicBezTo>
                    <a:pt x="500" y="2213"/>
                    <a:pt x="550" y="2200"/>
                    <a:pt x="537" y="2163"/>
                  </a:cubicBezTo>
                  <a:cubicBezTo>
                    <a:pt x="300" y="1438"/>
                    <a:pt x="75" y="825"/>
                    <a:pt x="150" y="51"/>
                  </a:cubicBezTo>
                  <a:cubicBezTo>
                    <a:pt x="150" y="1"/>
                    <a:pt x="87" y="1"/>
                    <a:pt x="7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37"/>
            <p:cNvSpPr/>
            <p:nvPr/>
          </p:nvSpPr>
          <p:spPr>
            <a:xfrm>
              <a:off x="6805150" y="2972925"/>
              <a:ext cx="96550" cy="81550"/>
            </a:xfrm>
            <a:custGeom>
              <a:avLst/>
              <a:gdLst/>
              <a:ahLst/>
              <a:cxnLst/>
              <a:rect l="l" t="t" r="r" b="b"/>
              <a:pathLst>
                <a:path w="3862" h="3262" extrusionOk="0">
                  <a:moveTo>
                    <a:pt x="3824" y="1025"/>
                  </a:moveTo>
                  <a:cubicBezTo>
                    <a:pt x="3187" y="475"/>
                    <a:pt x="2362" y="0"/>
                    <a:pt x="1487" y="187"/>
                  </a:cubicBezTo>
                  <a:cubicBezTo>
                    <a:pt x="662" y="375"/>
                    <a:pt x="50" y="1175"/>
                    <a:pt x="25" y="2012"/>
                  </a:cubicBezTo>
                  <a:cubicBezTo>
                    <a:pt x="0" y="2587"/>
                    <a:pt x="375" y="3262"/>
                    <a:pt x="1037" y="3187"/>
                  </a:cubicBezTo>
                  <a:cubicBezTo>
                    <a:pt x="1387" y="3149"/>
                    <a:pt x="1812" y="2799"/>
                    <a:pt x="1437" y="2512"/>
                  </a:cubicBezTo>
                  <a:cubicBezTo>
                    <a:pt x="1387" y="2487"/>
                    <a:pt x="1350" y="2549"/>
                    <a:pt x="1387" y="2587"/>
                  </a:cubicBezTo>
                  <a:cubicBezTo>
                    <a:pt x="562" y="3012"/>
                    <a:pt x="138" y="2862"/>
                    <a:pt x="125" y="2124"/>
                  </a:cubicBezTo>
                  <a:cubicBezTo>
                    <a:pt x="125" y="1812"/>
                    <a:pt x="200" y="1500"/>
                    <a:pt x="362" y="1225"/>
                  </a:cubicBezTo>
                  <a:cubicBezTo>
                    <a:pt x="562" y="787"/>
                    <a:pt x="950" y="462"/>
                    <a:pt x="1412" y="325"/>
                  </a:cubicBezTo>
                  <a:cubicBezTo>
                    <a:pt x="2299" y="88"/>
                    <a:pt x="3124" y="550"/>
                    <a:pt x="3787" y="1075"/>
                  </a:cubicBezTo>
                  <a:cubicBezTo>
                    <a:pt x="3824" y="1087"/>
                    <a:pt x="3862" y="1050"/>
                    <a:pt x="3837" y="10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37"/>
            <p:cNvSpPr/>
            <p:nvPr/>
          </p:nvSpPr>
          <p:spPr>
            <a:xfrm>
              <a:off x="6762350" y="2958850"/>
              <a:ext cx="110600" cy="22825"/>
            </a:xfrm>
            <a:custGeom>
              <a:avLst/>
              <a:gdLst/>
              <a:ahLst/>
              <a:cxnLst/>
              <a:rect l="l" t="t" r="r" b="b"/>
              <a:pathLst>
                <a:path w="4424" h="913" extrusionOk="0">
                  <a:moveTo>
                    <a:pt x="4399" y="825"/>
                  </a:moveTo>
                  <a:cubicBezTo>
                    <a:pt x="3874" y="376"/>
                    <a:pt x="3187" y="251"/>
                    <a:pt x="2524" y="176"/>
                  </a:cubicBezTo>
                  <a:cubicBezTo>
                    <a:pt x="1700" y="88"/>
                    <a:pt x="725" y="1"/>
                    <a:pt x="38" y="526"/>
                  </a:cubicBezTo>
                  <a:cubicBezTo>
                    <a:pt x="0" y="551"/>
                    <a:pt x="25" y="601"/>
                    <a:pt x="63" y="588"/>
                  </a:cubicBezTo>
                  <a:cubicBezTo>
                    <a:pt x="1187" y="1"/>
                    <a:pt x="3324" y="38"/>
                    <a:pt x="4324" y="875"/>
                  </a:cubicBezTo>
                  <a:cubicBezTo>
                    <a:pt x="4374" y="913"/>
                    <a:pt x="4424" y="863"/>
                    <a:pt x="4386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37"/>
            <p:cNvSpPr/>
            <p:nvPr/>
          </p:nvSpPr>
          <p:spPr>
            <a:xfrm>
              <a:off x="6751100" y="29694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126"/>
                  </a:moveTo>
                  <a:cubicBezTo>
                    <a:pt x="488" y="213"/>
                    <a:pt x="463" y="313"/>
                    <a:pt x="400" y="388"/>
                  </a:cubicBezTo>
                  <a:cubicBezTo>
                    <a:pt x="338" y="450"/>
                    <a:pt x="238" y="475"/>
                    <a:pt x="150" y="463"/>
                  </a:cubicBezTo>
                  <a:cubicBezTo>
                    <a:pt x="125" y="450"/>
                    <a:pt x="88" y="438"/>
                    <a:pt x="63" y="425"/>
                  </a:cubicBezTo>
                  <a:cubicBezTo>
                    <a:pt x="38" y="388"/>
                    <a:pt x="25" y="350"/>
                    <a:pt x="25" y="313"/>
                  </a:cubicBezTo>
                  <a:cubicBezTo>
                    <a:pt x="0" y="188"/>
                    <a:pt x="63" y="63"/>
                    <a:pt x="175" y="13"/>
                  </a:cubicBezTo>
                  <a:cubicBezTo>
                    <a:pt x="313" y="1"/>
                    <a:pt x="425" y="101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37"/>
            <p:cNvSpPr/>
            <p:nvPr/>
          </p:nvSpPr>
          <p:spPr>
            <a:xfrm>
              <a:off x="6748600" y="2965425"/>
              <a:ext cx="17200" cy="22200"/>
            </a:xfrm>
            <a:custGeom>
              <a:avLst/>
              <a:gdLst/>
              <a:ahLst/>
              <a:cxnLst/>
              <a:rect l="l" t="t" r="r" b="b"/>
              <a:pathLst>
                <a:path w="688" h="888" extrusionOk="0">
                  <a:moveTo>
                    <a:pt x="475" y="300"/>
                  </a:moveTo>
                  <a:cubicBezTo>
                    <a:pt x="450" y="587"/>
                    <a:pt x="375" y="637"/>
                    <a:pt x="275" y="462"/>
                  </a:cubicBezTo>
                  <a:cubicBezTo>
                    <a:pt x="100" y="300"/>
                    <a:pt x="163" y="288"/>
                    <a:pt x="488" y="413"/>
                  </a:cubicBezTo>
                  <a:cubicBezTo>
                    <a:pt x="488" y="450"/>
                    <a:pt x="575" y="438"/>
                    <a:pt x="575" y="400"/>
                  </a:cubicBezTo>
                  <a:cubicBezTo>
                    <a:pt x="575" y="0"/>
                    <a:pt x="0" y="88"/>
                    <a:pt x="63" y="487"/>
                  </a:cubicBezTo>
                  <a:cubicBezTo>
                    <a:pt x="125" y="887"/>
                    <a:pt x="687" y="650"/>
                    <a:pt x="600" y="275"/>
                  </a:cubicBezTo>
                  <a:cubicBezTo>
                    <a:pt x="575" y="200"/>
                    <a:pt x="475" y="2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37"/>
            <p:cNvSpPr/>
            <p:nvPr/>
          </p:nvSpPr>
          <p:spPr>
            <a:xfrm>
              <a:off x="6927925" y="3207225"/>
              <a:ext cx="3450" cy="2850"/>
            </a:xfrm>
            <a:custGeom>
              <a:avLst/>
              <a:gdLst/>
              <a:ahLst/>
              <a:cxnLst/>
              <a:rect l="l" t="t" r="r" b="b"/>
              <a:pathLst>
                <a:path w="138" h="114" extrusionOk="0">
                  <a:moveTo>
                    <a:pt x="63" y="13"/>
                  </a:moveTo>
                  <a:lnTo>
                    <a:pt x="38" y="26"/>
                  </a:lnTo>
                  <a:cubicBezTo>
                    <a:pt x="0" y="38"/>
                    <a:pt x="0" y="76"/>
                    <a:pt x="38" y="88"/>
                  </a:cubicBezTo>
                  <a:lnTo>
                    <a:pt x="63" y="101"/>
                  </a:lnTo>
                  <a:cubicBezTo>
                    <a:pt x="125" y="113"/>
                    <a:pt x="138" y="1"/>
                    <a:pt x="6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37"/>
            <p:cNvSpPr/>
            <p:nvPr/>
          </p:nvSpPr>
          <p:spPr>
            <a:xfrm>
              <a:off x="6870125" y="32975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" y="138"/>
                  </a:moveTo>
                  <a:cubicBezTo>
                    <a:pt x="313" y="225"/>
                    <a:pt x="425" y="662"/>
                    <a:pt x="475" y="887"/>
                  </a:cubicBezTo>
                  <a:cubicBezTo>
                    <a:pt x="513" y="1125"/>
                    <a:pt x="500" y="1375"/>
                    <a:pt x="463" y="1625"/>
                  </a:cubicBezTo>
                  <a:cubicBezTo>
                    <a:pt x="463" y="1675"/>
                    <a:pt x="550" y="1687"/>
                    <a:pt x="563" y="1637"/>
                  </a:cubicBezTo>
                  <a:cubicBezTo>
                    <a:pt x="700" y="1175"/>
                    <a:pt x="625" y="225"/>
                    <a:pt x="100" y="25"/>
                  </a:cubicBezTo>
                  <a:cubicBezTo>
                    <a:pt x="25" y="0"/>
                    <a:pt x="0" y="113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37"/>
            <p:cNvSpPr/>
            <p:nvPr/>
          </p:nvSpPr>
          <p:spPr>
            <a:xfrm>
              <a:off x="6865425" y="3297825"/>
              <a:ext cx="19725" cy="42200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751" y="1575"/>
                  </a:moveTo>
                  <a:cubicBezTo>
                    <a:pt x="376" y="1175"/>
                    <a:pt x="188" y="625"/>
                    <a:pt x="238" y="88"/>
                  </a:cubicBezTo>
                  <a:cubicBezTo>
                    <a:pt x="238" y="26"/>
                    <a:pt x="163" y="1"/>
                    <a:pt x="151" y="63"/>
                  </a:cubicBezTo>
                  <a:cubicBezTo>
                    <a:pt x="1" y="563"/>
                    <a:pt x="313" y="1288"/>
                    <a:pt x="676" y="1638"/>
                  </a:cubicBezTo>
                  <a:cubicBezTo>
                    <a:pt x="726" y="1688"/>
                    <a:pt x="788" y="1613"/>
                    <a:pt x="751" y="1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37"/>
            <p:cNvSpPr/>
            <p:nvPr/>
          </p:nvSpPr>
          <p:spPr>
            <a:xfrm>
              <a:off x="6831375" y="3237525"/>
              <a:ext cx="30025" cy="33150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01" y="51"/>
                  </a:moveTo>
                  <a:cubicBezTo>
                    <a:pt x="1125" y="363"/>
                    <a:pt x="951" y="613"/>
                    <a:pt x="763" y="863"/>
                  </a:cubicBezTo>
                  <a:cubicBezTo>
                    <a:pt x="588" y="1088"/>
                    <a:pt x="326" y="1225"/>
                    <a:pt x="38" y="1250"/>
                  </a:cubicBezTo>
                  <a:cubicBezTo>
                    <a:pt x="1" y="1250"/>
                    <a:pt x="13" y="1325"/>
                    <a:pt x="51" y="1325"/>
                  </a:cubicBezTo>
                  <a:cubicBezTo>
                    <a:pt x="351" y="1313"/>
                    <a:pt x="638" y="1163"/>
                    <a:pt x="813" y="913"/>
                  </a:cubicBezTo>
                  <a:cubicBezTo>
                    <a:pt x="1013" y="663"/>
                    <a:pt x="1200" y="388"/>
                    <a:pt x="1188" y="51"/>
                  </a:cubicBezTo>
                  <a:cubicBezTo>
                    <a:pt x="1188" y="1"/>
                    <a:pt x="1101" y="1"/>
                    <a:pt x="11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37"/>
            <p:cNvSpPr/>
            <p:nvPr/>
          </p:nvSpPr>
          <p:spPr>
            <a:xfrm>
              <a:off x="6831700" y="3237850"/>
              <a:ext cx="29075" cy="33125"/>
            </a:xfrm>
            <a:custGeom>
              <a:avLst/>
              <a:gdLst/>
              <a:ahLst/>
              <a:cxnLst/>
              <a:rect l="l" t="t" r="r" b="b"/>
              <a:pathLst>
                <a:path w="1163" h="1325" extrusionOk="0">
                  <a:moveTo>
                    <a:pt x="75" y="1275"/>
                  </a:moveTo>
                  <a:cubicBezTo>
                    <a:pt x="150" y="1012"/>
                    <a:pt x="288" y="763"/>
                    <a:pt x="463" y="538"/>
                  </a:cubicBezTo>
                  <a:cubicBezTo>
                    <a:pt x="638" y="313"/>
                    <a:pt x="875" y="250"/>
                    <a:pt x="1112" y="113"/>
                  </a:cubicBezTo>
                  <a:cubicBezTo>
                    <a:pt x="1162" y="75"/>
                    <a:pt x="1125" y="0"/>
                    <a:pt x="1063" y="13"/>
                  </a:cubicBezTo>
                  <a:cubicBezTo>
                    <a:pt x="488" y="125"/>
                    <a:pt x="88" y="700"/>
                    <a:pt x="0" y="1262"/>
                  </a:cubicBezTo>
                  <a:cubicBezTo>
                    <a:pt x="0" y="1300"/>
                    <a:pt x="63" y="1325"/>
                    <a:pt x="7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37"/>
            <p:cNvSpPr/>
            <p:nvPr/>
          </p:nvSpPr>
          <p:spPr>
            <a:xfrm>
              <a:off x="6767025" y="2929475"/>
              <a:ext cx="86575" cy="38475"/>
            </a:xfrm>
            <a:custGeom>
              <a:avLst/>
              <a:gdLst/>
              <a:ahLst/>
              <a:cxnLst/>
              <a:rect l="l" t="t" r="r" b="b"/>
              <a:pathLst>
                <a:path w="3463" h="1539" extrusionOk="0">
                  <a:moveTo>
                    <a:pt x="3425" y="1451"/>
                  </a:moveTo>
                  <a:cubicBezTo>
                    <a:pt x="2437" y="713"/>
                    <a:pt x="1288" y="226"/>
                    <a:pt x="88" y="13"/>
                  </a:cubicBezTo>
                  <a:cubicBezTo>
                    <a:pt x="25" y="1"/>
                    <a:pt x="0" y="88"/>
                    <a:pt x="50" y="101"/>
                  </a:cubicBezTo>
                  <a:cubicBezTo>
                    <a:pt x="1250" y="326"/>
                    <a:pt x="2387" y="801"/>
                    <a:pt x="3387" y="1513"/>
                  </a:cubicBezTo>
                  <a:cubicBezTo>
                    <a:pt x="3425" y="1538"/>
                    <a:pt x="3462" y="1476"/>
                    <a:pt x="3425" y="1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37"/>
            <p:cNvSpPr/>
            <p:nvPr/>
          </p:nvSpPr>
          <p:spPr>
            <a:xfrm>
              <a:off x="6752650" y="2919175"/>
              <a:ext cx="16575" cy="17825"/>
            </a:xfrm>
            <a:custGeom>
              <a:avLst/>
              <a:gdLst/>
              <a:ahLst/>
              <a:cxnLst/>
              <a:rect l="l" t="t" r="r" b="b"/>
              <a:pathLst>
                <a:path w="663" h="713" extrusionOk="0">
                  <a:moveTo>
                    <a:pt x="525" y="463"/>
                  </a:moveTo>
                  <a:cubicBezTo>
                    <a:pt x="488" y="363"/>
                    <a:pt x="488" y="351"/>
                    <a:pt x="500" y="425"/>
                  </a:cubicBezTo>
                  <a:cubicBezTo>
                    <a:pt x="500" y="463"/>
                    <a:pt x="500" y="500"/>
                    <a:pt x="500" y="538"/>
                  </a:cubicBezTo>
                  <a:cubicBezTo>
                    <a:pt x="500" y="575"/>
                    <a:pt x="550" y="600"/>
                    <a:pt x="563" y="563"/>
                  </a:cubicBezTo>
                  <a:cubicBezTo>
                    <a:pt x="663" y="338"/>
                    <a:pt x="438" y="1"/>
                    <a:pt x="213" y="238"/>
                  </a:cubicBezTo>
                  <a:cubicBezTo>
                    <a:pt x="1" y="488"/>
                    <a:pt x="376" y="713"/>
                    <a:pt x="575" y="525"/>
                  </a:cubicBezTo>
                  <a:cubicBezTo>
                    <a:pt x="625" y="488"/>
                    <a:pt x="563" y="425"/>
                    <a:pt x="513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37"/>
            <p:cNvSpPr/>
            <p:nvPr/>
          </p:nvSpPr>
          <p:spPr>
            <a:xfrm>
              <a:off x="6783275" y="2974800"/>
              <a:ext cx="81875" cy="30325"/>
            </a:xfrm>
            <a:custGeom>
              <a:avLst/>
              <a:gdLst/>
              <a:ahLst/>
              <a:cxnLst/>
              <a:rect l="l" t="t" r="r" b="b"/>
              <a:pathLst>
                <a:path w="3275" h="1213" extrusionOk="0">
                  <a:moveTo>
                    <a:pt x="3212" y="137"/>
                  </a:moveTo>
                  <a:cubicBezTo>
                    <a:pt x="2112" y="0"/>
                    <a:pt x="738" y="225"/>
                    <a:pt x="13" y="1150"/>
                  </a:cubicBezTo>
                  <a:cubicBezTo>
                    <a:pt x="0" y="1187"/>
                    <a:pt x="25" y="1212"/>
                    <a:pt x="63" y="1200"/>
                  </a:cubicBezTo>
                  <a:cubicBezTo>
                    <a:pt x="1000" y="412"/>
                    <a:pt x="2000" y="87"/>
                    <a:pt x="3212" y="225"/>
                  </a:cubicBezTo>
                  <a:cubicBezTo>
                    <a:pt x="3274" y="225"/>
                    <a:pt x="3274" y="137"/>
                    <a:pt x="3212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9" name="Google Shape;1779;p37"/>
            <p:cNvSpPr/>
            <p:nvPr/>
          </p:nvSpPr>
          <p:spPr>
            <a:xfrm>
              <a:off x="6773575" y="3001650"/>
              <a:ext cx="14725" cy="13150"/>
            </a:xfrm>
            <a:custGeom>
              <a:avLst/>
              <a:gdLst/>
              <a:ahLst/>
              <a:cxnLst/>
              <a:rect l="l" t="t" r="r" b="b"/>
              <a:pathLst>
                <a:path w="589" h="526" extrusionOk="0">
                  <a:moveTo>
                    <a:pt x="338" y="426"/>
                  </a:moveTo>
                  <a:cubicBezTo>
                    <a:pt x="338" y="326"/>
                    <a:pt x="313" y="313"/>
                    <a:pt x="263" y="376"/>
                  </a:cubicBezTo>
                  <a:cubicBezTo>
                    <a:pt x="226" y="388"/>
                    <a:pt x="238" y="438"/>
                    <a:pt x="276" y="438"/>
                  </a:cubicBezTo>
                  <a:cubicBezTo>
                    <a:pt x="563" y="438"/>
                    <a:pt x="588" y="1"/>
                    <a:pt x="301" y="38"/>
                  </a:cubicBezTo>
                  <a:cubicBezTo>
                    <a:pt x="1" y="63"/>
                    <a:pt x="38" y="526"/>
                    <a:pt x="338" y="488"/>
                  </a:cubicBezTo>
                  <a:cubicBezTo>
                    <a:pt x="376" y="488"/>
                    <a:pt x="376" y="426"/>
                    <a:pt x="338" y="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0" name="Google Shape;1780;p37"/>
            <p:cNvSpPr/>
            <p:nvPr/>
          </p:nvSpPr>
          <p:spPr>
            <a:xfrm>
              <a:off x="6888250" y="3178475"/>
              <a:ext cx="60325" cy="237475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337" y="38"/>
                  </a:moveTo>
                  <a:cubicBezTo>
                    <a:pt x="1650" y="1800"/>
                    <a:pt x="925" y="3125"/>
                    <a:pt x="738" y="5050"/>
                  </a:cubicBezTo>
                  <a:cubicBezTo>
                    <a:pt x="575" y="6762"/>
                    <a:pt x="975" y="8011"/>
                    <a:pt x="1925" y="9436"/>
                  </a:cubicBezTo>
                  <a:cubicBezTo>
                    <a:pt x="1975" y="9498"/>
                    <a:pt x="2075" y="9436"/>
                    <a:pt x="2037" y="9373"/>
                  </a:cubicBezTo>
                  <a:cubicBezTo>
                    <a:pt x="0" y="6049"/>
                    <a:pt x="1137" y="3375"/>
                    <a:pt x="2400" y="51"/>
                  </a:cubicBezTo>
                  <a:cubicBezTo>
                    <a:pt x="2412" y="13"/>
                    <a:pt x="2350" y="1"/>
                    <a:pt x="233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37"/>
            <p:cNvSpPr/>
            <p:nvPr/>
          </p:nvSpPr>
          <p:spPr>
            <a:xfrm>
              <a:off x="6844200" y="2899500"/>
              <a:ext cx="49375" cy="31575"/>
            </a:xfrm>
            <a:custGeom>
              <a:avLst/>
              <a:gdLst/>
              <a:ahLst/>
              <a:cxnLst/>
              <a:rect l="l" t="t" r="r" b="b"/>
              <a:pathLst>
                <a:path w="1975" h="1263" extrusionOk="0">
                  <a:moveTo>
                    <a:pt x="1912" y="25"/>
                  </a:moveTo>
                  <a:cubicBezTo>
                    <a:pt x="1825" y="450"/>
                    <a:pt x="1612" y="838"/>
                    <a:pt x="1212" y="1025"/>
                  </a:cubicBezTo>
                  <a:cubicBezTo>
                    <a:pt x="712" y="1237"/>
                    <a:pt x="125" y="975"/>
                    <a:pt x="113" y="400"/>
                  </a:cubicBezTo>
                  <a:cubicBezTo>
                    <a:pt x="113" y="325"/>
                    <a:pt x="0" y="325"/>
                    <a:pt x="0" y="400"/>
                  </a:cubicBezTo>
                  <a:cubicBezTo>
                    <a:pt x="0" y="888"/>
                    <a:pt x="438" y="1262"/>
                    <a:pt x="925" y="1212"/>
                  </a:cubicBezTo>
                  <a:cubicBezTo>
                    <a:pt x="1525" y="1150"/>
                    <a:pt x="1875" y="613"/>
                    <a:pt x="1975" y="50"/>
                  </a:cubicBezTo>
                  <a:cubicBezTo>
                    <a:pt x="1975" y="13"/>
                    <a:pt x="1912" y="0"/>
                    <a:pt x="191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37"/>
            <p:cNvSpPr/>
            <p:nvPr/>
          </p:nvSpPr>
          <p:spPr>
            <a:xfrm>
              <a:off x="6887300" y="3113825"/>
              <a:ext cx="31575" cy="62500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626" y="2449"/>
                  </a:moveTo>
                  <a:cubicBezTo>
                    <a:pt x="626" y="2149"/>
                    <a:pt x="563" y="1850"/>
                    <a:pt x="426" y="1575"/>
                  </a:cubicBezTo>
                  <a:cubicBezTo>
                    <a:pt x="126" y="875"/>
                    <a:pt x="426" y="200"/>
                    <a:pt x="1225" y="88"/>
                  </a:cubicBezTo>
                  <a:cubicBezTo>
                    <a:pt x="1263" y="88"/>
                    <a:pt x="1250" y="13"/>
                    <a:pt x="1213" y="13"/>
                  </a:cubicBezTo>
                  <a:cubicBezTo>
                    <a:pt x="776" y="0"/>
                    <a:pt x="376" y="275"/>
                    <a:pt x="226" y="687"/>
                  </a:cubicBezTo>
                  <a:cubicBezTo>
                    <a:pt x="1" y="1325"/>
                    <a:pt x="563" y="1825"/>
                    <a:pt x="538" y="2449"/>
                  </a:cubicBezTo>
                  <a:cubicBezTo>
                    <a:pt x="538" y="2499"/>
                    <a:pt x="613" y="2499"/>
                    <a:pt x="6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37"/>
            <p:cNvSpPr/>
            <p:nvPr/>
          </p:nvSpPr>
          <p:spPr>
            <a:xfrm>
              <a:off x="6912925" y="3112575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63" y="175"/>
                  </a:moveTo>
                  <a:cubicBezTo>
                    <a:pt x="588" y="0"/>
                    <a:pt x="825" y="837"/>
                    <a:pt x="575" y="1162"/>
                  </a:cubicBezTo>
                  <a:cubicBezTo>
                    <a:pt x="550" y="1200"/>
                    <a:pt x="588" y="1225"/>
                    <a:pt x="613" y="1212"/>
                  </a:cubicBezTo>
                  <a:cubicBezTo>
                    <a:pt x="863" y="1062"/>
                    <a:pt x="788" y="675"/>
                    <a:pt x="700" y="437"/>
                  </a:cubicBezTo>
                  <a:cubicBezTo>
                    <a:pt x="588" y="163"/>
                    <a:pt x="338" y="0"/>
                    <a:pt x="38" y="113"/>
                  </a:cubicBezTo>
                  <a:cubicBezTo>
                    <a:pt x="0" y="125"/>
                    <a:pt x="13" y="200"/>
                    <a:pt x="63" y="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37"/>
            <p:cNvSpPr/>
            <p:nvPr/>
          </p:nvSpPr>
          <p:spPr>
            <a:xfrm>
              <a:off x="6775450" y="287262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213" y="3162"/>
                  </a:moveTo>
                  <a:cubicBezTo>
                    <a:pt x="1263" y="2350"/>
                    <a:pt x="201" y="1463"/>
                    <a:pt x="388" y="76"/>
                  </a:cubicBezTo>
                  <a:cubicBezTo>
                    <a:pt x="388" y="26"/>
                    <a:pt x="301" y="1"/>
                    <a:pt x="288" y="51"/>
                  </a:cubicBezTo>
                  <a:cubicBezTo>
                    <a:pt x="1" y="1450"/>
                    <a:pt x="1213" y="2425"/>
                    <a:pt x="2163" y="3212"/>
                  </a:cubicBezTo>
                  <a:cubicBezTo>
                    <a:pt x="2200" y="3250"/>
                    <a:pt x="2263" y="3187"/>
                    <a:pt x="2213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37"/>
            <p:cNvSpPr/>
            <p:nvPr/>
          </p:nvSpPr>
          <p:spPr>
            <a:xfrm>
              <a:off x="6867625" y="31019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588" y="1175"/>
                  </a:moveTo>
                  <a:cubicBezTo>
                    <a:pt x="613" y="950"/>
                    <a:pt x="563" y="725"/>
                    <a:pt x="450" y="525"/>
                  </a:cubicBezTo>
                  <a:cubicBezTo>
                    <a:pt x="375" y="325"/>
                    <a:pt x="250" y="150"/>
                    <a:pt x="88" y="25"/>
                  </a:cubicBezTo>
                  <a:cubicBezTo>
                    <a:pt x="50" y="0"/>
                    <a:pt x="0" y="63"/>
                    <a:pt x="38" y="100"/>
                  </a:cubicBezTo>
                  <a:cubicBezTo>
                    <a:pt x="313" y="388"/>
                    <a:pt x="488" y="775"/>
                    <a:pt x="500" y="1175"/>
                  </a:cubicBezTo>
                  <a:cubicBezTo>
                    <a:pt x="500" y="1237"/>
                    <a:pt x="588" y="1237"/>
                    <a:pt x="600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37"/>
            <p:cNvSpPr/>
            <p:nvPr/>
          </p:nvSpPr>
          <p:spPr>
            <a:xfrm>
              <a:off x="6861375" y="3101625"/>
              <a:ext cx="21900" cy="34075"/>
            </a:xfrm>
            <a:custGeom>
              <a:avLst/>
              <a:gdLst/>
              <a:ahLst/>
              <a:cxnLst/>
              <a:rect l="l" t="t" r="r" b="b"/>
              <a:pathLst>
                <a:path w="876" h="1363" extrusionOk="0">
                  <a:moveTo>
                    <a:pt x="238" y="51"/>
                  </a:moveTo>
                  <a:cubicBezTo>
                    <a:pt x="0" y="538"/>
                    <a:pt x="300" y="1150"/>
                    <a:pt x="775" y="1350"/>
                  </a:cubicBezTo>
                  <a:cubicBezTo>
                    <a:pt x="838" y="1363"/>
                    <a:pt x="875" y="1275"/>
                    <a:pt x="825" y="1250"/>
                  </a:cubicBezTo>
                  <a:cubicBezTo>
                    <a:pt x="413" y="1050"/>
                    <a:pt x="113" y="551"/>
                    <a:pt x="325" y="101"/>
                  </a:cubicBezTo>
                  <a:cubicBezTo>
                    <a:pt x="350" y="51"/>
                    <a:pt x="275" y="1"/>
                    <a:pt x="238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37"/>
            <p:cNvSpPr/>
            <p:nvPr/>
          </p:nvSpPr>
          <p:spPr>
            <a:xfrm>
              <a:off x="6864175" y="3338125"/>
              <a:ext cx="59700" cy="13217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1738" y="63"/>
                  </a:moveTo>
                  <a:cubicBezTo>
                    <a:pt x="2038" y="1600"/>
                    <a:pt x="2350" y="4912"/>
                    <a:pt x="51" y="5212"/>
                  </a:cubicBezTo>
                  <a:cubicBezTo>
                    <a:pt x="1" y="5212"/>
                    <a:pt x="1" y="5287"/>
                    <a:pt x="51" y="5287"/>
                  </a:cubicBezTo>
                  <a:cubicBezTo>
                    <a:pt x="2388" y="5074"/>
                    <a:pt x="2125" y="1638"/>
                    <a:pt x="1813" y="51"/>
                  </a:cubicBezTo>
                  <a:cubicBezTo>
                    <a:pt x="1813" y="1"/>
                    <a:pt x="1738" y="26"/>
                    <a:pt x="17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37"/>
            <p:cNvSpPr/>
            <p:nvPr/>
          </p:nvSpPr>
          <p:spPr>
            <a:xfrm>
              <a:off x="6826700" y="3402175"/>
              <a:ext cx="65000" cy="61250"/>
            </a:xfrm>
            <a:custGeom>
              <a:avLst/>
              <a:gdLst/>
              <a:ahLst/>
              <a:cxnLst/>
              <a:rect l="l" t="t" r="r" b="b"/>
              <a:pathLst>
                <a:path w="2600" h="2450" extrusionOk="0">
                  <a:moveTo>
                    <a:pt x="2537" y="1475"/>
                  </a:moveTo>
                  <a:cubicBezTo>
                    <a:pt x="2212" y="2100"/>
                    <a:pt x="1437" y="2362"/>
                    <a:pt x="838" y="1938"/>
                  </a:cubicBezTo>
                  <a:cubicBezTo>
                    <a:pt x="300" y="1563"/>
                    <a:pt x="138" y="588"/>
                    <a:pt x="650" y="125"/>
                  </a:cubicBezTo>
                  <a:cubicBezTo>
                    <a:pt x="700" y="76"/>
                    <a:pt x="638" y="1"/>
                    <a:pt x="575" y="51"/>
                  </a:cubicBezTo>
                  <a:cubicBezTo>
                    <a:pt x="0" y="538"/>
                    <a:pt x="200" y="1613"/>
                    <a:pt x="788" y="2012"/>
                  </a:cubicBezTo>
                  <a:cubicBezTo>
                    <a:pt x="1412" y="2450"/>
                    <a:pt x="2275" y="2200"/>
                    <a:pt x="2587" y="1500"/>
                  </a:cubicBezTo>
                  <a:cubicBezTo>
                    <a:pt x="2600" y="1475"/>
                    <a:pt x="2550" y="1438"/>
                    <a:pt x="2537" y="1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37"/>
            <p:cNvSpPr/>
            <p:nvPr/>
          </p:nvSpPr>
          <p:spPr>
            <a:xfrm>
              <a:off x="6837325" y="3392175"/>
              <a:ext cx="46575" cy="35950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75" y="738"/>
                  </a:moveTo>
                  <a:cubicBezTo>
                    <a:pt x="263" y="326"/>
                    <a:pt x="738" y="138"/>
                    <a:pt x="1150" y="301"/>
                  </a:cubicBezTo>
                  <a:cubicBezTo>
                    <a:pt x="1587" y="488"/>
                    <a:pt x="1712" y="938"/>
                    <a:pt x="1575" y="1363"/>
                  </a:cubicBezTo>
                  <a:cubicBezTo>
                    <a:pt x="1562" y="1413"/>
                    <a:pt x="1637" y="1438"/>
                    <a:pt x="1662" y="1400"/>
                  </a:cubicBezTo>
                  <a:cubicBezTo>
                    <a:pt x="1862" y="938"/>
                    <a:pt x="1650" y="401"/>
                    <a:pt x="1200" y="201"/>
                  </a:cubicBezTo>
                  <a:cubicBezTo>
                    <a:pt x="738" y="1"/>
                    <a:pt x="200" y="226"/>
                    <a:pt x="13" y="700"/>
                  </a:cubicBezTo>
                  <a:cubicBezTo>
                    <a:pt x="0" y="738"/>
                    <a:pt x="50" y="775"/>
                    <a:pt x="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37"/>
            <p:cNvSpPr/>
            <p:nvPr/>
          </p:nvSpPr>
          <p:spPr>
            <a:xfrm>
              <a:off x="6849500" y="3422475"/>
              <a:ext cx="30950" cy="17525"/>
            </a:xfrm>
            <a:custGeom>
              <a:avLst/>
              <a:gdLst/>
              <a:ahLst/>
              <a:cxnLst/>
              <a:rect l="l" t="t" r="r" b="b"/>
              <a:pathLst>
                <a:path w="1238" h="701" extrusionOk="0">
                  <a:moveTo>
                    <a:pt x="1125" y="51"/>
                  </a:moveTo>
                  <a:cubicBezTo>
                    <a:pt x="1163" y="638"/>
                    <a:pt x="13" y="701"/>
                    <a:pt x="201" y="88"/>
                  </a:cubicBezTo>
                  <a:cubicBezTo>
                    <a:pt x="226" y="26"/>
                    <a:pt x="138" y="13"/>
                    <a:pt x="113" y="63"/>
                  </a:cubicBezTo>
                  <a:cubicBezTo>
                    <a:pt x="1" y="351"/>
                    <a:pt x="263" y="626"/>
                    <a:pt x="550" y="626"/>
                  </a:cubicBezTo>
                  <a:cubicBezTo>
                    <a:pt x="838" y="626"/>
                    <a:pt x="1238" y="388"/>
                    <a:pt x="1200" y="51"/>
                  </a:cubicBezTo>
                  <a:cubicBezTo>
                    <a:pt x="1200" y="1"/>
                    <a:pt x="1125" y="1"/>
                    <a:pt x="1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37"/>
            <p:cNvSpPr/>
            <p:nvPr/>
          </p:nvSpPr>
          <p:spPr>
            <a:xfrm>
              <a:off x="6819200" y="3138500"/>
              <a:ext cx="71575" cy="55325"/>
            </a:xfrm>
            <a:custGeom>
              <a:avLst/>
              <a:gdLst/>
              <a:ahLst/>
              <a:cxnLst/>
              <a:rect l="l" t="t" r="r" b="b"/>
              <a:pathLst>
                <a:path w="2863" h="2213" extrusionOk="0">
                  <a:moveTo>
                    <a:pt x="2812" y="388"/>
                  </a:moveTo>
                  <a:cubicBezTo>
                    <a:pt x="1538" y="0"/>
                    <a:pt x="100" y="788"/>
                    <a:pt x="0" y="2175"/>
                  </a:cubicBezTo>
                  <a:cubicBezTo>
                    <a:pt x="0" y="2212"/>
                    <a:pt x="50" y="2212"/>
                    <a:pt x="50" y="2187"/>
                  </a:cubicBezTo>
                  <a:cubicBezTo>
                    <a:pt x="375" y="925"/>
                    <a:pt x="1463" y="113"/>
                    <a:pt x="2787" y="463"/>
                  </a:cubicBezTo>
                  <a:cubicBezTo>
                    <a:pt x="2837" y="475"/>
                    <a:pt x="2862" y="400"/>
                    <a:pt x="2800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37"/>
            <p:cNvSpPr/>
            <p:nvPr/>
          </p:nvSpPr>
          <p:spPr>
            <a:xfrm>
              <a:off x="6798275" y="2819200"/>
              <a:ext cx="15325" cy="20025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550" y="688"/>
                  </a:moveTo>
                  <a:cubicBezTo>
                    <a:pt x="325" y="538"/>
                    <a:pt x="163" y="313"/>
                    <a:pt x="100" y="51"/>
                  </a:cubicBezTo>
                  <a:cubicBezTo>
                    <a:pt x="88" y="1"/>
                    <a:pt x="0" y="1"/>
                    <a:pt x="0" y="63"/>
                  </a:cubicBezTo>
                  <a:cubicBezTo>
                    <a:pt x="50" y="363"/>
                    <a:pt x="238" y="625"/>
                    <a:pt x="513" y="775"/>
                  </a:cubicBezTo>
                  <a:cubicBezTo>
                    <a:pt x="562" y="800"/>
                    <a:pt x="612" y="713"/>
                    <a:pt x="550" y="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37"/>
            <p:cNvSpPr/>
            <p:nvPr/>
          </p:nvSpPr>
          <p:spPr>
            <a:xfrm>
              <a:off x="6794825" y="2818575"/>
              <a:ext cx="5975" cy="16900"/>
            </a:xfrm>
            <a:custGeom>
              <a:avLst/>
              <a:gdLst/>
              <a:ahLst/>
              <a:cxnLst/>
              <a:rect l="l" t="t" r="r" b="b"/>
              <a:pathLst>
                <a:path w="239" h="676" extrusionOk="0">
                  <a:moveTo>
                    <a:pt x="101" y="76"/>
                  </a:moveTo>
                  <a:cubicBezTo>
                    <a:pt x="26" y="238"/>
                    <a:pt x="1" y="426"/>
                    <a:pt x="26" y="613"/>
                  </a:cubicBezTo>
                  <a:cubicBezTo>
                    <a:pt x="38" y="675"/>
                    <a:pt x="138" y="663"/>
                    <a:pt x="138" y="601"/>
                  </a:cubicBezTo>
                  <a:cubicBezTo>
                    <a:pt x="138" y="426"/>
                    <a:pt x="163" y="263"/>
                    <a:pt x="213" y="101"/>
                  </a:cubicBezTo>
                  <a:cubicBezTo>
                    <a:pt x="238" y="26"/>
                    <a:pt x="126" y="1"/>
                    <a:pt x="10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37"/>
            <p:cNvSpPr/>
            <p:nvPr/>
          </p:nvSpPr>
          <p:spPr>
            <a:xfrm>
              <a:off x="6810775" y="2837625"/>
              <a:ext cx="7500" cy="9400"/>
            </a:xfrm>
            <a:custGeom>
              <a:avLst/>
              <a:gdLst/>
              <a:ahLst/>
              <a:cxnLst/>
              <a:rect l="l" t="t" r="r" b="b"/>
              <a:pathLst>
                <a:path w="300" h="376" extrusionOk="0">
                  <a:moveTo>
                    <a:pt x="75" y="101"/>
                  </a:moveTo>
                  <a:cubicBezTo>
                    <a:pt x="112" y="163"/>
                    <a:pt x="87" y="226"/>
                    <a:pt x="38" y="263"/>
                  </a:cubicBezTo>
                  <a:cubicBezTo>
                    <a:pt x="0" y="301"/>
                    <a:pt x="38" y="376"/>
                    <a:pt x="87" y="351"/>
                  </a:cubicBezTo>
                  <a:cubicBezTo>
                    <a:pt x="237" y="288"/>
                    <a:pt x="300" y="113"/>
                    <a:pt x="137" y="26"/>
                  </a:cubicBezTo>
                  <a:cubicBezTo>
                    <a:pt x="87" y="1"/>
                    <a:pt x="38" y="63"/>
                    <a:pt x="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37"/>
            <p:cNvSpPr/>
            <p:nvPr/>
          </p:nvSpPr>
          <p:spPr>
            <a:xfrm>
              <a:off x="6797325" y="2844825"/>
              <a:ext cx="15650" cy="20325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526" y="25"/>
                  </a:moveTo>
                  <a:cubicBezTo>
                    <a:pt x="288" y="188"/>
                    <a:pt x="1" y="450"/>
                    <a:pt x="63" y="763"/>
                  </a:cubicBezTo>
                  <a:cubicBezTo>
                    <a:pt x="76" y="813"/>
                    <a:pt x="138" y="813"/>
                    <a:pt x="151" y="763"/>
                  </a:cubicBezTo>
                  <a:cubicBezTo>
                    <a:pt x="201" y="500"/>
                    <a:pt x="363" y="263"/>
                    <a:pt x="588" y="100"/>
                  </a:cubicBezTo>
                  <a:cubicBezTo>
                    <a:pt x="625" y="63"/>
                    <a:pt x="576" y="0"/>
                    <a:pt x="526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37"/>
            <p:cNvSpPr/>
            <p:nvPr/>
          </p:nvSpPr>
          <p:spPr>
            <a:xfrm>
              <a:off x="6792950" y="2840450"/>
              <a:ext cx="10025" cy="24075"/>
            </a:xfrm>
            <a:custGeom>
              <a:avLst/>
              <a:gdLst/>
              <a:ahLst/>
              <a:cxnLst/>
              <a:rect l="l" t="t" r="r" b="b"/>
              <a:pathLst>
                <a:path w="401" h="963" extrusionOk="0">
                  <a:moveTo>
                    <a:pt x="288" y="850"/>
                  </a:moveTo>
                  <a:cubicBezTo>
                    <a:pt x="113" y="613"/>
                    <a:pt x="188" y="350"/>
                    <a:pt x="351" y="138"/>
                  </a:cubicBezTo>
                  <a:cubicBezTo>
                    <a:pt x="401" y="75"/>
                    <a:pt x="326" y="0"/>
                    <a:pt x="276" y="50"/>
                  </a:cubicBezTo>
                  <a:cubicBezTo>
                    <a:pt x="26" y="275"/>
                    <a:pt x="1" y="663"/>
                    <a:pt x="201" y="925"/>
                  </a:cubicBezTo>
                  <a:cubicBezTo>
                    <a:pt x="238" y="963"/>
                    <a:pt x="326" y="900"/>
                    <a:pt x="2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37"/>
            <p:cNvSpPr/>
            <p:nvPr/>
          </p:nvSpPr>
          <p:spPr>
            <a:xfrm>
              <a:off x="6795150" y="2829825"/>
              <a:ext cx="8150" cy="14075"/>
            </a:xfrm>
            <a:custGeom>
              <a:avLst/>
              <a:gdLst/>
              <a:ahLst/>
              <a:cxnLst/>
              <a:rect l="l" t="t" r="r" b="b"/>
              <a:pathLst>
                <a:path w="326" h="563" extrusionOk="0">
                  <a:moveTo>
                    <a:pt x="263" y="425"/>
                  </a:moveTo>
                  <a:cubicBezTo>
                    <a:pt x="175" y="325"/>
                    <a:pt x="125" y="200"/>
                    <a:pt x="113" y="63"/>
                  </a:cubicBezTo>
                  <a:cubicBezTo>
                    <a:pt x="100" y="1"/>
                    <a:pt x="13" y="26"/>
                    <a:pt x="13" y="76"/>
                  </a:cubicBezTo>
                  <a:cubicBezTo>
                    <a:pt x="0" y="238"/>
                    <a:pt x="63" y="400"/>
                    <a:pt x="188" y="500"/>
                  </a:cubicBezTo>
                  <a:cubicBezTo>
                    <a:pt x="238" y="563"/>
                    <a:pt x="325" y="475"/>
                    <a:pt x="263" y="4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37"/>
            <p:cNvSpPr/>
            <p:nvPr/>
          </p:nvSpPr>
          <p:spPr>
            <a:xfrm>
              <a:off x="6781075" y="2835125"/>
              <a:ext cx="12525" cy="14400"/>
            </a:xfrm>
            <a:custGeom>
              <a:avLst/>
              <a:gdLst/>
              <a:ahLst/>
              <a:cxnLst/>
              <a:rect l="l" t="t" r="r" b="b"/>
              <a:pathLst>
                <a:path w="501" h="576" extrusionOk="0">
                  <a:moveTo>
                    <a:pt x="476" y="288"/>
                  </a:moveTo>
                  <a:cubicBezTo>
                    <a:pt x="463" y="163"/>
                    <a:pt x="426" y="38"/>
                    <a:pt x="288" y="13"/>
                  </a:cubicBezTo>
                  <a:cubicBezTo>
                    <a:pt x="163" y="1"/>
                    <a:pt x="63" y="88"/>
                    <a:pt x="63" y="213"/>
                  </a:cubicBezTo>
                  <a:cubicBezTo>
                    <a:pt x="1" y="501"/>
                    <a:pt x="463" y="576"/>
                    <a:pt x="488" y="263"/>
                  </a:cubicBezTo>
                  <a:cubicBezTo>
                    <a:pt x="501" y="188"/>
                    <a:pt x="376" y="176"/>
                    <a:pt x="363" y="251"/>
                  </a:cubicBezTo>
                  <a:cubicBezTo>
                    <a:pt x="363" y="263"/>
                    <a:pt x="363" y="276"/>
                    <a:pt x="351" y="288"/>
                  </a:cubicBezTo>
                  <a:cubicBezTo>
                    <a:pt x="351" y="376"/>
                    <a:pt x="488" y="376"/>
                    <a:pt x="476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37"/>
            <p:cNvSpPr/>
            <p:nvPr/>
          </p:nvSpPr>
          <p:spPr>
            <a:xfrm>
              <a:off x="695500" y="2835450"/>
              <a:ext cx="104675" cy="111250"/>
            </a:xfrm>
            <a:custGeom>
              <a:avLst/>
              <a:gdLst/>
              <a:ahLst/>
              <a:cxnLst/>
              <a:rect l="l" t="t" r="r" b="b"/>
              <a:pathLst>
                <a:path w="4187" h="4450" extrusionOk="0">
                  <a:moveTo>
                    <a:pt x="288" y="2650"/>
                  </a:moveTo>
                  <a:cubicBezTo>
                    <a:pt x="100" y="1075"/>
                    <a:pt x="1912" y="0"/>
                    <a:pt x="3124" y="1125"/>
                  </a:cubicBezTo>
                  <a:cubicBezTo>
                    <a:pt x="4062" y="2000"/>
                    <a:pt x="3624" y="3475"/>
                    <a:pt x="2974" y="4374"/>
                  </a:cubicBezTo>
                  <a:cubicBezTo>
                    <a:pt x="2949" y="4412"/>
                    <a:pt x="2999" y="4449"/>
                    <a:pt x="3037" y="4424"/>
                  </a:cubicBezTo>
                  <a:cubicBezTo>
                    <a:pt x="3974" y="3412"/>
                    <a:pt x="4187" y="1475"/>
                    <a:pt x="2799" y="738"/>
                  </a:cubicBezTo>
                  <a:cubicBezTo>
                    <a:pt x="1450" y="25"/>
                    <a:pt x="0" y="1213"/>
                    <a:pt x="188" y="2650"/>
                  </a:cubicBezTo>
                  <a:cubicBezTo>
                    <a:pt x="188" y="2712"/>
                    <a:pt x="300" y="2725"/>
                    <a:pt x="2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37"/>
            <p:cNvSpPr/>
            <p:nvPr/>
          </p:nvSpPr>
          <p:spPr>
            <a:xfrm>
              <a:off x="628000" y="2941675"/>
              <a:ext cx="146875" cy="263700"/>
            </a:xfrm>
            <a:custGeom>
              <a:avLst/>
              <a:gdLst/>
              <a:ahLst/>
              <a:cxnLst/>
              <a:rect l="l" t="t" r="r" b="b"/>
              <a:pathLst>
                <a:path w="5875" h="10548" extrusionOk="0">
                  <a:moveTo>
                    <a:pt x="5812" y="25"/>
                  </a:moveTo>
                  <a:cubicBezTo>
                    <a:pt x="3937" y="1350"/>
                    <a:pt x="1513" y="2550"/>
                    <a:pt x="738" y="4862"/>
                  </a:cubicBezTo>
                  <a:cubicBezTo>
                    <a:pt x="151" y="6599"/>
                    <a:pt x="1" y="9073"/>
                    <a:pt x="1263" y="10523"/>
                  </a:cubicBezTo>
                  <a:cubicBezTo>
                    <a:pt x="1288" y="10548"/>
                    <a:pt x="1338" y="10510"/>
                    <a:pt x="1313" y="10485"/>
                  </a:cubicBezTo>
                  <a:cubicBezTo>
                    <a:pt x="113" y="8848"/>
                    <a:pt x="288" y="6086"/>
                    <a:pt x="1138" y="4324"/>
                  </a:cubicBezTo>
                  <a:cubicBezTo>
                    <a:pt x="2063" y="2412"/>
                    <a:pt x="4175" y="1300"/>
                    <a:pt x="5837" y="100"/>
                  </a:cubicBezTo>
                  <a:cubicBezTo>
                    <a:pt x="5874" y="63"/>
                    <a:pt x="5837" y="0"/>
                    <a:pt x="5799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37"/>
            <p:cNvSpPr/>
            <p:nvPr/>
          </p:nvSpPr>
          <p:spPr>
            <a:xfrm>
              <a:off x="668000" y="3137875"/>
              <a:ext cx="85000" cy="100300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8" y="2925"/>
                  </a:moveTo>
                  <a:cubicBezTo>
                    <a:pt x="900" y="3424"/>
                    <a:pt x="2075" y="3624"/>
                    <a:pt x="2812" y="2787"/>
                  </a:cubicBezTo>
                  <a:cubicBezTo>
                    <a:pt x="3237" y="2312"/>
                    <a:pt x="3400" y="1175"/>
                    <a:pt x="2975" y="625"/>
                  </a:cubicBezTo>
                  <a:cubicBezTo>
                    <a:pt x="2500" y="0"/>
                    <a:pt x="1350" y="88"/>
                    <a:pt x="1025" y="825"/>
                  </a:cubicBezTo>
                  <a:cubicBezTo>
                    <a:pt x="813" y="1262"/>
                    <a:pt x="838" y="1775"/>
                    <a:pt x="1088" y="2200"/>
                  </a:cubicBezTo>
                  <a:cubicBezTo>
                    <a:pt x="1450" y="2837"/>
                    <a:pt x="2425" y="3237"/>
                    <a:pt x="2537" y="3987"/>
                  </a:cubicBezTo>
                  <a:cubicBezTo>
                    <a:pt x="2537" y="4012"/>
                    <a:pt x="2575" y="4012"/>
                    <a:pt x="2575" y="3987"/>
                  </a:cubicBezTo>
                  <a:cubicBezTo>
                    <a:pt x="2562" y="3574"/>
                    <a:pt x="2287" y="3337"/>
                    <a:pt x="2000" y="3062"/>
                  </a:cubicBezTo>
                  <a:cubicBezTo>
                    <a:pt x="1713" y="2787"/>
                    <a:pt x="1350" y="2500"/>
                    <a:pt x="1188" y="2150"/>
                  </a:cubicBezTo>
                  <a:cubicBezTo>
                    <a:pt x="825" y="1287"/>
                    <a:pt x="1075" y="288"/>
                    <a:pt x="2200" y="425"/>
                  </a:cubicBezTo>
                  <a:cubicBezTo>
                    <a:pt x="2550" y="350"/>
                    <a:pt x="2762" y="488"/>
                    <a:pt x="2837" y="838"/>
                  </a:cubicBezTo>
                  <a:cubicBezTo>
                    <a:pt x="2975" y="913"/>
                    <a:pt x="3050" y="1063"/>
                    <a:pt x="3050" y="1212"/>
                  </a:cubicBezTo>
                  <a:cubicBezTo>
                    <a:pt x="3062" y="1275"/>
                    <a:pt x="3062" y="1337"/>
                    <a:pt x="3050" y="1400"/>
                  </a:cubicBezTo>
                  <a:cubicBezTo>
                    <a:pt x="3087" y="1650"/>
                    <a:pt x="3075" y="1912"/>
                    <a:pt x="3025" y="2162"/>
                  </a:cubicBezTo>
                  <a:cubicBezTo>
                    <a:pt x="2687" y="3524"/>
                    <a:pt x="1025" y="3399"/>
                    <a:pt x="75" y="2862"/>
                  </a:cubicBezTo>
                  <a:cubicBezTo>
                    <a:pt x="38" y="2837"/>
                    <a:pt x="0" y="2900"/>
                    <a:pt x="38" y="2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37"/>
            <p:cNvSpPr/>
            <p:nvPr/>
          </p:nvSpPr>
          <p:spPr>
            <a:xfrm>
              <a:off x="722350" y="3245025"/>
              <a:ext cx="13775" cy="55325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01" y="51"/>
                  </a:moveTo>
                  <a:cubicBezTo>
                    <a:pt x="476" y="825"/>
                    <a:pt x="238" y="1438"/>
                    <a:pt x="13" y="2163"/>
                  </a:cubicBezTo>
                  <a:cubicBezTo>
                    <a:pt x="1" y="2200"/>
                    <a:pt x="51" y="2213"/>
                    <a:pt x="76" y="2188"/>
                  </a:cubicBezTo>
                  <a:cubicBezTo>
                    <a:pt x="488" y="1588"/>
                    <a:pt x="551" y="738"/>
                    <a:pt x="476" y="51"/>
                  </a:cubicBezTo>
                  <a:cubicBezTo>
                    <a:pt x="476" y="1"/>
                    <a:pt x="388" y="1"/>
                    <a:pt x="4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37"/>
            <p:cNvSpPr/>
            <p:nvPr/>
          </p:nvSpPr>
          <p:spPr>
            <a:xfrm>
              <a:off x="692050" y="2972300"/>
              <a:ext cx="96575" cy="82175"/>
            </a:xfrm>
            <a:custGeom>
              <a:avLst/>
              <a:gdLst/>
              <a:ahLst/>
              <a:cxnLst/>
              <a:rect l="l" t="t" r="r" b="b"/>
              <a:pathLst>
                <a:path w="3863" h="3287" extrusionOk="0">
                  <a:moveTo>
                    <a:pt x="63" y="1100"/>
                  </a:moveTo>
                  <a:cubicBezTo>
                    <a:pt x="738" y="575"/>
                    <a:pt x="1563" y="113"/>
                    <a:pt x="2450" y="350"/>
                  </a:cubicBezTo>
                  <a:cubicBezTo>
                    <a:pt x="2900" y="487"/>
                    <a:pt x="3287" y="812"/>
                    <a:pt x="3500" y="1250"/>
                  </a:cubicBezTo>
                  <a:cubicBezTo>
                    <a:pt x="3650" y="1525"/>
                    <a:pt x="3737" y="1837"/>
                    <a:pt x="3737" y="2149"/>
                  </a:cubicBezTo>
                  <a:cubicBezTo>
                    <a:pt x="3725" y="2887"/>
                    <a:pt x="3300" y="3037"/>
                    <a:pt x="2463" y="2612"/>
                  </a:cubicBezTo>
                  <a:cubicBezTo>
                    <a:pt x="2500" y="2574"/>
                    <a:pt x="2463" y="2512"/>
                    <a:pt x="2425" y="2537"/>
                  </a:cubicBezTo>
                  <a:cubicBezTo>
                    <a:pt x="2050" y="2824"/>
                    <a:pt x="2463" y="3162"/>
                    <a:pt x="2812" y="3212"/>
                  </a:cubicBezTo>
                  <a:cubicBezTo>
                    <a:pt x="3475" y="3287"/>
                    <a:pt x="3862" y="2612"/>
                    <a:pt x="3837" y="2037"/>
                  </a:cubicBezTo>
                  <a:cubicBezTo>
                    <a:pt x="3812" y="1237"/>
                    <a:pt x="3250" y="450"/>
                    <a:pt x="2475" y="250"/>
                  </a:cubicBezTo>
                  <a:cubicBezTo>
                    <a:pt x="1550" y="0"/>
                    <a:pt x="701" y="475"/>
                    <a:pt x="26" y="1050"/>
                  </a:cubicBezTo>
                  <a:cubicBezTo>
                    <a:pt x="1" y="1075"/>
                    <a:pt x="38" y="1112"/>
                    <a:pt x="63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37"/>
            <p:cNvSpPr/>
            <p:nvPr/>
          </p:nvSpPr>
          <p:spPr>
            <a:xfrm>
              <a:off x="720175" y="2958850"/>
              <a:ext cx="110625" cy="22825"/>
            </a:xfrm>
            <a:custGeom>
              <a:avLst/>
              <a:gdLst/>
              <a:ahLst/>
              <a:cxnLst/>
              <a:rect l="l" t="t" r="r" b="b"/>
              <a:pathLst>
                <a:path w="4425" h="913" extrusionOk="0">
                  <a:moveTo>
                    <a:pt x="100" y="875"/>
                  </a:moveTo>
                  <a:cubicBezTo>
                    <a:pt x="1100" y="38"/>
                    <a:pt x="3250" y="1"/>
                    <a:pt x="4362" y="588"/>
                  </a:cubicBezTo>
                  <a:cubicBezTo>
                    <a:pt x="4399" y="601"/>
                    <a:pt x="4424" y="551"/>
                    <a:pt x="4399" y="526"/>
                  </a:cubicBezTo>
                  <a:cubicBezTo>
                    <a:pt x="3712" y="1"/>
                    <a:pt x="2725" y="88"/>
                    <a:pt x="1912" y="176"/>
                  </a:cubicBezTo>
                  <a:cubicBezTo>
                    <a:pt x="1250" y="251"/>
                    <a:pt x="563" y="376"/>
                    <a:pt x="38" y="825"/>
                  </a:cubicBezTo>
                  <a:cubicBezTo>
                    <a:pt x="0" y="863"/>
                    <a:pt x="63" y="913"/>
                    <a:pt x="100" y="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37"/>
            <p:cNvSpPr/>
            <p:nvPr/>
          </p:nvSpPr>
          <p:spPr>
            <a:xfrm>
              <a:off x="830150" y="29694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126"/>
                  </a:moveTo>
                  <a:cubicBezTo>
                    <a:pt x="0" y="213"/>
                    <a:pt x="25" y="325"/>
                    <a:pt x="88" y="388"/>
                  </a:cubicBezTo>
                  <a:cubicBezTo>
                    <a:pt x="163" y="450"/>
                    <a:pt x="250" y="475"/>
                    <a:pt x="338" y="463"/>
                  </a:cubicBezTo>
                  <a:cubicBezTo>
                    <a:pt x="375" y="450"/>
                    <a:pt x="400" y="438"/>
                    <a:pt x="425" y="425"/>
                  </a:cubicBezTo>
                  <a:cubicBezTo>
                    <a:pt x="450" y="388"/>
                    <a:pt x="463" y="350"/>
                    <a:pt x="463" y="313"/>
                  </a:cubicBezTo>
                  <a:cubicBezTo>
                    <a:pt x="488" y="188"/>
                    <a:pt x="425" y="63"/>
                    <a:pt x="300" y="13"/>
                  </a:cubicBezTo>
                  <a:cubicBezTo>
                    <a:pt x="175" y="1"/>
                    <a:pt x="50" y="101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37"/>
            <p:cNvSpPr/>
            <p:nvPr/>
          </p:nvSpPr>
          <p:spPr>
            <a:xfrm>
              <a:off x="828275" y="2965425"/>
              <a:ext cx="16275" cy="17825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63" y="275"/>
                  </a:moveTo>
                  <a:cubicBezTo>
                    <a:pt x="0" y="438"/>
                    <a:pt x="88" y="625"/>
                    <a:pt x="263" y="675"/>
                  </a:cubicBezTo>
                  <a:cubicBezTo>
                    <a:pt x="425" y="712"/>
                    <a:pt x="575" y="650"/>
                    <a:pt x="588" y="487"/>
                  </a:cubicBezTo>
                  <a:cubicBezTo>
                    <a:pt x="650" y="88"/>
                    <a:pt x="88" y="0"/>
                    <a:pt x="88" y="400"/>
                  </a:cubicBezTo>
                  <a:cubicBezTo>
                    <a:pt x="88" y="438"/>
                    <a:pt x="163" y="450"/>
                    <a:pt x="163" y="413"/>
                  </a:cubicBezTo>
                  <a:cubicBezTo>
                    <a:pt x="488" y="288"/>
                    <a:pt x="563" y="313"/>
                    <a:pt x="388" y="462"/>
                  </a:cubicBezTo>
                  <a:cubicBezTo>
                    <a:pt x="275" y="637"/>
                    <a:pt x="213" y="587"/>
                    <a:pt x="175" y="300"/>
                  </a:cubicBezTo>
                  <a:cubicBezTo>
                    <a:pt x="188" y="238"/>
                    <a:pt x="88" y="200"/>
                    <a:pt x="63" y="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37"/>
            <p:cNvSpPr/>
            <p:nvPr/>
          </p:nvSpPr>
          <p:spPr>
            <a:xfrm>
              <a:off x="662375" y="3207225"/>
              <a:ext cx="3150" cy="2850"/>
            </a:xfrm>
            <a:custGeom>
              <a:avLst/>
              <a:gdLst/>
              <a:ahLst/>
              <a:cxnLst/>
              <a:rect l="l" t="t" r="r" b="b"/>
              <a:pathLst>
                <a:path w="126" h="114" extrusionOk="0">
                  <a:moveTo>
                    <a:pt x="63" y="101"/>
                  </a:moveTo>
                  <a:lnTo>
                    <a:pt x="88" y="88"/>
                  </a:lnTo>
                  <a:cubicBezTo>
                    <a:pt x="126" y="76"/>
                    <a:pt x="126" y="38"/>
                    <a:pt x="88" y="26"/>
                  </a:cubicBezTo>
                  <a:lnTo>
                    <a:pt x="63" y="13"/>
                  </a:lnTo>
                  <a:cubicBezTo>
                    <a:pt x="1" y="1"/>
                    <a:pt x="1" y="113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37"/>
            <p:cNvSpPr/>
            <p:nvPr/>
          </p:nvSpPr>
          <p:spPr>
            <a:xfrm>
              <a:off x="705800" y="32975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13" y="25"/>
                  </a:moveTo>
                  <a:cubicBezTo>
                    <a:pt x="76" y="225"/>
                    <a:pt x="1" y="1175"/>
                    <a:pt x="138" y="1637"/>
                  </a:cubicBezTo>
                  <a:cubicBezTo>
                    <a:pt x="163" y="1687"/>
                    <a:pt x="251" y="1675"/>
                    <a:pt x="238" y="1612"/>
                  </a:cubicBezTo>
                  <a:cubicBezTo>
                    <a:pt x="201" y="1375"/>
                    <a:pt x="188" y="1125"/>
                    <a:pt x="226" y="887"/>
                  </a:cubicBezTo>
                  <a:cubicBezTo>
                    <a:pt x="263" y="650"/>
                    <a:pt x="375" y="225"/>
                    <a:pt x="638" y="125"/>
                  </a:cubicBezTo>
                  <a:cubicBezTo>
                    <a:pt x="700" y="100"/>
                    <a:pt x="675" y="0"/>
                    <a:pt x="600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37"/>
            <p:cNvSpPr/>
            <p:nvPr/>
          </p:nvSpPr>
          <p:spPr>
            <a:xfrm>
              <a:off x="708300" y="3297825"/>
              <a:ext cx="19700" cy="42200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113" y="1638"/>
                  </a:moveTo>
                  <a:cubicBezTo>
                    <a:pt x="475" y="1288"/>
                    <a:pt x="788" y="563"/>
                    <a:pt x="638" y="63"/>
                  </a:cubicBezTo>
                  <a:cubicBezTo>
                    <a:pt x="625" y="1"/>
                    <a:pt x="538" y="26"/>
                    <a:pt x="550" y="88"/>
                  </a:cubicBezTo>
                  <a:cubicBezTo>
                    <a:pt x="600" y="625"/>
                    <a:pt x="413" y="1175"/>
                    <a:pt x="38" y="1575"/>
                  </a:cubicBezTo>
                  <a:cubicBezTo>
                    <a:pt x="1" y="1613"/>
                    <a:pt x="63" y="1688"/>
                    <a:pt x="113" y="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37"/>
            <p:cNvSpPr/>
            <p:nvPr/>
          </p:nvSpPr>
          <p:spPr>
            <a:xfrm>
              <a:off x="732050" y="3237525"/>
              <a:ext cx="30000" cy="33150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25" y="51"/>
                  </a:moveTo>
                  <a:cubicBezTo>
                    <a:pt x="0" y="388"/>
                    <a:pt x="175" y="663"/>
                    <a:pt x="388" y="913"/>
                  </a:cubicBezTo>
                  <a:cubicBezTo>
                    <a:pt x="563" y="1163"/>
                    <a:pt x="850" y="1313"/>
                    <a:pt x="1150" y="1325"/>
                  </a:cubicBezTo>
                  <a:cubicBezTo>
                    <a:pt x="1200" y="1325"/>
                    <a:pt x="1200" y="1250"/>
                    <a:pt x="1163" y="1250"/>
                  </a:cubicBezTo>
                  <a:cubicBezTo>
                    <a:pt x="875" y="1225"/>
                    <a:pt x="613" y="1088"/>
                    <a:pt x="450" y="863"/>
                  </a:cubicBezTo>
                  <a:cubicBezTo>
                    <a:pt x="263" y="613"/>
                    <a:pt x="88" y="363"/>
                    <a:pt x="100" y="51"/>
                  </a:cubicBezTo>
                  <a:cubicBezTo>
                    <a:pt x="100" y="1"/>
                    <a:pt x="25" y="1"/>
                    <a:pt x="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37"/>
            <p:cNvSpPr/>
            <p:nvPr/>
          </p:nvSpPr>
          <p:spPr>
            <a:xfrm>
              <a:off x="732675" y="3237850"/>
              <a:ext cx="29375" cy="33125"/>
            </a:xfrm>
            <a:custGeom>
              <a:avLst/>
              <a:gdLst/>
              <a:ahLst/>
              <a:cxnLst/>
              <a:rect l="l" t="t" r="r" b="b"/>
              <a:pathLst>
                <a:path w="1175" h="1325" extrusionOk="0">
                  <a:moveTo>
                    <a:pt x="1163" y="1262"/>
                  </a:moveTo>
                  <a:cubicBezTo>
                    <a:pt x="1088" y="700"/>
                    <a:pt x="675" y="125"/>
                    <a:pt x="100" y="13"/>
                  </a:cubicBezTo>
                  <a:cubicBezTo>
                    <a:pt x="38" y="0"/>
                    <a:pt x="0" y="75"/>
                    <a:pt x="50" y="113"/>
                  </a:cubicBezTo>
                  <a:cubicBezTo>
                    <a:pt x="288" y="250"/>
                    <a:pt x="525" y="313"/>
                    <a:pt x="700" y="550"/>
                  </a:cubicBezTo>
                  <a:cubicBezTo>
                    <a:pt x="875" y="763"/>
                    <a:pt x="1013" y="1012"/>
                    <a:pt x="1100" y="1287"/>
                  </a:cubicBezTo>
                  <a:cubicBezTo>
                    <a:pt x="1113" y="1325"/>
                    <a:pt x="1175" y="1312"/>
                    <a:pt x="1163" y="12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37"/>
            <p:cNvSpPr/>
            <p:nvPr/>
          </p:nvSpPr>
          <p:spPr>
            <a:xfrm>
              <a:off x="739850" y="2929475"/>
              <a:ext cx="86875" cy="38475"/>
            </a:xfrm>
            <a:custGeom>
              <a:avLst/>
              <a:gdLst/>
              <a:ahLst/>
              <a:cxnLst/>
              <a:rect l="l" t="t" r="r" b="b"/>
              <a:pathLst>
                <a:path w="3475" h="1539" extrusionOk="0">
                  <a:moveTo>
                    <a:pt x="76" y="1513"/>
                  </a:moveTo>
                  <a:cubicBezTo>
                    <a:pt x="1075" y="801"/>
                    <a:pt x="2213" y="326"/>
                    <a:pt x="3412" y="101"/>
                  </a:cubicBezTo>
                  <a:cubicBezTo>
                    <a:pt x="3475" y="88"/>
                    <a:pt x="3450" y="1"/>
                    <a:pt x="3387" y="13"/>
                  </a:cubicBezTo>
                  <a:cubicBezTo>
                    <a:pt x="2175" y="226"/>
                    <a:pt x="1025" y="726"/>
                    <a:pt x="38" y="1451"/>
                  </a:cubicBezTo>
                  <a:cubicBezTo>
                    <a:pt x="1" y="1476"/>
                    <a:pt x="38" y="1538"/>
                    <a:pt x="76" y="1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37"/>
            <p:cNvSpPr/>
            <p:nvPr/>
          </p:nvSpPr>
          <p:spPr>
            <a:xfrm>
              <a:off x="824200" y="2919175"/>
              <a:ext cx="16275" cy="17825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88" y="525"/>
                  </a:moveTo>
                  <a:cubicBezTo>
                    <a:pt x="288" y="713"/>
                    <a:pt x="651" y="475"/>
                    <a:pt x="451" y="238"/>
                  </a:cubicBezTo>
                  <a:cubicBezTo>
                    <a:pt x="238" y="1"/>
                    <a:pt x="1" y="338"/>
                    <a:pt x="101" y="563"/>
                  </a:cubicBezTo>
                  <a:cubicBezTo>
                    <a:pt x="113" y="600"/>
                    <a:pt x="176" y="575"/>
                    <a:pt x="176" y="538"/>
                  </a:cubicBezTo>
                  <a:cubicBezTo>
                    <a:pt x="163" y="500"/>
                    <a:pt x="163" y="463"/>
                    <a:pt x="176" y="425"/>
                  </a:cubicBezTo>
                  <a:cubicBezTo>
                    <a:pt x="176" y="351"/>
                    <a:pt x="176" y="351"/>
                    <a:pt x="151" y="463"/>
                  </a:cubicBezTo>
                  <a:cubicBezTo>
                    <a:pt x="101" y="425"/>
                    <a:pt x="38" y="488"/>
                    <a:pt x="88" y="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37"/>
            <p:cNvSpPr/>
            <p:nvPr/>
          </p:nvSpPr>
          <p:spPr>
            <a:xfrm>
              <a:off x="728300" y="2974800"/>
              <a:ext cx="82175" cy="306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225"/>
                  </a:moveTo>
                  <a:cubicBezTo>
                    <a:pt x="1288" y="87"/>
                    <a:pt x="2287" y="425"/>
                    <a:pt x="3225" y="1200"/>
                  </a:cubicBezTo>
                  <a:cubicBezTo>
                    <a:pt x="3250" y="1225"/>
                    <a:pt x="3287" y="1187"/>
                    <a:pt x="3262" y="1150"/>
                  </a:cubicBezTo>
                  <a:cubicBezTo>
                    <a:pt x="2537" y="212"/>
                    <a:pt x="1163" y="0"/>
                    <a:pt x="63" y="137"/>
                  </a:cubicBezTo>
                  <a:cubicBezTo>
                    <a:pt x="0" y="137"/>
                    <a:pt x="0" y="237"/>
                    <a:pt x="6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37"/>
            <p:cNvSpPr/>
            <p:nvPr/>
          </p:nvSpPr>
          <p:spPr>
            <a:xfrm>
              <a:off x="805150" y="3001975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475"/>
                  </a:moveTo>
                  <a:cubicBezTo>
                    <a:pt x="550" y="513"/>
                    <a:pt x="600" y="50"/>
                    <a:pt x="288" y="25"/>
                  </a:cubicBezTo>
                  <a:cubicBezTo>
                    <a:pt x="1" y="0"/>
                    <a:pt x="26" y="425"/>
                    <a:pt x="313" y="425"/>
                  </a:cubicBezTo>
                  <a:cubicBezTo>
                    <a:pt x="350" y="425"/>
                    <a:pt x="363" y="375"/>
                    <a:pt x="325" y="363"/>
                  </a:cubicBezTo>
                  <a:cubicBezTo>
                    <a:pt x="275" y="300"/>
                    <a:pt x="250" y="325"/>
                    <a:pt x="250" y="413"/>
                  </a:cubicBezTo>
                  <a:cubicBezTo>
                    <a:pt x="213" y="413"/>
                    <a:pt x="213" y="475"/>
                    <a:pt x="25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37"/>
            <p:cNvSpPr/>
            <p:nvPr/>
          </p:nvSpPr>
          <p:spPr>
            <a:xfrm>
              <a:off x="644875" y="3178475"/>
              <a:ext cx="60325" cy="237475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6" y="51"/>
                  </a:moveTo>
                  <a:cubicBezTo>
                    <a:pt x="1275" y="3362"/>
                    <a:pt x="2413" y="6049"/>
                    <a:pt x="388" y="9373"/>
                  </a:cubicBezTo>
                  <a:cubicBezTo>
                    <a:pt x="338" y="9448"/>
                    <a:pt x="451" y="9498"/>
                    <a:pt x="488" y="9436"/>
                  </a:cubicBezTo>
                  <a:cubicBezTo>
                    <a:pt x="1438" y="8024"/>
                    <a:pt x="1838" y="6749"/>
                    <a:pt x="1675" y="5050"/>
                  </a:cubicBezTo>
                  <a:cubicBezTo>
                    <a:pt x="1488" y="3113"/>
                    <a:pt x="776" y="1813"/>
                    <a:pt x="76" y="38"/>
                  </a:cubicBezTo>
                  <a:cubicBezTo>
                    <a:pt x="63" y="1"/>
                    <a:pt x="1" y="13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37"/>
            <p:cNvSpPr/>
            <p:nvPr/>
          </p:nvSpPr>
          <p:spPr>
            <a:xfrm>
              <a:off x="699875" y="2899175"/>
              <a:ext cx="49375" cy="31900"/>
            </a:xfrm>
            <a:custGeom>
              <a:avLst/>
              <a:gdLst/>
              <a:ahLst/>
              <a:cxnLst/>
              <a:rect l="l" t="t" r="r" b="b"/>
              <a:pathLst>
                <a:path w="1975" h="1276" extrusionOk="0">
                  <a:moveTo>
                    <a:pt x="13" y="63"/>
                  </a:moveTo>
                  <a:cubicBezTo>
                    <a:pt x="100" y="613"/>
                    <a:pt x="450" y="1151"/>
                    <a:pt x="1062" y="1213"/>
                  </a:cubicBezTo>
                  <a:cubicBezTo>
                    <a:pt x="1550" y="1275"/>
                    <a:pt x="1975" y="888"/>
                    <a:pt x="1975" y="401"/>
                  </a:cubicBezTo>
                  <a:cubicBezTo>
                    <a:pt x="1975" y="326"/>
                    <a:pt x="1862" y="326"/>
                    <a:pt x="1862" y="401"/>
                  </a:cubicBezTo>
                  <a:cubicBezTo>
                    <a:pt x="1850" y="976"/>
                    <a:pt x="1275" y="1263"/>
                    <a:pt x="775" y="1026"/>
                  </a:cubicBezTo>
                  <a:cubicBezTo>
                    <a:pt x="363" y="838"/>
                    <a:pt x="163" y="463"/>
                    <a:pt x="75" y="38"/>
                  </a:cubicBezTo>
                  <a:cubicBezTo>
                    <a:pt x="63" y="1"/>
                    <a:pt x="0" y="13"/>
                    <a:pt x="13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37"/>
            <p:cNvSpPr/>
            <p:nvPr/>
          </p:nvSpPr>
          <p:spPr>
            <a:xfrm>
              <a:off x="674550" y="3113825"/>
              <a:ext cx="31600" cy="62800"/>
            </a:xfrm>
            <a:custGeom>
              <a:avLst/>
              <a:gdLst/>
              <a:ahLst/>
              <a:cxnLst/>
              <a:rect l="l" t="t" r="r" b="b"/>
              <a:pathLst>
                <a:path w="1264" h="2512" extrusionOk="0">
                  <a:moveTo>
                    <a:pt x="726" y="2449"/>
                  </a:moveTo>
                  <a:cubicBezTo>
                    <a:pt x="713" y="1825"/>
                    <a:pt x="1263" y="1325"/>
                    <a:pt x="1038" y="687"/>
                  </a:cubicBezTo>
                  <a:cubicBezTo>
                    <a:pt x="888" y="275"/>
                    <a:pt x="488" y="0"/>
                    <a:pt x="51" y="13"/>
                  </a:cubicBezTo>
                  <a:cubicBezTo>
                    <a:pt x="13" y="13"/>
                    <a:pt x="1" y="75"/>
                    <a:pt x="38" y="88"/>
                  </a:cubicBezTo>
                  <a:cubicBezTo>
                    <a:pt x="838" y="200"/>
                    <a:pt x="1138" y="875"/>
                    <a:pt x="838" y="1575"/>
                  </a:cubicBezTo>
                  <a:cubicBezTo>
                    <a:pt x="701" y="1850"/>
                    <a:pt x="638" y="2149"/>
                    <a:pt x="651" y="2449"/>
                  </a:cubicBezTo>
                  <a:cubicBezTo>
                    <a:pt x="651" y="2499"/>
                    <a:pt x="726" y="2512"/>
                    <a:pt x="7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37"/>
            <p:cNvSpPr/>
            <p:nvPr/>
          </p:nvSpPr>
          <p:spPr>
            <a:xfrm>
              <a:off x="658950" y="3112575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25" y="113"/>
                  </a:moveTo>
                  <a:cubicBezTo>
                    <a:pt x="525" y="0"/>
                    <a:pt x="275" y="163"/>
                    <a:pt x="163" y="437"/>
                  </a:cubicBezTo>
                  <a:cubicBezTo>
                    <a:pt x="75" y="675"/>
                    <a:pt x="0" y="1062"/>
                    <a:pt x="250" y="1212"/>
                  </a:cubicBezTo>
                  <a:cubicBezTo>
                    <a:pt x="275" y="1225"/>
                    <a:pt x="313" y="1200"/>
                    <a:pt x="300" y="1162"/>
                  </a:cubicBezTo>
                  <a:cubicBezTo>
                    <a:pt x="50" y="837"/>
                    <a:pt x="275" y="0"/>
                    <a:pt x="800" y="175"/>
                  </a:cubicBezTo>
                  <a:cubicBezTo>
                    <a:pt x="850" y="200"/>
                    <a:pt x="862" y="125"/>
                    <a:pt x="825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37"/>
            <p:cNvSpPr/>
            <p:nvPr/>
          </p:nvSpPr>
          <p:spPr>
            <a:xfrm>
              <a:off x="762050" y="2872625"/>
              <a:ext cx="56250" cy="81250"/>
            </a:xfrm>
            <a:custGeom>
              <a:avLst/>
              <a:gdLst/>
              <a:ahLst/>
              <a:cxnLst/>
              <a:rect l="l" t="t" r="r" b="b"/>
              <a:pathLst>
                <a:path w="2250" h="3250" extrusionOk="0">
                  <a:moveTo>
                    <a:pt x="87" y="3212"/>
                  </a:moveTo>
                  <a:cubicBezTo>
                    <a:pt x="1037" y="2425"/>
                    <a:pt x="2249" y="1450"/>
                    <a:pt x="1962" y="51"/>
                  </a:cubicBezTo>
                  <a:cubicBezTo>
                    <a:pt x="1949" y="1"/>
                    <a:pt x="1862" y="26"/>
                    <a:pt x="1875" y="76"/>
                  </a:cubicBezTo>
                  <a:cubicBezTo>
                    <a:pt x="2062" y="1463"/>
                    <a:pt x="987" y="2350"/>
                    <a:pt x="37" y="3162"/>
                  </a:cubicBezTo>
                  <a:cubicBezTo>
                    <a:pt x="0" y="3187"/>
                    <a:pt x="62" y="3250"/>
                    <a:pt x="100" y="32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37"/>
            <p:cNvSpPr/>
            <p:nvPr/>
          </p:nvSpPr>
          <p:spPr>
            <a:xfrm>
              <a:off x="710800" y="31019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101" y="1175"/>
                  </a:moveTo>
                  <a:cubicBezTo>
                    <a:pt x="126" y="775"/>
                    <a:pt x="288" y="388"/>
                    <a:pt x="575" y="100"/>
                  </a:cubicBezTo>
                  <a:cubicBezTo>
                    <a:pt x="613" y="63"/>
                    <a:pt x="563" y="0"/>
                    <a:pt x="525" y="25"/>
                  </a:cubicBezTo>
                  <a:cubicBezTo>
                    <a:pt x="350" y="150"/>
                    <a:pt x="225" y="325"/>
                    <a:pt x="163" y="525"/>
                  </a:cubicBezTo>
                  <a:cubicBezTo>
                    <a:pt x="51" y="725"/>
                    <a:pt x="1" y="950"/>
                    <a:pt x="13" y="1175"/>
                  </a:cubicBezTo>
                  <a:cubicBezTo>
                    <a:pt x="13" y="1237"/>
                    <a:pt x="113" y="1237"/>
                    <a:pt x="11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37"/>
            <p:cNvSpPr/>
            <p:nvPr/>
          </p:nvSpPr>
          <p:spPr>
            <a:xfrm>
              <a:off x="710175" y="31016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550" y="101"/>
                  </a:moveTo>
                  <a:cubicBezTo>
                    <a:pt x="763" y="538"/>
                    <a:pt x="475" y="1050"/>
                    <a:pt x="51" y="1250"/>
                  </a:cubicBezTo>
                  <a:cubicBezTo>
                    <a:pt x="1" y="1275"/>
                    <a:pt x="38" y="1375"/>
                    <a:pt x="101" y="1350"/>
                  </a:cubicBezTo>
                  <a:cubicBezTo>
                    <a:pt x="575" y="1138"/>
                    <a:pt x="875" y="538"/>
                    <a:pt x="638" y="51"/>
                  </a:cubicBezTo>
                  <a:cubicBezTo>
                    <a:pt x="613" y="1"/>
                    <a:pt x="525" y="51"/>
                    <a:pt x="550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37"/>
            <p:cNvSpPr/>
            <p:nvPr/>
          </p:nvSpPr>
          <p:spPr>
            <a:xfrm>
              <a:off x="669550" y="3338125"/>
              <a:ext cx="60025" cy="13217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576" y="51"/>
                  </a:moveTo>
                  <a:cubicBezTo>
                    <a:pt x="263" y="1638"/>
                    <a:pt x="1" y="5074"/>
                    <a:pt x="2350" y="5287"/>
                  </a:cubicBezTo>
                  <a:cubicBezTo>
                    <a:pt x="2400" y="5287"/>
                    <a:pt x="2388" y="5224"/>
                    <a:pt x="2350" y="5212"/>
                  </a:cubicBezTo>
                  <a:cubicBezTo>
                    <a:pt x="63" y="4912"/>
                    <a:pt x="363" y="1600"/>
                    <a:pt x="651" y="63"/>
                  </a:cubicBezTo>
                  <a:cubicBezTo>
                    <a:pt x="663" y="13"/>
                    <a:pt x="588" y="1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37"/>
            <p:cNvSpPr/>
            <p:nvPr/>
          </p:nvSpPr>
          <p:spPr>
            <a:xfrm>
              <a:off x="701750" y="3402175"/>
              <a:ext cx="65000" cy="6157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13" y="1500"/>
                  </a:moveTo>
                  <a:cubicBezTo>
                    <a:pt x="350" y="2175"/>
                    <a:pt x="1175" y="2462"/>
                    <a:pt x="1825" y="2012"/>
                  </a:cubicBezTo>
                  <a:cubicBezTo>
                    <a:pt x="2400" y="1600"/>
                    <a:pt x="2599" y="538"/>
                    <a:pt x="2025" y="38"/>
                  </a:cubicBezTo>
                  <a:cubicBezTo>
                    <a:pt x="1975" y="1"/>
                    <a:pt x="1900" y="76"/>
                    <a:pt x="1950" y="113"/>
                  </a:cubicBezTo>
                  <a:cubicBezTo>
                    <a:pt x="2462" y="588"/>
                    <a:pt x="2300" y="1563"/>
                    <a:pt x="1762" y="1938"/>
                  </a:cubicBezTo>
                  <a:cubicBezTo>
                    <a:pt x="1150" y="2350"/>
                    <a:pt x="400" y="2112"/>
                    <a:pt x="75" y="1463"/>
                  </a:cubicBezTo>
                  <a:cubicBezTo>
                    <a:pt x="50" y="1425"/>
                    <a:pt x="0" y="1463"/>
                    <a:pt x="13" y="1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37"/>
            <p:cNvSpPr/>
            <p:nvPr/>
          </p:nvSpPr>
          <p:spPr>
            <a:xfrm>
              <a:off x="709550" y="3392175"/>
              <a:ext cx="46575" cy="35950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1850" y="700"/>
                  </a:moveTo>
                  <a:cubicBezTo>
                    <a:pt x="1663" y="226"/>
                    <a:pt x="1125" y="1"/>
                    <a:pt x="663" y="201"/>
                  </a:cubicBezTo>
                  <a:cubicBezTo>
                    <a:pt x="200" y="401"/>
                    <a:pt x="1" y="938"/>
                    <a:pt x="200" y="1400"/>
                  </a:cubicBezTo>
                  <a:cubicBezTo>
                    <a:pt x="225" y="1438"/>
                    <a:pt x="300" y="1413"/>
                    <a:pt x="288" y="1363"/>
                  </a:cubicBezTo>
                  <a:cubicBezTo>
                    <a:pt x="163" y="938"/>
                    <a:pt x="275" y="488"/>
                    <a:pt x="713" y="301"/>
                  </a:cubicBezTo>
                  <a:cubicBezTo>
                    <a:pt x="1125" y="138"/>
                    <a:pt x="1600" y="326"/>
                    <a:pt x="1788" y="738"/>
                  </a:cubicBezTo>
                  <a:cubicBezTo>
                    <a:pt x="1800" y="775"/>
                    <a:pt x="1863" y="738"/>
                    <a:pt x="1838" y="7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37"/>
            <p:cNvSpPr/>
            <p:nvPr/>
          </p:nvSpPr>
          <p:spPr>
            <a:xfrm>
              <a:off x="713300" y="3422475"/>
              <a:ext cx="30950" cy="17225"/>
            </a:xfrm>
            <a:custGeom>
              <a:avLst/>
              <a:gdLst/>
              <a:ahLst/>
              <a:cxnLst/>
              <a:rect l="l" t="t" r="r" b="b"/>
              <a:pathLst>
                <a:path w="1238" h="689" extrusionOk="0">
                  <a:moveTo>
                    <a:pt x="26" y="51"/>
                  </a:moveTo>
                  <a:cubicBezTo>
                    <a:pt x="1" y="388"/>
                    <a:pt x="375" y="638"/>
                    <a:pt x="688" y="626"/>
                  </a:cubicBezTo>
                  <a:cubicBezTo>
                    <a:pt x="1000" y="626"/>
                    <a:pt x="1238" y="351"/>
                    <a:pt x="1113" y="63"/>
                  </a:cubicBezTo>
                  <a:cubicBezTo>
                    <a:pt x="1100" y="13"/>
                    <a:pt x="1013" y="26"/>
                    <a:pt x="1025" y="88"/>
                  </a:cubicBezTo>
                  <a:cubicBezTo>
                    <a:pt x="1213" y="688"/>
                    <a:pt x="75" y="638"/>
                    <a:pt x="100" y="51"/>
                  </a:cubicBezTo>
                  <a:cubicBezTo>
                    <a:pt x="100" y="1"/>
                    <a:pt x="38" y="1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" name="Google Shape;1827;p37"/>
            <p:cNvSpPr/>
            <p:nvPr/>
          </p:nvSpPr>
          <p:spPr>
            <a:xfrm>
              <a:off x="702675" y="3138500"/>
              <a:ext cx="71875" cy="55325"/>
            </a:xfrm>
            <a:custGeom>
              <a:avLst/>
              <a:gdLst/>
              <a:ahLst/>
              <a:cxnLst/>
              <a:rect l="l" t="t" r="r" b="b"/>
              <a:pathLst>
                <a:path w="2875" h="2213" extrusionOk="0">
                  <a:moveTo>
                    <a:pt x="88" y="463"/>
                  </a:moveTo>
                  <a:cubicBezTo>
                    <a:pt x="1400" y="113"/>
                    <a:pt x="2487" y="925"/>
                    <a:pt x="2812" y="2187"/>
                  </a:cubicBezTo>
                  <a:cubicBezTo>
                    <a:pt x="2812" y="2212"/>
                    <a:pt x="2875" y="2212"/>
                    <a:pt x="2862" y="2175"/>
                  </a:cubicBezTo>
                  <a:cubicBezTo>
                    <a:pt x="2762" y="788"/>
                    <a:pt x="1325" y="0"/>
                    <a:pt x="51" y="388"/>
                  </a:cubicBezTo>
                  <a:cubicBezTo>
                    <a:pt x="1" y="400"/>
                    <a:pt x="26" y="475"/>
                    <a:pt x="76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1828;p37"/>
            <p:cNvSpPr/>
            <p:nvPr/>
          </p:nvSpPr>
          <p:spPr>
            <a:xfrm>
              <a:off x="695500" y="2739850"/>
              <a:ext cx="104675" cy="111550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188" y="1800"/>
                  </a:moveTo>
                  <a:cubicBezTo>
                    <a:pt x="0" y="3250"/>
                    <a:pt x="1450" y="4424"/>
                    <a:pt x="2799" y="3712"/>
                  </a:cubicBezTo>
                  <a:cubicBezTo>
                    <a:pt x="4187" y="2975"/>
                    <a:pt x="3962" y="1038"/>
                    <a:pt x="3024" y="25"/>
                  </a:cubicBezTo>
                  <a:cubicBezTo>
                    <a:pt x="2999" y="0"/>
                    <a:pt x="2949" y="38"/>
                    <a:pt x="2974" y="75"/>
                  </a:cubicBezTo>
                  <a:cubicBezTo>
                    <a:pt x="3624" y="975"/>
                    <a:pt x="4074" y="2450"/>
                    <a:pt x="3124" y="3325"/>
                  </a:cubicBezTo>
                  <a:cubicBezTo>
                    <a:pt x="1912" y="4462"/>
                    <a:pt x="100" y="3375"/>
                    <a:pt x="288" y="1800"/>
                  </a:cubicBezTo>
                  <a:cubicBezTo>
                    <a:pt x="300" y="1738"/>
                    <a:pt x="188" y="1738"/>
                    <a:pt x="175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37"/>
            <p:cNvSpPr/>
            <p:nvPr/>
          </p:nvSpPr>
          <p:spPr>
            <a:xfrm>
              <a:off x="628325" y="2481475"/>
              <a:ext cx="146850" cy="263400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5836" y="10448"/>
                  </a:moveTo>
                  <a:cubicBezTo>
                    <a:pt x="4162" y="9236"/>
                    <a:pt x="2050" y="8124"/>
                    <a:pt x="1125" y="6224"/>
                  </a:cubicBezTo>
                  <a:cubicBezTo>
                    <a:pt x="275" y="4462"/>
                    <a:pt x="100" y="1688"/>
                    <a:pt x="1300" y="63"/>
                  </a:cubicBezTo>
                  <a:cubicBezTo>
                    <a:pt x="1325" y="38"/>
                    <a:pt x="1275" y="1"/>
                    <a:pt x="1250" y="26"/>
                  </a:cubicBezTo>
                  <a:cubicBezTo>
                    <a:pt x="0" y="1463"/>
                    <a:pt x="138" y="3950"/>
                    <a:pt x="725" y="5674"/>
                  </a:cubicBezTo>
                  <a:cubicBezTo>
                    <a:pt x="1513" y="7986"/>
                    <a:pt x="3912" y="9186"/>
                    <a:pt x="5799" y="10510"/>
                  </a:cubicBezTo>
                  <a:cubicBezTo>
                    <a:pt x="5836" y="10535"/>
                    <a:pt x="5874" y="10473"/>
                    <a:pt x="5836" y="10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37"/>
            <p:cNvSpPr/>
            <p:nvPr/>
          </p:nvSpPr>
          <p:spPr>
            <a:xfrm>
              <a:off x="667675" y="2448375"/>
              <a:ext cx="84700" cy="100925"/>
            </a:xfrm>
            <a:custGeom>
              <a:avLst/>
              <a:gdLst/>
              <a:ahLst/>
              <a:cxnLst/>
              <a:rect l="l" t="t" r="r" b="b"/>
              <a:pathLst>
                <a:path w="3388" h="4037" extrusionOk="0">
                  <a:moveTo>
                    <a:pt x="88" y="1150"/>
                  </a:moveTo>
                  <a:cubicBezTo>
                    <a:pt x="1026" y="625"/>
                    <a:pt x="2413" y="500"/>
                    <a:pt x="2950" y="1662"/>
                  </a:cubicBezTo>
                  <a:cubicBezTo>
                    <a:pt x="3075" y="1937"/>
                    <a:pt x="3113" y="2249"/>
                    <a:pt x="3075" y="2549"/>
                  </a:cubicBezTo>
                  <a:cubicBezTo>
                    <a:pt x="3063" y="2624"/>
                    <a:pt x="3075" y="2712"/>
                    <a:pt x="3075" y="2774"/>
                  </a:cubicBezTo>
                  <a:cubicBezTo>
                    <a:pt x="2938" y="3549"/>
                    <a:pt x="2738" y="3524"/>
                    <a:pt x="2213" y="3587"/>
                  </a:cubicBezTo>
                  <a:cubicBezTo>
                    <a:pt x="1313" y="3699"/>
                    <a:pt x="976" y="3087"/>
                    <a:pt x="1113" y="2312"/>
                  </a:cubicBezTo>
                  <a:cubicBezTo>
                    <a:pt x="1226" y="1737"/>
                    <a:pt x="1526" y="1425"/>
                    <a:pt x="1938" y="1037"/>
                  </a:cubicBezTo>
                  <a:cubicBezTo>
                    <a:pt x="2250" y="737"/>
                    <a:pt x="2575" y="487"/>
                    <a:pt x="2588" y="25"/>
                  </a:cubicBezTo>
                  <a:cubicBezTo>
                    <a:pt x="2588" y="0"/>
                    <a:pt x="2550" y="0"/>
                    <a:pt x="2538" y="25"/>
                  </a:cubicBezTo>
                  <a:cubicBezTo>
                    <a:pt x="2438" y="750"/>
                    <a:pt x="1538" y="1137"/>
                    <a:pt x="1163" y="1725"/>
                  </a:cubicBezTo>
                  <a:cubicBezTo>
                    <a:pt x="863" y="2149"/>
                    <a:pt x="813" y="2712"/>
                    <a:pt x="1026" y="3187"/>
                  </a:cubicBezTo>
                  <a:cubicBezTo>
                    <a:pt x="1363" y="3912"/>
                    <a:pt x="2500" y="4036"/>
                    <a:pt x="2988" y="3387"/>
                  </a:cubicBezTo>
                  <a:cubicBezTo>
                    <a:pt x="3388" y="2874"/>
                    <a:pt x="3263" y="1800"/>
                    <a:pt x="2900" y="1312"/>
                  </a:cubicBezTo>
                  <a:cubicBezTo>
                    <a:pt x="2200" y="387"/>
                    <a:pt x="938" y="575"/>
                    <a:pt x="51" y="1087"/>
                  </a:cubicBezTo>
                  <a:cubicBezTo>
                    <a:pt x="1" y="1112"/>
                    <a:pt x="51" y="1187"/>
                    <a:pt x="88" y="1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37"/>
            <p:cNvSpPr/>
            <p:nvPr/>
          </p:nvSpPr>
          <p:spPr>
            <a:xfrm>
              <a:off x="722350" y="2386200"/>
              <a:ext cx="13775" cy="55325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76" y="2162"/>
                  </a:moveTo>
                  <a:cubicBezTo>
                    <a:pt x="551" y="1475"/>
                    <a:pt x="488" y="625"/>
                    <a:pt x="76" y="25"/>
                  </a:cubicBezTo>
                  <a:cubicBezTo>
                    <a:pt x="51" y="0"/>
                    <a:pt x="1" y="13"/>
                    <a:pt x="13" y="50"/>
                  </a:cubicBezTo>
                  <a:cubicBezTo>
                    <a:pt x="251" y="775"/>
                    <a:pt x="476" y="1387"/>
                    <a:pt x="401" y="2162"/>
                  </a:cubicBezTo>
                  <a:cubicBezTo>
                    <a:pt x="401" y="2212"/>
                    <a:pt x="476" y="2212"/>
                    <a:pt x="476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37"/>
            <p:cNvSpPr/>
            <p:nvPr/>
          </p:nvSpPr>
          <p:spPr>
            <a:xfrm>
              <a:off x="691750" y="2632075"/>
              <a:ext cx="96875" cy="81550"/>
            </a:xfrm>
            <a:custGeom>
              <a:avLst/>
              <a:gdLst/>
              <a:ahLst/>
              <a:cxnLst/>
              <a:rect l="l" t="t" r="r" b="b"/>
              <a:pathLst>
                <a:path w="3875" h="3262" extrusionOk="0">
                  <a:moveTo>
                    <a:pt x="38" y="2237"/>
                  </a:moveTo>
                  <a:cubicBezTo>
                    <a:pt x="688" y="2787"/>
                    <a:pt x="1500" y="3262"/>
                    <a:pt x="2375" y="3074"/>
                  </a:cubicBezTo>
                  <a:cubicBezTo>
                    <a:pt x="3212" y="2887"/>
                    <a:pt x="3812" y="2087"/>
                    <a:pt x="3849" y="1250"/>
                  </a:cubicBezTo>
                  <a:cubicBezTo>
                    <a:pt x="3874" y="675"/>
                    <a:pt x="3487" y="0"/>
                    <a:pt x="2824" y="75"/>
                  </a:cubicBezTo>
                  <a:cubicBezTo>
                    <a:pt x="2475" y="113"/>
                    <a:pt x="2062" y="463"/>
                    <a:pt x="2437" y="750"/>
                  </a:cubicBezTo>
                  <a:cubicBezTo>
                    <a:pt x="2475" y="775"/>
                    <a:pt x="2512" y="712"/>
                    <a:pt x="2475" y="675"/>
                  </a:cubicBezTo>
                  <a:cubicBezTo>
                    <a:pt x="3299" y="250"/>
                    <a:pt x="3724" y="400"/>
                    <a:pt x="3749" y="1137"/>
                  </a:cubicBezTo>
                  <a:cubicBezTo>
                    <a:pt x="3737" y="1450"/>
                    <a:pt x="3662" y="1762"/>
                    <a:pt x="3499" y="2037"/>
                  </a:cubicBezTo>
                  <a:cubicBezTo>
                    <a:pt x="3299" y="2474"/>
                    <a:pt x="2912" y="2799"/>
                    <a:pt x="2450" y="2937"/>
                  </a:cubicBezTo>
                  <a:cubicBezTo>
                    <a:pt x="1562" y="3174"/>
                    <a:pt x="750" y="2712"/>
                    <a:pt x="75" y="2187"/>
                  </a:cubicBezTo>
                  <a:cubicBezTo>
                    <a:pt x="50" y="2162"/>
                    <a:pt x="0" y="2212"/>
                    <a:pt x="38" y="22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37"/>
            <p:cNvSpPr/>
            <p:nvPr/>
          </p:nvSpPr>
          <p:spPr>
            <a:xfrm>
              <a:off x="720475" y="2704850"/>
              <a:ext cx="110625" cy="22850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38" y="88"/>
                  </a:moveTo>
                  <a:cubicBezTo>
                    <a:pt x="551" y="538"/>
                    <a:pt x="1238" y="663"/>
                    <a:pt x="1913" y="738"/>
                  </a:cubicBezTo>
                  <a:cubicBezTo>
                    <a:pt x="2725" y="826"/>
                    <a:pt x="3712" y="913"/>
                    <a:pt x="4400" y="388"/>
                  </a:cubicBezTo>
                  <a:cubicBezTo>
                    <a:pt x="4425" y="363"/>
                    <a:pt x="4400" y="313"/>
                    <a:pt x="4362" y="326"/>
                  </a:cubicBezTo>
                  <a:cubicBezTo>
                    <a:pt x="3238" y="913"/>
                    <a:pt x="1101" y="876"/>
                    <a:pt x="101" y="26"/>
                  </a:cubicBezTo>
                  <a:cubicBezTo>
                    <a:pt x="63" y="1"/>
                    <a:pt x="1" y="51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37"/>
            <p:cNvSpPr/>
            <p:nvPr/>
          </p:nvSpPr>
          <p:spPr>
            <a:xfrm>
              <a:off x="830150" y="2705175"/>
              <a:ext cx="12200" cy="11900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350"/>
                  </a:moveTo>
                  <a:cubicBezTo>
                    <a:pt x="0" y="263"/>
                    <a:pt x="25" y="150"/>
                    <a:pt x="88" y="88"/>
                  </a:cubicBezTo>
                  <a:cubicBezTo>
                    <a:pt x="163" y="25"/>
                    <a:pt x="250" y="0"/>
                    <a:pt x="338" y="13"/>
                  </a:cubicBezTo>
                  <a:cubicBezTo>
                    <a:pt x="375" y="13"/>
                    <a:pt x="400" y="25"/>
                    <a:pt x="425" y="50"/>
                  </a:cubicBezTo>
                  <a:cubicBezTo>
                    <a:pt x="450" y="88"/>
                    <a:pt x="463" y="125"/>
                    <a:pt x="463" y="163"/>
                  </a:cubicBezTo>
                  <a:cubicBezTo>
                    <a:pt x="488" y="288"/>
                    <a:pt x="425" y="413"/>
                    <a:pt x="300" y="463"/>
                  </a:cubicBezTo>
                  <a:cubicBezTo>
                    <a:pt x="175" y="475"/>
                    <a:pt x="50" y="375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5" name="Google Shape;1835;p37"/>
            <p:cNvSpPr/>
            <p:nvPr/>
          </p:nvSpPr>
          <p:spPr>
            <a:xfrm>
              <a:off x="827325" y="2698925"/>
              <a:ext cx="17225" cy="22200"/>
            </a:xfrm>
            <a:custGeom>
              <a:avLst/>
              <a:gdLst/>
              <a:ahLst/>
              <a:cxnLst/>
              <a:rect l="l" t="t" r="r" b="b"/>
              <a:pathLst>
                <a:path w="689" h="888" extrusionOk="0">
                  <a:moveTo>
                    <a:pt x="213" y="588"/>
                  </a:moveTo>
                  <a:cubicBezTo>
                    <a:pt x="251" y="300"/>
                    <a:pt x="313" y="250"/>
                    <a:pt x="426" y="425"/>
                  </a:cubicBezTo>
                  <a:cubicBezTo>
                    <a:pt x="601" y="575"/>
                    <a:pt x="526" y="588"/>
                    <a:pt x="201" y="475"/>
                  </a:cubicBezTo>
                  <a:cubicBezTo>
                    <a:pt x="201" y="438"/>
                    <a:pt x="126" y="450"/>
                    <a:pt x="126" y="488"/>
                  </a:cubicBezTo>
                  <a:cubicBezTo>
                    <a:pt x="126" y="888"/>
                    <a:pt x="688" y="800"/>
                    <a:pt x="626" y="400"/>
                  </a:cubicBezTo>
                  <a:cubicBezTo>
                    <a:pt x="576" y="0"/>
                    <a:pt x="1" y="238"/>
                    <a:pt x="101" y="613"/>
                  </a:cubicBezTo>
                  <a:cubicBezTo>
                    <a:pt x="113" y="700"/>
                    <a:pt x="238" y="663"/>
                    <a:pt x="213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6" name="Google Shape;1836;p37"/>
            <p:cNvSpPr/>
            <p:nvPr/>
          </p:nvSpPr>
          <p:spPr>
            <a:xfrm>
              <a:off x="662375" y="2476475"/>
              <a:ext cx="3150" cy="3150"/>
            </a:xfrm>
            <a:custGeom>
              <a:avLst/>
              <a:gdLst/>
              <a:ahLst/>
              <a:cxnLst/>
              <a:rect l="l" t="t" r="r" b="b"/>
              <a:pathLst>
                <a:path w="126" h="126" extrusionOk="0">
                  <a:moveTo>
                    <a:pt x="63" y="88"/>
                  </a:moveTo>
                  <a:lnTo>
                    <a:pt x="88" y="88"/>
                  </a:lnTo>
                  <a:cubicBezTo>
                    <a:pt x="126" y="88"/>
                    <a:pt x="126" y="38"/>
                    <a:pt x="88" y="26"/>
                  </a:cubicBezTo>
                  <a:lnTo>
                    <a:pt x="63" y="26"/>
                  </a:lnTo>
                  <a:cubicBezTo>
                    <a:pt x="1" y="1"/>
                    <a:pt x="1" y="126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37"/>
            <p:cNvSpPr/>
            <p:nvPr/>
          </p:nvSpPr>
          <p:spPr>
            <a:xfrm>
              <a:off x="705800" y="2346825"/>
              <a:ext cx="17525" cy="42200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8" y="1550"/>
                  </a:moveTo>
                  <a:cubicBezTo>
                    <a:pt x="388" y="1463"/>
                    <a:pt x="276" y="1025"/>
                    <a:pt x="226" y="800"/>
                  </a:cubicBezTo>
                  <a:cubicBezTo>
                    <a:pt x="188" y="563"/>
                    <a:pt x="201" y="313"/>
                    <a:pt x="238" y="63"/>
                  </a:cubicBezTo>
                  <a:cubicBezTo>
                    <a:pt x="238" y="13"/>
                    <a:pt x="163" y="1"/>
                    <a:pt x="138" y="51"/>
                  </a:cubicBezTo>
                  <a:cubicBezTo>
                    <a:pt x="1" y="513"/>
                    <a:pt x="76" y="1463"/>
                    <a:pt x="613" y="1663"/>
                  </a:cubicBezTo>
                  <a:cubicBezTo>
                    <a:pt x="675" y="1688"/>
                    <a:pt x="700" y="1575"/>
                    <a:pt x="638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37"/>
            <p:cNvSpPr/>
            <p:nvPr/>
          </p:nvSpPr>
          <p:spPr>
            <a:xfrm>
              <a:off x="708300" y="2346525"/>
              <a:ext cx="19700" cy="42200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38" y="113"/>
                  </a:moveTo>
                  <a:cubicBezTo>
                    <a:pt x="413" y="513"/>
                    <a:pt x="600" y="1062"/>
                    <a:pt x="550" y="1600"/>
                  </a:cubicBezTo>
                  <a:cubicBezTo>
                    <a:pt x="550" y="1662"/>
                    <a:pt x="625" y="1687"/>
                    <a:pt x="638" y="1625"/>
                  </a:cubicBezTo>
                  <a:cubicBezTo>
                    <a:pt x="788" y="1125"/>
                    <a:pt x="475" y="400"/>
                    <a:pt x="113" y="50"/>
                  </a:cubicBezTo>
                  <a:cubicBezTo>
                    <a:pt x="63" y="0"/>
                    <a:pt x="1" y="63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37"/>
            <p:cNvSpPr/>
            <p:nvPr/>
          </p:nvSpPr>
          <p:spPr>
            <a:xfrm>
              <a:off x="732050" y="2415875"/>
              <a:ext cx="30000" cy="33150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100" y="1275"/>
                  </a:moveTo>
                  <a:cubicBezTo>
                    <a:pt x="88" y="963"/>
                    <a:pt x="250" y="713"/>
                    <a:pt x="450" y="463"/>
                  </a:cubicBezTo>
                  <a:cubicBezTo>
                    <a:pt x="613" y="238"/>
                    <a:pt x="875" y="100"/>
                    <a:pt x="1163" y="75"/>
                  </a:cubicBezTo>
                  <a:cubicBezTo>
                    <a:pt x="1200" y="75"/>
                    <a:pt x="1200" y="0"/>
                    <a:pt x="1150" y="0"/>
                  </a:cubicBezTo>
                  <a:cubicBezTo>
                    <a:pt x="850" y="13"/>
                    <a:pt x="563" y="163"/>
                    <a:pt x="388" y="413"/>
                  </a:cubicBezTo>
                  <a:cubicBezTo>
                    <a:pt x="188" y="663"/>
                    <a:pt x="0" y="938"/>
                    <a:pt x="25" y="1275"/>
                  </a:cubicBezTo>
                  <a:cubicBezTo>
                    <a:pt x="25" y="1325"/>
                    <a:pt x="100" y="1325"/>
                    <a:pt x="100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37"/>
            <p:cNvSpPr/>
            <p:nvPr/>
          </p:nvSpPr>
          <p:spPr>
            <a:xfrm>
              <a:off x="732675" y="2415550"/>
              <a:ext cx="29075" cy="33475"/>
            </a:xfrm>
            <a:custGeom>
              <a:avLst/>
              <a:gdLst/>
              <a:ahLst/>
              <a:cxnLst/>
              <a:rect l="l" t="t" r="r" b="b"/>
              <a:pathLst>
                <a:path w="1163" h="1339" extrusionOk="0">
                  <a:moveTo>
                    <a:pt x="1100" y="51"/>
                  </a:moveTo>
                  <a:cubicBezTo>
                    <a:pt x="1013" y="313"/>
                    <a:pt x="875" y="563"/>
                    <a:pt x="700" y="788"/>
                  </a:cubicBezTo>
                  <a:cubicBezTo>
                    <a:pt x="525" y="1013"/>
                    <a:pt x="288" y="1076"/>
                    <a:pt x="50" y="1213"/>
                  </a:cubicBezTo>
                  <a:cubicBezTo>
                    <a:pt x="0" y="1251"/>
                    <a:pt x="38" y="1338"/>
                    <a:pt x="100" y="1313"/>
                  </a:cubicBezTo>
                  <a:cubicBezTo>
                    <a:pt x="675" y="1201"/>
                    <a:pt x="1088" y="626"/>
                    <a:pt x="1163" y="63"/>
                  </a:cubicBezTo>
                  <a:cubicBezTo>
                    <a:pt x="1163" y="26"/>
                    <a:pt x="1113" y="1"/>
                    <a:pt x="110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37"/>
            <p:cNvSpPr/>
            <p:nvPr/>
          </p:nvSpPr>
          <p:spPr>
            <a:xfrm>
              <a:off x="739850" y="2718600"/>
              <a:ext cx="86875" cy="38450"/>
            </a:xfrm>
            <a:custGeom>
              <a:avLst/>
              <a:gdLst/>
              <a:ahLst/>
              <a:cxnLst/>
              <a:rect l="l" t="t" r="r" b="b"/>
              <a:pathLst>
                <a:path w="3475" h="1538" extrusionOk="0">
                  <a:moveTo>
                    <a:pt x="38" y="88"/>
                  </a:moveTo>
                  <a:cubicBezTo>
                    <a:pt x="1025" y="813"/>
                    <a:pt x="2175" y="1313"/>
                    <a:pt x="3387" y="1525"/>
                  </a:cubicBezTo>
                  <a:cubicBezTo>
                    <a:pt x="3450" y="1538"/>
                    <a:pt x="3475" y="1450"/>
                    <a:pt x="3412" y="1438"/>
                  </a:cubicBezTo>
                  <a:cubicBezTo>
                    <a:pt x="2213" y="1213"/>
                    <a:pt x="1075" y="738"/>
                    <a:pt x="76" y="26"/>
                  </a:cubicBezTo>
                  <a:cubicBezTo>
                    <a:pt x="38" y="1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37"/>
            <p:cNvSpPr/>
            <p:nvPr/>
          </p:nvSpPr>
          <p:spPr>
            <a:xfrm>
              <a:off x="824200" y="2749525"/>
              <a:ext cx="16600" cy="17850"/>
            </a:xfrm>
            <a:custGeom>
              <a:avLst/>
              <a:gdLst/>
              <a:ahLst/>
              <a:cxnLst/>
              <a:rect l="l" t="t" r="r" b="b"/>
              <a:pathLst>
                <a:path w="664" h="714" extrusionOk="0">
                  <a:moveTo>
                    <a:pt x="151" y="251"/>
                  </a:moveTo>
                  <a:cubicBezTo>
                    <a:pt x="176" y="351"/>
                    <a:pt x="188" y="363"/>
                    <a:pt x="176" y="288"/>
                  </a:cubicBezTo>
                  <a:cubicBezTo>
                    <a:pt x="163" y="251"/>
                    <a:pt x="163" y="213"/>
                    <a:pt x="176" y="176"/>
                  </a:cubicBezTo>
                  <a:cubicBezTo>
                    <a:pt x="176" y="138"/>
                    <a:pt x="113" y="113"/>
                    <a:pt x="101" y="151"/>
                  </a:cubicBezTo>
                  <a:cubicBezTo>
                    <a:pt x="1" y="376"/>
                    <a:pt x="238" y="713"/>
                    <a:pt x="451" y="463"/>
                  </a:cubicBezTo>
                  <a:cubicBezTo>
                    <a:pt x="663" y="213"/>
                    <a:pt x="288" y="1"/>
                    <a:pt x="88" y="176"/>
                  </a:cubicBezTo>
                  <a:cubicBezTo>
                    <a:pt x="38" y="213"/>
                    <a:pt x="101" y="276"/>
                    <a:pt x="151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37"/>
            <p:cNvSpPr/>
            <p:nvPr/>
          </p:nvSpPr>
          <p:spPr>
            <a:xfrm>
              <a:off x="728300" y="2681125"/>
              <a:ext cx="82175" cy="306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1087"/>
                  </a:moveTo>
                  <a:cubicBezTo>
                    <a:pt x="1163" y="1225"/>
                    <a:pt x="2537" y="1000"/>
                    <a:pt x="3262" y="75"/>
                  </a:cubicBezTo>
                  <a:cubicBezTo>
                    <a:pt x="3287" y="38"/>
                    <a:pt x="3250" y="0"/>
                    <a:pt x="3225" y="25"/>
                  </a:cubicBezTo>
                  <a:cubicBezTo>
                    <a:pt x="2287" y="812"/>
                    <a:pt x="1288" y="1137"/>
                    <a:pt x="63" y="1000"/>
                  </a:cubicBezTo>
                  <a:cubicBezTo>
                    <a:pt x="0" y="987"/>
                    <a:pt x="0" y="1087"/>
                    <a:pt x="63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37"/>
            <p:cNvSpPr/>
            <p:nvPr/>
          </p:nvSpPr>
          <p:spPr>
            <a:xfrm>
              <a:off x="805150" y="2671750"/>
              <a:ext cx="15025" cy="12825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100"/>
                  </a:moveTo>
                  <a:cubicBezTo>
                    <a:pt x="250" y="188"/>
                    <a:pt x="275" y="213"/>
                    <a:pt x="325" y="150"/>
                  </a:cubicBezTo>
                  <a:cubicBezTo>
                    <a:pt x="363" y="138"/>
                    <a:pt x="350" y="88"/>
                    <a:pt x="313" y="88"/>
                  </a:cubicBezTo>
                  <a:cubicBezTo>
                    <a:pt x="26" y="88"/>
                    <a:pt x="1" y="513"/>
                    <a:pt x="288" y="488"/>
                  </a:cubicBezTo>
                  <a:cubicBezTo>
                    <a:pt x="600" y="450"/>
                    <a:pt x="550" y="0"/>
                    <a:pt x="250" y="25"/>
                  </a:cubicBezTo>
                  <a:cubicBezTo>
                    <a:pt x="213" y="25"/>
                    <a:pt x="213" y="100"/>
                    <a:pt x="2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37"/>
            <p:cNvSpPr/>
            <p:nvPr/>
          </p:nvSpPr>
          <p:spPr>
            <a:xfrm>
              <a:off x="644875" y="2270600"/>
              <a:ext cx="60325" cy="237450"/>
            </a:xfrm>
            <a:custGeom>
              <a:avLst/>
              <a:gdLst/>
              <a:ahLst/>
              <a:cxnLst/>
              <a:rect l="l" t="t" r="r" b="b"/>
              <a:pathLst>
                <a:path w="2413" h="9498" extrusionOk="0">
                  <a:moveTo>
                    <a:pt x="76" y="9473"/>
                  </a:moveTo>
                  <a:cubicBezTo>
                    <a:pt x="776" y="7698"/>
                    <a:pt x="1488" y="6374"/>
                    <a:pt x="1675" y="4462"/>
                  </a:cubicBezTo>
                  <a:cubicBezTo>
                    <a:pt x="1838" y="2737"/>
                    <a:pt x="1438" y="1488"/>
                    <a:pt x="488" y="63"/>
                  </a:cubicBezTo>
                  <a:cubicBezTo>
                    <a:pt x="451" y="0"/>
                    <a:pt x="338" y="63"/>
                    <a:pt x="388" y="125"/>
                  </a:cubicBezTo>
                  <a:cubicBezTo>
                    <a:pt x="2413" y="3450"/>
                    <a:pt x="1275" y="6124"/>
                    <a:pt x="26" y="9448"/>
                  </a:cubicBezTo>
                  <a:cubicBezTo>
                    <a:pt x="1" y="9485"/>
                    <a:pt x="63" y="9498"/>
                    <a:pt x="76" y="9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37"/>
            <p:cNvSpPr/>
            <p:nvPr/>
          </p:nvSpPr>
          <p:spPr>
            <a:xfrm>
              <a:off x="699875" y="2755475"/>
              <a:ext cx="49375" cy="31875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75" y="1238"/>
                  </a:moveTo>
                  <a:cubicBezTo>
                    <a:pt x="163" y="813"/>
                    <a:pt x="363" y="425"/>
                    <a:pt x="775" y="238"/>
                  </a:cubicBezTo>
                  <a:cubicBezTo>
                    <a:pt x="1262" y="25"/>
                    <a:pt x="1850" y="288"/>
                    <a:pt x="1862" y="863"/>
                  </a:cubicBezTo>
                  <a:cubicBezTo>
                    <a:pt x="1862" y="938"/>
                    <a:pt x="1975" y="938"/>
                    <a:pt x="1975" y="863"/>
                  </a:cubicBezTo>
                  <a:cubicBezTo>
                    <a:pt x="1975" y="375"/>
                    <a:pt x="1550" y="0"/>
                    <a:pt x="1062" y="50"/>
                  </a:cubicBezTo>
                  <a:cubicBezTo>
                    <a:pt x="450" y="113"/>
                    <a:pt x="100" y="663"/>
                    <a:pt x="13" y="1213"/>
                  </a:cubicBezTo>
                  <a:cubicBezTo>
                    <a:pt x="0" y="1250"/>
                    <a:pt x="63" y="1275"/>
                    <a:pt x="75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37"/>
            <p:cNvSpPr/>
            <p:nvPr/>
          </p:nvSpPr>
          <p:spPr>
            <a:xfrm>
              <a:off x="674550" y="2510225"/>
              <a:ext cx="31600" cy="62500"/>
            </a:xfrm>
            <a:custGeom>
              <a:avLst/>
              <a:gdLst/>
              <a:ahLst/>
              <a:cxnLst/>
              <a:rect l="l" t="t" r="r" b="b"/>
              <a:pathLst>
                <a:path w="1264" h="2500" extrusionOk="0">
                  <a:moveTo>
                    <a:pt x="651" y="50"/>
                  </a:moveTo>
                  <a:cubicBezTo>
                    <a:pt x="638" y="350"/>
                    <a:pt x="701" y="650"/>
                    <a:pt x="838" y="925"/>
                  </a:cubicBezTo>
                  <a:cubicBezTo>
                    <a:pt x="1138" y="1625"/>
                    <a:pt x="838" y="2312"/>
                    <a:pt x="38" y="2412"/>
                  </a:cubicBezTo>
                  <a:cubicBezTo>
                    <a:pt x="1" y="2412"/>
                    <a:pt x="13" y="2487"/>
                    <a:pt x="51" y="2487"/>
                  </a:cubicBezTo>
                  <a:cubicBezTo>
                    <a:pt x="488" y="2500"/>
                    <a:pt x="888" y="2225"/>
                    <a:pt x="1038" y="1812"/>
                  </a:cubicBezTo>
                  <a:cubicBezTo>
                    <a:pt x="1263" y="1175"/>
                    <a:pt x="713" y="675"/>
                    <a:pt x="726" y="50"/>
                  </a:cubicBezTo>
                  <a:cubicBezTo>
                    <a:pt x="726" y="0"/>
                    <a:pt x="651" y="0"/>
                    <a:pt x="651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37"/>
            <p:cNvSpPr/>
            <p:nvPr/>
          </p:nvSpPr>
          <p:spPr>
            <a:xfrm>
              <a:off x="658950" y="2543350"/>
              <a:ext cx="21575" cy="306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00" y="1050"/>
                  </a:moveTo>
                  <a:cubicBezTo>
                    <a:pt x="288" y="1225"/>
                    <a:pt x="38" y="387"/>
                    <a:pt x="300" y="63"/>
                  </a:cubicBezTo>
                  <a:cubicBezTo>
                    <a:pt x="313" y="25"/>
                    <a:pt x="275" y="0"/>
                    <a:pt x="250" y="13"/>
                  </a:cubicBezTo>
                  <a:cubicBezTo>
                    <a:pt x="0" y="163"/>
                    <a:pt x="75" y="550"/>
                    <a:pt x="163" y="775"/>
                  </a:cubicBezTo>
                  <a:cubicBezTo>
                    <a:pt x="275" y="1062"/>
                    <a:pt x="525" y="1225"/>
                    <a:pt x="825" y="1112"/>
                  </a:cubicBezTo>
                  <a:cubicBezTo>
                    <a:pt x="862" y="1100"/>
                    <a:pt x="850" y="1025"/>
                    <a:pt x="800" y="1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37"/>
            <p:cNvSpPr/>
            <p:nvPr/>
          </p:nvSpPr>
          <p:spPr>
            <a:xfrm>
              <a:off x="761725" y="2732675"/>
              <a:ext cx="56575" cy="81250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50" y="88"/>
                  </a:moveTo>
                  <a:cubicBezTo>
                    <a:pt x="988" y="900"/>
                    <a:pt x="2062" y="1787"/>
                    <a:pt x="1875" y="3174"/>
                  </a:cubicBezTo>
                  <a:cubicBezTo>
                    <a:pt x="1875" y="3224"/>
                    <a:pt x="1950" y="3249"/>
                    <a:pt x="1962" y="3199"/>
                  </a:cubicBezTo>
                  <a:cubicBezTo>
                    <a:pt x="2262" y="1800"/>
                    <a:pt x="1050" y="825"/>
                    <a:pt x="88" y="38"/>
                  </a:cubicBezTo>
                  <a:cubicBezTo>
                    <a:pt x="50" y="0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37"/>
            <p:cNvSpPr/>
            <p:nvPr/>
          </p:nvSpPr>
          <p:spPr>
            <a:xfrm>
              <a:off x="710500" y="2553650"/>
              <a:ext cx="15325" cy="3095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25" y="63"/>
                  </a:moveTo>
                  <a:cubicBezTo>
                    <a:pt x="0" y="288"/>
                    <a:pt x="50" y="513"/>
                    <a:pt x="162" y="713"/>
                  </a:cubicBezTo>
                  <a:cubicBezTo>
                    <a:pt x="237" y="900"/>
                    <a:pt x="362" y="1075"/>
                    <a:pt x="525" y="1213"/>
                  </a:cubicBezTo>
                  <a:cubicBezTo>
                    <a:pt x="575" y="1238"/>
                    <a:pt x="612" y="1175"/>
                    <a:pt x="587" y="1138"/>
                  </a:cubicBezTo>
                  <a:cubicBezTo>
                    <a:pt x="300" y="850"/>
                    <a:pt x="125" y="463"/>
                    <a:pt x="113" y="63"/>
                  </a:cubicBezTo>
                  <a:cubicBezTo>
                    <a:pt x="113" y="0"/>
                    <a:pt x="25" y="0"/>
                    <a:pt x="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37"/>
            <p:cNvSpPr/>
            <p:nvPr/>
          </p:nvSpPr>
          <p:spPr>
            <a:xfrm>
              <a:off x="710175" y="2550525"/>
              <a:ext cx="21900" cy="34400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638" y="1325"/>
                  </a:moveTo>
                  <a:cubicBezTo>
                    <a:pt x="875" y="838"/>
                    <a:pt x="575" y="225"/>
                    <a:pt x="101" y="25"/>
                  </a:cubicBezTo>
                  <a:cubicBezTo>
                    <a:pt x="38" y="0"/>
                    <a:pt x="1" y="100"/>
                    <a:pt x="51" y="125"/>
                  </a:cubicBezTo>
                  <a:cubicBezTo>
                    <a:pt x="475" y="313"/>
                    <a:pt x="763" y="825"/>
                    <a:pt x="550" y="1275"/>
                  </a:cubicBezTo>
                  <a:cubicBezTo>
                    <a:pt x="525" y="1325"/>
                    <a:pt x="613" y="1375"/>
                    <a:pt x="638" y="1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37"/>
            <p:cNvSpPr/>
            <p:nvPr/>
          </p:nvSpPr>
          <p:spPr>
            <a:xfrm>
              <a:off x="669550" y="2216250"/>
              <a:ext cx="59700" cy="13217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651" y="5211"/>
                  </a:moveTo>
                  <a:cubicBezTo>
                    <a:pt x="363" y="3674"/>
                    <a:pt x="51" y="375"/>
                    <a:pt x="2338" y="75"/>
                  </a:cubicBezTo>
                  <a:cubicBezTo>
                    <a:pt x="2388" y="75"/>
                    <a:pt x="2388" y="0"/>
                    <a:pt x="2338" y="0"/>
                  </a:cubicBezTo>
                  <a:cubicBezTo>
                    <a:pt x="1" y="212"/>
                    <a:pt x="263" y="3649"/>
                    <a:pt x="576" y="5236"/>
                  </a:cubicBezTo>
                  <a:cubicBezTo>
                    <a:pt x="588" y="5286"/>
                    <a:pt x="663" y="5261"/>
                    <a:pt x="651" y="5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37"/>
            <p:cNvSpPr/>
            <p:nvPr/>
          </p:nvSpPr>
          <p:spPr>
            <a:xfrm>
              <a:off x="701750" y="2223100"/>
              <a:ext cx="65000" cy="61275"/>
            </a:xfrm>
            <a:custGeom>
              <a:avLst/>
              <a:gdLst/>
              <a:ahLst/>
              <a:cxnLst/>
              <a:rect l="l" t="t" r="r" b="b"/>
              <a:pathLst>
                <a:path w="2600" h="2451" extrusionOk="0">
                  <a:moveTo>
                    <a:pt x="75" y="976"/>
                  </a:moveTo>
                  <a:cubicBezTo>
                    <a:pt x="400" y="351"/>
                    <a:pt x="1162" y="88"/>
                    <a:pt x="1762" y="513"/>
                  </a:cubicBezTo>
                  <a:cubicBezTo>
                    <a:pt x="2300" y="888"/>
                    <a:pt x="2474" y="1863"/>
                    <a:pt x="1950" y="2325"/>
                  </a:cubicBezTo>
                  <a:cubicBezTo>
                    <a:pt x="1900" y="2375"/>
                    <a:pt x="1975" y="2450"/>
                    <a:pt x="2025" y="2400"/>
                  </a:cubicBezTo>
                  <a:cubicBezTo>
                    <a:pt x="2599" y="1913"/>
                    <a:pt x="2412" y="838"/>
                    <a:pt x="1825" y="438"/>
                  </a:cubicBezTo>
                  <a:cubicBezTo>
                    <a:pt x="1187" y="1"/>
                    <a:pt x="325" y="251"/>
                    <a:pt x="13" y="938"/>
                  </a:cubicBezTo>
                  <a:cubicBezTo>
                    <a:pt x="0" y="976"/>
                    <a:pt x="50" y="1013"/>
                    <a:pt x="7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37"/>
            <p:cNvSpPr/>
            <p:nvPr/>
          </p:nvSpPr>
          <p:spPr>
            <a:xfrm>
              <a:off x="709550" y="2258100"/>
              <a:ext cx="46900" cy="35950"/>
            </a:xfrm>
            <a:custGeom>
              <a:avLst/>
              <a:gdLst/>
              <a:ahLst/>
              <a:cxnLst/>
              <a:rect l="l" t="t" r="r" b="b"/>
              <a:pathLst>
                <a:path w="1876" h="1438" extrusionOk="0">
                  <a:moveTo>
                    <a:pt x="1788" y="713"/>
                  </a:moveTo>
                  <a:cubicBezTo>
                    <a:pt x="1600" y="1125"/>
                    <a:pt x="1138" y="1313"/>
                    <a:pt x="725" y="1150"/>
                  </a:cubicBezTo>
                  <a:cubicBezTo>
                    <a:pt x="288" y="963"/>
                    <a:pt x="163" y="513"/>
                    <a:pt x="288" y="88"/>
                  </a:cubicBezTo>
                  <a:cubicBezTo>
                    <a:pt x="300" y="38"/>
                    <a:pt x="225" y="1"/>
                    <a:pt x="213" y="51"/>
                  </a:cubicBezTo>
                  <a:cubicBezTo>
                    <a:pt x="1" y="513"/>
                    <a:pt x="213" y="1050"/>
                    <a:pt x="675" y="1250"/>
                  </a:cubicBezTo>
                  <a:cubicBezTo>
                    <a:pt x="1138" y="1438"/>
                    <a:pt x="1675" y="1225"/>
                    <a:pt x="1850" y="750"/>
                  </a:cubicBezTo>
                  <a:cubicBezTo>
                    <a:pt x="1875" y="713"/>
                    <a:pt x="1813" y="675"/>
                    <a:pt x="1800" y="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37"/>
            <p:cNvSpPr/>
            <p:nvPr/>
          </p:nvSpPr>
          <p:spPr>
            <a:xfrm>
              <a:off x="713300" y="2246550"/>
              <a:ext cx="30950" cy="17500"/>
            </a:xfrm>
            <a:custGeom>
              <a:avLst/>
              <a:gdLst/>
              <a:ahLst/>
              <a:cxnLst/>
              <a:rect l="l" t="t" r="r" b="b"/>
              <a:pathLst>
                <a:path w="1238" h="700" extrusionOk="0">
                  <a:moveTo>
                    <a:pt x="100" y="650"/>
                  </a:moveTo>
                  <a:cubicBezTo>
                    <a:pt x="75" y="63"/>
                    <a:pt x="1213" y="0"/>
                    <a:pt x="1025" y="613"/>
                  </a:cubicBezTo>
                  <a:cubicBezTo>
                    <a:pt x="1013" y="675"/>
                    <a:pt x="1100" y="688"/>
                    <a:pt x="1113" y="638"/>
                  </a:cubicBezTo>
                  <a:cubicBezTo>
                    <a:pt x="1238" y="350"/>
                    <a:pt x="975" y="75"/>
                    <a:pt x="688" y="75"/>
                  </a:cubicBezTo>
                  <a:cubicBezTo>
                    <a:pt x="388" y="75"/>
                    <a:pt x="1" y="313"/>
                    <a:pt x="26" y="650"/>
                  </a:cubicBezTo>
                  <a:cubicBezTo>
                    <a:pt x="26" y="700"/>
                    <a:pt x="113" y="700"/>
                    <a:pt x="100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37"/>
            <p:cNvSpPr/>
            <p:nvPr/>
          </p:nvSpPr>
          <p:spPr>
            <a:xfrm>
              <a:off x="703000" y="2492725"/>
              <a:ext cx="71550" cy="55325"/>
            </a:xfrm>
            <a:custGeom>
              <a:avLst/>
              <a:gdLst/>
              <a:ahLst/>
              <a:cxnLst/>
              <a:rect l="l" t="t" r="r" b="b"/>
              <a:pathLst>
                <a:path w="2862" h="2213" extrusionOk="0">
                  <a:moveTo>
                    <a:pt x="50" y="1838"/>
                  </a:moveTo>
                  <a:cubicBezTo>
                    <a:pt x="1312" y="2213"/>
                    <a:pt x="2749" y="1438"/>
                    <a:pt x="2862" y="38"/>
                  </a:cubicBezTo>
                  <a:cubicBezTo>
                    <a:pt x="2862" y="13"/>
                    <a:pt x="2812" y="1"/>
                    <a:pt x="2799" y="38"/>
                  </a:cubicBezTo>
                  <a:cubicBezTo>
                    <a:pt x="2474" y="1300"/>
                    <a:pt x="1400" y="2113"/>
                    <a:pt x="75" y="1763"/>
                  </a:cubicBezTo>
                  <a:cubicBezTo>
                    <a:pt x="25" y="1750"/>
                    <a:pt x="0" y="1825"/>
                    <a:pt x="50" y="1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37"/>
            <p:cNvSpPr/>
            <p:nvPr/>
          </p:nvSpPr>
          <p:spPr>
            <a:xfrm>
              <a:off x="779850" y="2847325"/>
              <a:ext cx="15325" cy="20025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63" y="113"/>
                  </a:moveTo>
                  <a:cubicBezTo>
                    <a:pt x="288" y="263"/>
                    <a:pt x="450" y="488"/>
                    <a:pt x="513" y="750"/>
                  </a:cubicBezTo>
                  <a:cubicBezTo>
                    <a:pt x="525" y="800"/>
                    <a:pt x="613" y="800"/>
                    <a:pt x="613" y="738"/>
                  </a:cubicBezTo>
                  <a:cubicBezTo>
                    <a:pt x="575" y="438"/>
                    <a:pt x="388" y="163"/>
                    <a:pt x="113" y="25"/>
                  </a:cubicBezTo>
                  <a:cubicBezTo>
                    <a:pt x="50" y="0"/>
                    <a:pt x="0" y="88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37"/>
            <p:cNvSpPr/>
            <p:nvPr/>
          </p:nvSpPr>
          <p:spPr>
            <a:xfrm>
              <a:off x="792975" y="2850750"/>
              <a:ext cx="5950" cy="16900"/>
            </a:xfrm>
            <a:custGeom>
              <a:avLst/>
              <a:gdLst/>
              <a:ahLst/>
              <a:cxnLst/>
              <a:rect l="l" t="t" r="r" b="b"/>
              <a:pathLst>
                <a:path w="238" h="676" extrusionOk="0">
                  <a:moveTo>
                    <a:pt x="125" y="613"/>
                  </a:moveTo>
                  <a:cubicBezTo>
                    <a:pt x="200" y="451"/>
                    <a:pt x="238" y="251"/>
                    <a:pt x="200" y="76"/>
                  </a:cubicBezTo>
                  <a:cubicBezTo>
                    <a:pt x="188" y="1"/>
                    <a:pt x="100" y="26"/>
                    <a:pt x="88" y="88"/>
                  </a:cubicBezTo>
                  <a:cubicBezTo>
                    <a:pt x="100" y="251"/>
                    <a:pt x="63" y="426"/>
                    <a:pt x="13" y="588"/>
                  </a:cubicBezTo>
                  <a:cubicBezTo>
                    <a:pt x="0" y="651"/>
                    <a:pt x="100" y="676"/>
                    <a:pt x="125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37"/>
            <p:cNvSpPr/>
            <p:nvPr/>
          </p:nvSpPr>
          <p:spPr>
            <a:xfrm>
              <a:off x="775150" y="2839500"/>
              <a:ext cx="7525" cy="9400"/>
            </a:xfrm>
            <a:custGeom>
              <a:avLst/>
              <a:gdLst/>
              <a:ahLst/>
              <a:cxnLst/>
              <a:rect l="l" t="t" r="r" b="b"/>
              <a:pathLst>
                <a:path w="301" h="376" extrusionOk="0">
                  <a:moveTo>
                    <a:pt x="226" y="276"/>
                  </a:moveTo>
                  <a:cubicBezTo>
                    <a:pt x="201" y="213"/>
                    <a:pt x="213" y="151"/>
                    <a:pt x="263" y="113"/>
                  </a:cubicBezTo>
                  <a:cubicBezTo>
                    <a:pt x="301" y="76"/>
                    <a:pt x="263" y="1"/>
                    <a:pt x="213" y="26"/>
                  </a:cubicBezTo>
                  <a:cubicBezTo>
                    <a:pt x="76" y="76"/>
                    <a:pt x="1" y="263"/>
                    <a:pt x="163" y="351"/>
                  </a:cubicBezTo>
                  <a:cubicBezTo>
                    <a:pt x="213" y="376"/>
                    <a:pt x="276" y="313"/>
                    <a:pt x="226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37"/>
            <p:cNvSpPr/>
            <p:nvPr/>
          </p:nvSpPr>
          <p:spPr>
            <a:xfrm>
              <a:off x="780775" y="2821400"/>
              <a:ext cx="15650" cy="20325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88" y="787"/>
                  </a:moveTo>
                  <a:cubicBezTo>
                    <a:pt x="338" y="625"/>
                    <a:pt x="626" y="363"/>
                    <a:pt x="563" y="50"/>
                  </a:cubicBezTo>
                  <a:cubicBezTo>
                    <a:pt x="538" y="0"/>
                    <a:pt x="488" y="0"/>
                    <a:pt x="463" y="50"/>
                  </a:cubicBezTo>
                  <a:cubicBezTo>
                    <a:pt x="413" y="313"/>
                    <a:pt x="263" y="550"/>
                    <a:pt x="38" y="712"/>
                  </a:cubicBezTo>
                  <a:cubicBezTo>
                    <a:pt x="1" y="750"/>
                    <a:pt x="51" y="812"/>
                    <a:pt x="88" y="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37"/>
            <p:cNvSpPr/>
            <p:nvPr/>
          </p:nvSpPr>
          <p:spPr>
            <a:xfrm>
              <a:off x="790475" y="2821700"/>
              <a:ext cx="10325" cy="24400"/>
            </a:xfrm>
            <a:custGeom>
              <a:avLst/>
              <a:gdLst/>
              <a:ahLst/>
              <a:cxnLst/>
              <a:rect l="l" t="t" r="r" b="b"/>
              <a:pathLst>
                <a:path w="413" h="976" extrusionOk="0">
                  <a:moveTo>
                    <a:pt x="113" y="126"/>
                  </a:moveTo>
                  <a:cubicBezTo>
                    <a:pt x="288" y="363"/>
                    <a:pt x="225" y="625"/>
                    <a:pt x="50" y="838"/>
                  </a:cubicBezTo>
                  <a:cubicBezTo>
                    <a:pt x="0" y="900"/>
                    <a:pt x="75" y="975"/>
                    <a:pt x="138" y="925"/>
                  </a:cubicBezTo>
                  <a:cubicBezTo>
                    <a:pt x="375" y="700"/>
                    <a:pt x="413" y="313"/>
                    <a:pt x="200" y="51"/>
                  </a:cubicBezTo>
                  <a:cubicBezTo>
                    <a:pt x="163" y="1"/>
                    <a:pt x="75" y="76"/>
                    <a:pt x="1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37"/>
            <p:cNvSpPr/>
            <p:nvPr/>
          </p:nvSpPr>
          <p:spPr>
            <a:xfrm>
              <a:off x="790150" y="2842625"/>
              <a:ext cx="8150" cy="14100"/>
            </a:xfrm>
            <a:custGeom>
              <a:avLst/>
              <a:gdLst/>
              <a:ahLst/>
              <a:cxnLst/>
              <a:rect l="l" t="t" r="r" b="b"/>
              <a:pathLst>
                <a:path w="326" h="564" extrusionOk="0">
                  <a:moveTo>
                    <a:pt x="63" y="138"/>
                  </a:moveTo>
                  <a:cubicBezTo>
                    <a:pt x="151" y="238"/>
                    <a:pt x="201" y="363"/>
                    <a:pt x="213" y="501"/>
                  </a:cubicBezTo>
                  <a:cubicBezTo>
                    <a:pt x="226" y="563"/>
                    <a:pt x="313" y="538"/>
                    <a:pt x="313" y="488"/>
                  </a:cubicBezTo>
                  <a:cubicBezTo>
                    <a:pt x="326" y="326"/>
                    <a:pt x="263" y="163"/>
                    <a:pt x="138" y="63"/>
                  </a:cubicBezTo>
                  <a:cubicBezTo>
                    <a:pt x="88" y="1"/>
                    <a:pt x="1" y="88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3" name="Google Shape;1863;p37"/>
            <p:cNvSpPr/>
            <p:nvPr/>
          </p:nvSpPr>
          <p:spPr>
            <a:xfrm>
              <a:off x="799850" y="2837000"/>
              <a:ext cx="12500" cy="14400"/>
            </a:xfrm>
            <a:custGeom>
              <a:avLst/>
              <a:gdLst/>
              <a:ahLst/>
              <a:cxnLst/>
              <a:rect l="l" t="t" r="r" b="b"/>
              <a:pathLst>
                <a:path w="500" h="576" extrusionOk="0">
                  <a:moveTo>
                    <a:pt x="25" y="288"/>
                  </a:moveTo>
                  <a:cubicBezTo>
                    <a:pt x="38" y="413"/>
                    <a:pt x="75" y="538"/>
                    <a:pt x="225" y="563"/>
                  </a:cubicBezTo>
                  <a:cubicBezTo>
                    <a:pt x="338" y="576"/>
                    <a:pt x="437" y="488"/>
                    <a:pt x="437" y="363"/>
                  </a:cubicBezTo>
                  <a:cubicBezTo>
                    <a:pt x="500" y="63"/>
                    <a:pt x="38" y="1"/>
                    <a:pt x="13" y="313"/>
                  </a:cubicBezTo>
                  <a:cubicBezTo>
                    <a:pt x="0" y="388"/>
                    <a:pt x="125" y="401"/>
                    <a:pt x="150" y="326"/>
                  </a:cubicBezTo>
                  <a:cubicBezTo>
                    <a:pt x="150" y="313"/>
                    <a:pt x="150" y="301"/>
                    <a:pt x="163" y="288"/>
                  </a:cubicBezTo>
                  <a:cubicBezTo>
                    <a:pt x="163" y="201"/>
                    <a:pt x="25" y="201"/>
                    <a:pt x="25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64" name="Google Shape;1864;p37"/>
          <p:cNvSpPr txBox="1">
            <a:spLocks noGrp="1"/>
          </p:cNvSpPr>
          <p:nvPr>
            <p:ph type="title"/>
          </p:nvPr>
        </p:nvSpPr>
        <p:spPr>
          <a:xfrm>
            <a:off x="2135550" y="1412138"/>
            <a:ext cx="4872900" cy="116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/>
              <a:t>- Auburn, 1890 -</a:t>
            </a:r>
            <a:endParaRPr/>
          </a:p>
        </p:txBody>
      </p:sp>
      <p:sp>
        <p:nvSpPr>
          <p:cNvPr id="1865" name="Google Shape;1865;p37"/>
          <p:cNvSpPr txBox="1">
            <a:spLocks noGrp="1"/>
          </p:cNvSpPr>
          <p:nvPr>
            <p:ph type="subTitle" idx="1"/>
          </p:nvPr>
        </p:nvSpPr>
        <p:spPr>
          <a:xfrm>
            <a:off x="2135550" y="2816913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August: erste Hinrichtung mit Strom – mit einem Westinghouse-Generator</a:t>
            </a:r>
            <a:endParaRPr/>
          </a:p>
        </p:txBody>
      </p:sp>
      <p:grpSp>
        <p:nvGrpSpPr>
          <p:cNvPr id="1866" name="Google Shape;1866;p37"/>
          <p:cNvGrpSpPr/>
          <p:nvPr/>
        </p:nvGrpSpPr>
        <p:grpSpPr>
          <a:xfrm>
            <a:off x="2007250" y="2725500"/>
            <a:ext cx="5129400" cy="940200"/>
            <a:chOff x="2007250" y="2725500"/>
            <a:chExt cx="5129400" cy="940200"/>
          </a:xfrm>
        </p:grpSpPr>
        <p:cxnSp>
          <p:nvCxnSpPr>
            <p:cNvPr id="1867" name="Google Shape;1867;p37"/>
            <p:cNvCxnSpPr/>
            <p:nvPr/>
          </p:nvCxnSpPr>
          <p:spPr>
            <a:xfrm>
              <a:off x="2007250" y="2725500"/>
              <a:ext cx="512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68" name="Google Shape;1868;p37"/>
            <p:cNvCxnSpPr/>
            <p:nvPr/>
          </p:nvCxnSpPr>
          <p:spPr>
            <a:xfrm>
              <a:off x="2007250" y="3665700"/>
              <a:ext cx="512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0" name="Google Shape;3480;p50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Warum die Spannung entscheidet</a:t>
            </a:r>
            <a:endParaRPr/>
          </a:p>
        </p:txBody>
      </p:sp>
      <p:graphicFrame>
        <p:nvGraphicFramePr>
          <p:cNvPr id="3481" name="Google Shape;3481;p50"/>
          <p:cNvGraphicFramePr/>
          <p:nvPr/>
        </p:nvGraphicFramePr>
        <p:xfrm>
          <a:off x="720000" y="1335200"/>
          <a:ext cx="3000000" cy="2286000"/>
        </p:xfrm>
        <a:graphic>
          <a:graphicData uri="http://schemas.openxmlformats.org/drawingml/2006/table">
            <a:tbl>
              <a:tblPr>
                <a:noFill/>
                <a:tableStyleId>{13A605CF-E138-47C1-8A13-604126F4E997}</a:tableStyleId>
              </a:tblPr>
              <a:tblGrid>
                <a:gridCol w="199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5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solidFill>
                            <a:schemeClr val="dk1"/>
                          </a:solidFill>
                          <a:latin typeface="Libre Baskerville"/>
                          <a:ea typeface="Libre Baskerville"/>
                          <a:cs typeface="Libre Baskerville"/>
                          <a:sym typeface="Libre Baskerville"/>
                        </a:rPr>
                        <a:t/>
                      </a:r>
                      <a:endParaRPr sz="1700" b="1">
                        <a:solidFill>
                          <a:schemeClr val="dk1"/>
                        </a:solidFill>
                        <a:latin typeface="Libre Baskerville"/>
                        <a:ea typeface="Libre Baskerville"/>
                        <a:cs typeface="Libre Baskerville"/>
                        <a:sym typeface="Libre Baskerville"/>
                      </a:endParaRPr>
                    </a:p>
                  </a:txBody>
                  <a:tcPr marL="91425" marR="91425" marT="91425" marB="91425" anchor="b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solidFill>
                            <a:schemeClr val="dk1"/>
                          </a:solidFill>
                          <a:latin typeface="Libre Baskerville"/>
                          <a:ea typeface="Libre Baskerville"/>
                          <a:cs typeface="Libre Baskerville"/>
                          <a:sym typeface="Libre Baskerville"/>
                        </a:rPr>
                        <a:t>Gleichstrom (Edison)</a:t>
                      </a:r>
                      <a:endParaRPr sz="1700" b="1">
                        <a:solidFill>
                          <a:schemeClr val="dk1"/>
                        </a:solidFill>
                        <a:latin typeface="Libre Baskerville"/>
                        <a:ea typeface="Libre Baskerville"/>
                        <a:cs typeface="Libre Baskerville"/>
                        <a:sym typeface="Libre Baskerville"/>
                      </a:endParaRPr>
                    </a:p>
                  </a:txBody>
                  <a:tcPr marL="91425" marR="91425" marT="91425" marB="91425" anchor="b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solidFill>
                            <a:schemeClr val="dk1"/>
                          </a:solidFill>
                          <a:latin typeface="Libre Baskerville"/>
                          <a:ea typeface="Libre Baskerville"/>
                          <a:cs typeface="Libre Baskerville"/>
                          <a:sym typeface="Libre Baskerville"/>
                        </a:rPr>
                        <a:t>Wechselstrom (Westinghouse)</a:t>
                      </a:r>
                      <a:endParaRPr sz="1700" b="1">
                        <a:solidFill>
                          <a:schemeClr val="dk1"/>
                        </a:solidFill>
                        <a:latin typeface="Libre Baskerville"/>
                        <a:ea typeface="Libre Baskerville"/>
                        <a:cs typeface="Libre Baskerville"/>
                        <a:sym typeface="Libre Baskerville"/>
                      </a:endParaRPr>
                    </a:p>
                  </a:txBody>
                  <a:tcPr marL="91425" marR="91425" marT="91425" marB="91425" anchor="b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Spannung</a:t>
                      </a:r>
                      <a:endParaRPr b="1"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rund 110 V, nicht transformierbar</a:t>
                      </a:r>
                      <a:endParaRPr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Transformator: hoch im Netz, tief beim Kunden</a:t>
                      </a:r>
                      <a:endParaRPr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Verlust (I² · R)</a:t>
                      </a:r>
                      <a:endParaRPr b="1"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hoch: viel Strom, dicke Kupferleitungen</a:t>
                      </a:r>
                      <a:endParaRPr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10 × Spannung = 1/100 Verlust</a:t>
                      </a:r>
                      <a:endParaRPr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Reichweite</a:t>
                      </a:r>
                      <a:endParaRPr b="1"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ein Stadtquartier (1882: 0,65 km²) [1]</a:t>
                      </a:r>
                      <a:endParaRPr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Niagara–Buffalo 1896: über 30 km [3]</a:t>
                      </a:r>
                      <a:endParaRPr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Schwachpunkt</a:t>
                      </a:r>
                      <a:endParaRPr b="1"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viele kleine Kraftwerke, viel Kupfer</a:t>
                      </a:r>
                      <a:endParaRPr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Hochspannung gefährlich; Motor erst 1888</a:t>
                      </a:r>
                      <a:endParaRPr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9" name="Google Shape;2429;p44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Firmen und Investoren statt Genies</a:t>
            </a:r>
            <a:endParaRPr/>
          </a:p>
        </p:txBody>
      </p:sp>
      <p:sp>
        <p:nvSpPr>
          <p:cNvPr id="2430" name="Google Shape;2430;p44"/>
          <p:cNvSpPr txBox="1">
            <a:spLocks noGrp="1"/>
          </p:cNvSpPr>
          <p:nvPr>
            <p:ph type="subTitle" idx="1"/>
          </p:nvPr>
        </p:nvSpPr>
        <p:spPr>
          <a:xfrm>
            <a:off x="2110300" y="1983750"/>
            <a:ext cx="1978200" cy="5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Erfinder-Unternehmer; verteidigt Gleichstrom</a:t>
            </a:r>
            <a:endParaRPr/>
          </a:p>
        </p:txBody>
      </p:sp>
      <p:sp>
        <p:nvSpPr>
          <p:cNvPr id="2431" name="Google Shape;2431;p44"/>
          <p:cNvSpPr txBox="1">
            <a:spLocks noGrp="1"/>
          </p:cNvSpPr>
          <p:nvPr>
            <p:ph type="subTitle" idx="2"/>
          </p:nvPr>
        </p:nvSpPr>
        <p:spPr>
          <a:xfrm>
            <a:off x="5055497" y="1983750"/>
            <a:ext cx="1978200" cy="5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Industrieller; ab 1886 Wechselstromnetze</a:t>
            </a:r>
            <a:endParaRPr/>
          </a:p>
        </p:txBody>
      </p:sp>
      <p:sp>
        <p:nvSpPr>
          <p:cNvPr id="2432" name="Google Shape;2432;p44"/>
          <p:cNvSpPr txBox="1">
            <a:spLocks noGrp="1"/>
          </p:cNvSpPr>
          <p:nvPr>
            <p:ph type="subTitle" idx="3"/>
          </p:nvPr>
        </p:nvSpPr>
        <p:spPr>
          <a:xfrm>
            <a:off x="2110300" y="3424519"/>
            <a:ext cx="1978200" cy="5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Motorpatente 1888 für die Fabrik [4]</a:t>
            </a:r>
            <a:endParaRPr/>
          </a:p>
        </p:txBody>
      </p:sp>
      <p:sp>
        <p:nvSpPr>
          <p:cNvPr id="2433" name="Google Shape;2433;p44"/>
          <p:cNvSpPr txBox="1">
            <a:spLocks noGrp="1"/>
          </p:cNvSpPr>
          <p:nvPr>
            <p:ph type="subTitle" idx="4"/>
          </p:nvPr>
        </p:nvSpPr>
        <p:spPr>
          <a:xfrm>
            <a:off x="5055497" y="3424519"/>
            <a:ext cx="1978200" cy="58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Anti-Wechselstrom-Kampagne [5]</a:t>
            </a:r>
            <a:endParaRPr/>
          </a:p>
        </p:txBody>
      </p:sp>
      <p:sp>
        <p:nvSpPr>
          <p:cNvPr id="2434" name="Google Shape;2434;p44"/>
          <p:cNvSpPr txBox="1">
            <a:spLocks noGrp="1"/>
          </p:cNvSpPr>
          <p:nvPr>
            <p:ph type="subTitle" idx="5"/>
          </p:nvPr>
        </p:nvSpPr>
        <p:spPr>
          <a:xfrm>
            <a:off x="2110300" y="1616550"/>
            <a:ext cx="1978200" cy="44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Thomas A. Edison</a:t>
            </a:r>
            <a:endParaRPr/>
          </a:p>
        </p:txBody>
      </p:sp>
      <p:sp>
        <p:nvSpPr>
          <p:cNvPr id="2435" name="Google Shape;2435;p44"/>
          <p:cNvSpPr txBox="1">
            <a:spLocks noGrp="1"/>
          </p:cNvSpPr>
          <p:nvPr>
            <p:ph type="subTitle" idx="6"/>
          </p:nvPr>
        </p:nvSpPr>
        <p:spPr>
          <a:xfrm>
            <a:off x="2110300" y="3057405"/>
            <a:ext cx="1978200" cy="44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Nikola Tesla</a:t>
            </a:r>
            <a:endParaRPr/>
          </a:p>
        </p:txBody>
      </p:sp>
      <p:sp>
        <p:nvSpPr>
          <p:cNvPr id="2436" name="Google Shape;2436;p44"/>
          <p:cNvSpPr txBox="1">
            <a:spLocks noGrp="1"/>
          </p:cNvSpPr>
          <p:nvPr>
            <p:ph type="subTitle" idx="7"/>
          </p:nvPr>
        </p:nvSpPr>
        <p:spPr>
          <a:xfrm>
            <a:off x="5055493" y="1616550"/>
            <a:ext cx="1978200" cy="44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G. Westinghouse</a:t>
            </a:r>
            <a:endParaRPr/>
          </a:p>
        </p:txBody>
      </p:sp>
      <p:sp>
        <p:nvSpPr>
          <p:cNvPr id="2437" name="Google Shape;2437;p44"/>
          <p:cNvSpPr txBox="1">
            <a:spLocks noGrp="1"/>
          </p:cNvSpPr>
          <p:nvPr>
            <p:ph type="subTitle" idx="8"/>
          </p:nvPr>
        </p:nvSpPr>
        <p:spPr>
          <a:xfrm>
            <a:off x="5055493" y="3057405"/>
            <a:ext cx="1978200" cy="44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Harold P. Brown</a:t>
            </a:r>
            <a:endParaRPr/>
          </a:p>
        </p:txBody>
      </p:sp>
      <p:grpSp>
        <p:nvGrpSpPr>
          <p:cNvPr id="2438" name="Google Shape;2438;p44"/>
          <p:cNvGrpSpPr/>
          <p:nvPr/>
        </p:nvGrpSpPr>
        <p:grpSpPr>
          <a:xfrm>
            <a:off x="1213327" y="1703913"/>
            <a:ext cx="744564" cy="624959"/>
            <a:chOff x="2361225" y="3521900"/>
            <a:chExt cx="4421400" cy="589250"/>
          </a:xfrm>
        </p:grpSpPr>
        <p:cxnSp>
          <p:nvCxnSpPr>
            <p:cNvPr id="2439" name="Google Shape;2439;p44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40" name="Google Shape;2440;p44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441" name="Google Shape;2441;p44"/>
          <p:cNvGrpSpPr/>
          <p:nvPr/>
        </p:nvGrpSpPr>
        <p:grpSpPr>
          <a:xfrm>
            <a:off x="1213327" y="3144763"/>
            <a:ext cx="744564" cy="624959"/>
            <a:chOff x="2361225" y="3521900"/>
            <a:chExt cx="4421400" cy="589250"/>
          </a:xfrm>
        </p:grpSpPr>
        <p:cxnSp>
          <p:nvCxnSpPr>
            <p:cNvPr id="2442" name="Google Shape;2442;p44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43" name="Google Shape;2443;p44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444" name="Google Shape;2444;p44"/>
          <p:cNvGrpSpPr/>
          <p:nvPr/>
        </p:nvGrpSpPr>
        <p:grpSpPr>
          <a:xfrm>
            <a:off x="7186102" y="1703913"/>
            <a:ext cx="744564" cy="624959"/>
            <a:chOff x="2361225" y="3521900"/>
            <a:chExt cx="4421400" cy="589250"/>
          </a:xfrm>
        </p:grpSpPr>
        <p:cxnSp>
          <p:nvCxnSpPr>
            <p:cNvPr id="2445" name="Google Shape;2445;p44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46" name="Google Shape;2446;p44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447" name="Google Shape;2447;p44"/>
          <p:cNvGrpSpPr/>
          <p:nvPr/>
        </p:nvGrpSpPr>
        <p:grpSpPr>
          <a:xfrm>
            <a:off x="7186102" y="3144763"/>
            <a:ext cx="744564" cy="624959"/>
            <a:chOff x="2361225" y="3521900"/>
            <a:chExt cx="4421400" cy="589250"/>
          </a:xfrm>
        </p:grpSpPr>
        <p:cxnSp>
          <p:nvCxnSpPr>
            <p:cNvPr id="2448" name="Google Shape;2448;p44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49" name="Google Shape;2449;p44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450" name="Google Shape;2450;p44"/>
          <p:cNvGrpSpPr/>
          <p:nvPr/>
        </p:nvGrpSpPr>
        <p:grpSpPr>
          <a:xfrm>
            <a:off x="1409496" y="1842125"/>
            <a:ext cx="352230" cy="348542"/>
            <a:chOff x="1049375" y="2318350"/>
            <a:chExt cx="298525" cy="295400"/>
          </a:xfrm>
        </p:grpSpPr>
        <p:sp>
          <p:nvSpPr>
            <p:cNvPr id="2451" name="Google Shape;2451;p44"/>
            <p:cNvSpPr/>
            <p:nvPr/>
          </p:nvSpPr>
          <p:spPr>
            <a:xfrm>
              <a:off x="1101350" y="2492325"/>
              <a:ext cx="70125" cy="50525"/>
            </a:xfrm>
            <a:custGeom>
              <a:avLst/>
              <a:gdLst/>
              <a:ahLst/>
              <a:cxnLst/>
              <a:rect l="l" t="t" r="r" b="b"/>
              <a:pathLst>
                <a:path w="2805" h="2021" extrusionOk="0">
                  <a:moveTo>
                    <a:pt x="2473" y="0"/>
                  </a:moveTo>
                  <a:cubicBezTo>
                    <a:pt x="2377" y="0"/>
                    <a:pt x="2273" y="32"/>
                    <a:pt x="2206" y="99"/>
                  </a:cubicBezTo>
                  <a:lnTo>
                    <a:pt x="1072" y="1233"/>
                  </a:lnTo>
                  <a:lnTo>
                    <a:pt x="599" y="761"/>
                  </a:lnTo>
                  <a:cubicBezTo>
                    <a:pt x="536" y="713"/>
                    <a:pt x="449" y="690"/>
                    <a:pt x="363" y="690"/>
                  </a:cubicBezTo>
                  <a:cubicBezTo>
                    <a:pt x="276" y="690"/>
                    <a:pt x="189" y="713"/>
                    <a:pt x="126" y="761"/>
                  </a:cubicBezTo>
                  <a:cubicBezTo>
                    <a:pt x="0" y="887"/>
                    <a:pt x="0" y="1139"/>
                    <a:pt x="126" y="1233"/>
                  </a:cubicBezTo>
                  <a:lnTo>
                    <a:pt x="820" y="1958"/>
                  </a:lnTo>
                  <a:cubicBezTo>
                    <a:pt x="914" y="2021"/>
                    <a:pt x="977" y="2021"/>
                    <a:pt x="1072" y="2021"/>
                  </a:cubicBezTo>
                  <a:cubicBezTo>
                    <a:pt x="1135" y="2021"/>
                    <a:pt x="1261" y="1989"/>
                    <a:pt x="1292" y="1926"/>
                  </a:cubicBezTo>
                  <a:lnTo>
                    <a:pt x="2678" y="540"/>
                  </a:lnTo>
                  <a:cubicBezTo>
                    <a:pt x="2804" y="414"/>
                    <a:pt x="2804" y="162"/>
                    <a:pt x="2678" y="68"/>
                  </a:cubicBezTo>
                  <a:cubicBezTo>
                    <a:pt x="2634" y="24"/>
                    <a:pt x="2557" y="0"/>
                    <a:pt x="24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2" name="Google Shape;2452;p44"/>
            <p:cNvSpPr/>
            <p:nvPr/>
          </p:nvSpPr>
          <p:spPr>
            <a:xfrm>
              <a:off x="1101350" y="2440525"/>
              <a:ext cx="70125" cy="51150"/>
            </a:xfrm>
            <a:custGeom>
              <a:avLst/>
              <a:gdLst/>
              <a:ahLst/>
              <a:cxnLst/>
              <a:rect l="l" t="t" r="r" b="b"/>
              <a:pathLst>
                <a:path w="2805" h="2046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38"/>
                    <a:pt x="449" y="714"/>
                    <a:pt x="363" y="714"/>
                  </a:cubicBezTo>
                  <a:cubicBezTo>
                    <a:pt x="276" y="714"/>
                    <a:pt x="189" y="738"/>
                    <a:pt x="126" y="785"/>
                  </a:cubicBezTo>
                  <a:cubicBezTo>
                    <a:pt x="0" y="911"/>
                    <a:pt x="0" y="1163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4"/>
                    <a:pt x="1292" y="1951"/>
                  </a:cubicBezTo>
                  <a:lnTo>
                    <a:pt x="2678" y="564"/>
                  </a:lnTo>
                  <a:cubicBezTo>
                    <a:pt x="2804" y="438"/>
                    <a:pt x="2804" y="186"/>
                    <a:pt x="2678" y="92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3" name="Google Shape;2453;p44"/>
            <p:cNvSpPr/>
            <p:nvPr/>
          </p:nvSpPr>
          <p:spPr>
            <a:xfrm>
              <a:off x="1101350" y="2388550"/>
              <a:ext cx="70125" cy="51125"/>
            </a:xfrm>
            <a:custGeom>
              <a:avLst/>
              <a:gdLst/>
              <a:ahLst/>
              <a:cxnLst/>
              <a:rect l="l" t="t" r="r" b="b"/>
              <a:pathLst>
                <a:path w="2805" h="2045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22"/>
                    <a:pt x="449" y="690"/>
                    <a:pt x="363" y="690"/>
                  </a:cubicBezTo>
                  <a:cubicBezTo>
                    <a:pt x="276" y="690"/>
                    <a:pt x="189" y="722"/>
                    <a:pt x="126" y="785"/>
                  </a:cubicBezTo>
                  <a:cubicBezTo>
                    <a:pt x="0" y="911"/>
                    <a:pt x="0" y="1131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3"/>
                    <a:pt x="1292" y="1919"/>
                  </a:cubicBezTo>
                  <a:lnTo>
                    <a:pt x="2678" y="532"/>
                  </a:lnTo>
                  <a:cubicBezTo>
                    <a:pt x="2804" y="438"/>
                    <a:pt x="2804" y="186"/>
                    <a:pt x="2678" y="91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44"/>
            <p:cNvSpPr/>
            <p:nvPr/>
          </p:nvSpPr>
          <p:spPr>
            <a:xfrm>
              <a:off x="1049375" y="2318350"/>
              <a:ext cx="298525" cy="295400"/>
            </a:xfrm>
            <a:custGeom>
              <a:avLst/>
              <a:gdLst/>
              <a:ahLst/>
              <a:cxnLst/>
              <a:rect l="l" t="t" r="r" b="b"/>
              <a:pathLst>
                <a:path w="11941" h="11816" extrusionOk="0">
                  <a:moveTo>
                    <a:pt x="6963" y="1198"/>
                  </a:moveTo>
                  <a:lnTo>
                    <a:pt x="7876" y="2143"/>
                  </a:lnTo>
                  <a:lnTo>
                    <a:pt x="6963" y="2143"/>
                  </a:lnTo>
                  <a:lnTo>
                    <a:pt x="6963" y="1198"/>
                  </a:lnTo>
                  <a:close/>
                  <a:moveTo>
                    <a:pt x="10286" y="3498"/>
                  </a:moveTo>
                  <a:cubicBezTo>
                    <a:pt x="10373" y="3498"/>
                    <a:pt x="10460" y="3530"/>
                    <a:pt x="10523" y="3593"/>
                  </a:cubicBezTo>
                  <a:lnTo>
                    <a:pt x="10995" y="4065"/>
                  </a:lnTo>
                  <a:cubicBezTo>
                    <a:pt x="11184" y="4223"/>
                    <a:pt x="11184" y="4475"/>
                    <a:pt x="11027" y="4569"/>
                  </a:cubicBezTo>
                  <a:lnTo>
                    <a:pt x="10806" y="4821"/>
                  </a:lnTo>
                  <a:lnTo>
                    <a:pt x="9798" y="3845"/>
                  </a:lnTo>
                  <a:lnTo>
                    <a:pt x="10050" y="3593"/>
                  </a:lnTo>
                  <a:cubicBezTo>
                    <a:pt x="10113" y="3530"/>
                    <a:pt x="10200" y="3498"/>
                    <a:pt x="10286" y="3498"/>
                  </a:cubicBezTo>
                  <a:close/>
                  <a:moveTo>
                    <a:pt x="9294" y="4349"/>
                  </a:moveTo>
                  <a:lnTo>
                    <a:pt x="10271" y="5325"/>
                  </a:lnTo>
                  <a:lnTo>
                    <a:pt x="7845" y="7783"/>
                  </a:lnTo>
                  <a:lnTo>
                    <a:pt x="6868" y="6774"/>
                  </a:lnTo>
                  <a:lnTo>
                    <a:pt x="9294" y="4349"/>
                  </a:lnTo>
                  <a:close/>
                  <a:moveTo>
                    <a:pt x="6585" y="7499"/>
                  </a:moveTo>
                  <a:lnTo>
                    <a:pt x="7183" y="8098"/>
                  </a:lnTo>
                  <a:lnTo>
                    <a:pt x="6427" y="8255"/>
                  </a:lnTo>
                  <a:lnTo>
                    <a:pt x="6585" y="7499"/>
                  </a:lnTo>
                  <a:close/>
                  <a:moveTo>
                    <a:pt x="6994" y="10398"/>
                  </a:moveTo>
                  <a:lnTo>
                    <a:pt x="6994" y="10776"/>
                  </a:lnTo>
                  <a:cubicBezTo>
                    <a:pt x="6994" y="10870"/>
                    <a:pt x="7057" y="10996"/>
                    <a:pt x="7089" y="11122"/>
                  </a:cubicBezTo>
                  <a:lnTo>
                    <a:pt x="1071" y="11122"/>
                  </a:lnTo>
                  <a:cubicBezTo>
                    <a:pt x="882" y="11122"/>
                    <a:pt x="693" y="10965"/>
                    <a:pt x="693" y="10776"/>
                  </a:cubicBezTo>
                  <a:lnTo>
                    <a:pt x="693" y="10398"/>
                  </a:lnTo>
                  <a:close/>
                  <a:moveTo>
                    <a:pt x="6270" y="663"/>
                  </a:moveTo>
                  <a:lnTo>
                    <a:pt x="6270" y="2458"/>
                  </a:lnTo>
                  <a:cubicBezTo>
                    <a:pt x="6270" y="2647"/>
                    <a:pt x="6427" y="2805"/>
                    <a:pt x="6616" y="2805"/>
                  </a:cubicBezTo>
                  <a:lnTo>
                    <a:pt x="8349" y="2805"/>
                  </a:lnTo>
                  <a:lnTo>
                    <a:pt x="8349" y="4286"/>
                  </a:lnTo>
                  <a:lnTo>
                    <a:pt x="6112" y="6554"/>
                  </a:lnTo>
                  <a:cubicBezTo>
                    <a:pt x="6081" y="6585"/>
                    <a:pt x="6018" y="6680"/>
                    <a:pt x="6018" y="6711"/>
                  </a:cubicBezTo>
                  <a:lnTo>
                    <a:pt x="5608" y="8633"/>
                  </a:lnTo>
                  <a:cubicBezTo>
                    <a:pt x="5545" y="8759"/>
                    <a:pt x="5608" y="8885"/>
                    <a:pt x="5671" y="8948"/>
                  </a:cubicBezTo>
                  <a:cubicBezTo>
                    <a:pt x="5742" y="9019"/>
                    <a:pt x="5813" y="9055"/>
                    <a:pt x="5897" y="9055"/>
                  </a:cubicBezTo>
                  <a:cubicBezTo>
                    <a:pt x="5925" y="9055"/>
                    <a:pt x="5955" y="9051"/>
                    <a:pt x="5986" y="9043"/>
                  </a:cubicBezTo>
                  <a:lnTo>
                    <a:pt x="7908" y="8602"/>
                  </a:lnTo>
                  <a:cubicBezTo>
                    <a:pt x="8002" y="8602"/>
                    <a:pt x="8034" y="8570"/>
                    <a:pt x="8065" y="8507"/>
                  </a:cubicBezTo>
                  <a:lnTo>
                    <a:pt x="8349" y="8255"/>
                  </a:lnTo>
                  <a:lnTo>
                    <a:pt x="8349" y="10807"/>
                  </a:lnTo>
                  <a:lnTo>
                    <a:pt x="8380" y="10807"/>
                  </a:lnTo>
                  <a:cubicBezTo>
                    <a:pt x="8380" y="10996"/>
                    <a:pt x="8223" y="11154"/>
                    <a:pt x="8034" y="11154"/>
                  </a:cubicBezTo>
                  <a:cubicBezTo>
                    <a:pt x="7845" y="11154"/>
                    <a:pt x="7687" y="10996"/>
                    <a:pt x="7687" y="10807"/>
                  </a:cubicBezTo>
                  <a:lnTo>
                    <a:pt x="7687" y="10083"/>
                  </a:lnTo>
                  <a:cubicBezTo>
                    <a:pt x="7687" y="9893"/>
                    <a:pt x="7530" y="9736"/>
                    <a:pt x="7309" y="9736"/>
                  </a:cubicBezTo>
                  <a:lnTo>
                    <a:pt x="1386" y="9736"/>
                  </a:lnTo>
                  <a:lnTo>
                    <a:pt x="1386" y="663"/>
                  </a:lnTo>
                  <a:close/>
                  <a:moveTo>
                    <a:pt x="1071" y="1"/>
                  </a:moveTo>
                  <a:cubicBezTo>
                    <a:pt x="882" y="1"/>
                    <a:pt x="693" y="158"/>
                    <a:pt x="693" y="379"/>
                  </a:cubicBezTo>
                  <a:lnTo>
                    <a:pt x="693" y="9736"/>
                  </a:lnTo>
                  <a:lnTo>
                    <a:pt x="347" y="9736"/>
                  </a:lnTo>
                  <a:cubicBezTo>
                    <a:pt x="158" y="9736"/>
                    <a:pt x="0" y="9893"/>
                    <a:pt x="0" y="10083"/>
                  </a:cubicBezTo>
                  <a:lnTo>
                    <a:pt x="0" y="10807"/>
                  </a:lnTo>
                  <a:cubicBezTo>
                    <a:pt x="0" y="11406"/>
                    <a:pt x="473" y="11815"/>
                    <a:pt x="1008" y="11815"/>
                  </a:cubicBezTo>
                  <a:lnTo>
                    <a:pt x="8002" y="11815"/>
                  </a:lnTo>
                  <a:cubicBezTo>
                    <a:pt x="8569" y="11815"/>
                    <a:pt x="9011" y="11343"/>
                    <a:pt x="9011" y="10807"/>
                  </a:cubicBezTo>
                  <a:lnTo>
                    <a:pt x="9011" y="7562"/>
                  </a:lnTo>
                  <a:lnTo>
                    <a:pt x="11499" y="5105"/>
                  </a:lnTo>
                  <a:cubicBezTo>
                    <a:pt x="11940" y="4664"/>
                    <a:pt x="11940" y="4034"/>
                    <a:pt x="11531" y="3593"/>
                  </a:cubicBezTo>
                  <a:lnTo>
                    <a:pt x="11058" y="3120"/>
                  </a:lnTo>
                  <a:cubicBezTo>
                    <a:pt x="10869" y="2931"/>
                    <a:pt x="10609" y="2836"/>
                    <a:pt x="10346" y="2836"/>
                  </a:cubicBezTo>
                  <a:cubicBezTo>
                    <a:pt x="10082" y="2836"/>
                    <a:pt x="9814" y="2931"/>
                    <a:pt x="9609" y="3120"/>
                  </a:cubicBezTo>
                  <a:lnTo>
                    <a:pt x="9105" y="3624"/>
                  </a:lnTo>
                  <a:lnTo>
                    <a:pt x="9105" y="2490"/>
                  </a:lnTo>
                  <a:cubicBezTo>
                    <a:pt x="9105" y="2427"/>
                    <a:pt x="9074" y="2332"/>
                    <a:pt x="8979" y="2269"/>
                  </a:cubicBezTo>
                  <a:lnTo>
                    <a:pt x="6900" y="127"/>
                  </a:lnTo>
                  <a:cubicBezTo>
                    <a:pt x="6805" y="64"/>
                    <a:pt x="6742" y="1"/>
                    <a:pt x="664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55" name="Google Shape;2455;p44"/>
          <p:cNvGrpSpPr/>
          <p:nvPr/>
        </p:nvGrpSpPr>
        <p:grpSpPr>
          <a:xfrm>
            <a:off x="7383207" y="1842286"/>
            <a:ext cx="350371" cy="348247"/>
            <a:chOff x="5045775" y="1946400"/>
            <a:chExt cx="296950" cy="295150"/>
          </a:xfrm>
        </p:grpSpPr>
        <p:sp>
          <p:nvSpPr>
            <p:cNvPr id="2456" name="Google Shape;2456;p44"/>
            <p:cNvSpPr/>
            <p:nvPr/>
          </p:nvSpPr>
          <p:spPr>
            <a:xfrm>
              <a:off x="5113500" y="1998600"/>
              <a:ext cx="160700" cy="155950"/>
            </a:xfrm>
            <a:custGeom>
              <a:avLst/>
              <a:gdLst/>
              <a:ahLst/>
              <a:cxnLst/>
              <a:rect l="l" t="t" r="r" b="b"/>
              <a:pathLst>
                <a:path w="6428" h="6238" extrusionOk="0">
                  <a:moveTo>
                    <a:pt x="3309" y="2079"/>
                  </a:moveTo>
                  <a:cubicBezTo>
                    <a:pt x="3718" y="2079"/>
                    <a:pt x="4033" y="2394"/>
                    <a:pt x="4033" y="2804"/>
                  </a:cubicBezTo>
                  <a:cubicBezTo>
                    <a:pt x="4033" y="3182"/>
                    <a:pt x="3718" y="3497"/>
                    <a:pt x="3309" y="3497"/>
                  </a:cubicBezTo>
                  <a:cubicBezTo>
                    <a:pt x="2931" y="3497"/>
                    <a:pt x="2616" y="3150"/>
                    <a:pt x="2616" y="2804"/>
                  </a:cubicBezTo>
                  <a:cubicBezTo>
                    <a:pt x="2616" y="2394"/>
                    <a:pt x="2931" y="2079"/>
                    <a:pt x="3309" y="2079"/>
                  </a:cubicBezTo>
                  <a:close/>
                  <a:moveTo>
                    <a:pt x="3403" y="662"/>
                  </a:moveTo>
                  <a:cubicBezTo>
                    <a:pt x="4726" y="662"/>
                    <a:pt x="5798" y="1764"/>
                    <a:pt x="5798" y="3119"/>
                  </a:cubicBezTo>
                  <a:cubicBezTo>
                    <a:pt x="5703" y="3655"/>
                    <a:pt x="5546" y="4222"/>
                    <a:pt x="5199" y="4663"/>
                  </a:cubicBezTo>
                  <a:cubicBezTo>
                    <a:pt x="5010" y="4253"/>
                    <a:pt x="4726" y="3938"/>
                    <a:pt x="4348" y="3686"/>
                  </a:cubicBezTo>
                  <a:cubicBezTo>
                    <a:pt x="4569" y="3466"/>
                    <a:pt x="4726" y="3119"/>
                    <a:pt x="4726" y="2741"/>
                  </a:cubicBezTo>
                  <a:cubicBezTo>
                    <a:pt x="4726" y="2016"/>
                    <a:pt x="4096" y="1386"/>
                    <a:pt x="3340" y="1386"/>
                  </a:cubicBezTo>
                  <a:cubicBezTo>
                    <a:pt x="2616" y="1386"/>
                    <a:pt x="1986" y="2016"/>
                    <a:pt x="1986" y="2741"/>
                  </a:cubicBezTo>
                  <a:cubicBezTo>
                    <a:pt x="1986" y="3119"/>
                    <a:pt x="2143" y="3466"/>
                    <a:pt x="2364" y="3686"/>
                  </a:cubicBezTo>
                  <a:cubicBezTo>
                    <a:pt x="1986" y="3907"/>
                    <a:pt x="1702" y="4253"/>
                    <a:pt x="1513" y="4663"/>
                  </a:cubicBezTo>
                  <a:cubicBezTo>
                    <a:pt x="1072" y="4096"/>
                    <a:pt x="883" y="3434"/>
                    <a:pt x="977" y="2772"/>
                  </a:cubicBezTo>
                  <a:cubicBezTo>
                    <a:pt x="1135" y="1670"/>
                    <a:pt x="2143" y="662"/>
                    <a:pt x="3403" y="662"/>
                  </a:cubicBezTo>
                  <a:close/>
                  <a:moveTo>
                    <a:pt x="3309" y="4190"/>
                  </a:moveTo>
                  <a:cubicBezTo>
                    <a:pt x="3939" y="4190"/>
                    <a:pt x="4443" y="4600"/>
                    <a:pt x="4663" y="5167"/>
                  </a:cubicBezTo>
                  <a:cubicBezTo>
                    <a:pt x="4254" y="5450"/>
                    <a:pt x="3781" y="5545"/>
                    <a:pt x="3309" y="5545"/>
                  </a:cubicBezTo>
                  <a:cubicBezTo>
                    <a:pt x="2836" y="5545"/>
                    <a:pt x="2364" y="5387"/>
                    <a:pt x="1986" y="5167"/>
                  </a:cubicBezTo>
                  <a:cubicBezTo>
                    <a:pt x="2143" y="4568"/>
                    <a:pt x="2679" y="4190"/>
                    <a:pt x="3309" y="4190"/>
                  </a:cubicBezTo>
                  <a:close/>
                  <a:moveTo>
                    <a:pt x="3309" y="0"/>
                  </a:moveTo>
                  <a:cubicBezTo>
                    <a:pt x="1733" y="0"/>
                    <a:pt x="410" y="1229"/>
                    <a:pt x="253" y="2678"/>
                  </a:cubicBezTo>
                  <a:cubicBezTo>
                    <a:pt x="1" y="4600"/>
                    <a:pt x="1450" y="6238"/>
                    <a:pt x="3309" y="6238"/>
                  </a:cubicBezTo>
                  <a:cubicBezTo>
                    <a:pt x="5042" y="6238"/>
                    <a:pt x="6428" y="4820"/>
                    <a:pt x="6428" y="3119"/>
                  </a:cubicBezTo>
                  <a:cubicBezTo>
                    <a:pt x="6428" y="1418"/>
                    <a:pt x="5042" y="0"/>
                    <a:pt x="330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7" name="Google Shape;2457;p44"/>
            <p:cNvSpPr/>
            <p:nvPr/>
          </p:nvSpPr>
          <p:spPr>
            <a:xfrm>
              <a:off x="5045775" y="1946400"/>
              <a:ext cx="296950" cy="295150"/>
            </a:xfrm>
            <a:custGeom>
              <a:avLst/>
              <a:gdLst/>
              <a:ahLst/>
              <a:cxnLst/>
              <a:rect l="l" t="t" r="r" b="b"/>
              <a:pathLst>
                <a:path w="11878" h="11806" extrusionOk="0">
                  <a:moveTo>
                    <a:pt x="6018" y="765"/>
                  </a:moveTo>
                  <a:lnTo>
                    <a:pt x="6868" y="1426"/>
                  </a:lnTo>
                  <a:cubicBezTo>
                    <a:pt x="6963" y="1458"/>
                    <a:pt x="7026" y="1489"/>
                    <a:pt x="7152" y="1489"/>
                  </a:cubicBezTo>
                  <a:lnTo>
                    <a:pt x="8223" y="1332"/>
                  </a:lnTo>
                  <a:lnTo>
                    <a:pt x="8664" y="2372"/>
                  </a:lnTo>
                  <a:cubicBezTo>
                    <a:pt x="8696" y="2435"/>
                    <a:pt x="8790" y="2529"/>
                    <a:pt x="8853" y="2561"/>
                  </a:cubicBezTo>
                  <a:lnTo>
                    <a:pt x="9893" y="2970"/>
                  </a:lnTo>
                  <a:lnTo>
                    <a:pt x="9735" y="4073"/>
                  </a:lnTo>
                  <a:cubicBezTo>
                    <a:pt x="9735" y="4136"/>
                    <a:pt x="9735" y="4262"/>
                    <a:pt x="9798" y="4325"/>
                  </a:cubicBezTo>
                  <a:lnTo>
                    <a:pt x="10460" y="5207"/>
                  </a:lnTo>
                  <a:lnTo>
                    <a:pt x="9798" y="6058"/>
                  </a:lnTo>
                  <a:cubicBezTo>
                    <a:pt x="9767" y="6152"/>
                    <a:pt x="9735" y="6215"/>
                    <a:pt x="9735" y="6341"/>
                  </a:cubicBezTo>
                  <a:lnTo>
                    <a:pt x="9893" y="7444"/>
                  </a:lnTo>
                  <a:lnTo>
                    <a:pt x="8853" y="7853"/>
                  </a:lnTo>
                  <a:cubicBezTo>
                    <a:pt x="8790" y="7885"/>
                    <a:pt x="8696" y="7948"/>
                    <a:pt x="8664" y="8042"/>
                  </a:cubicBezTo>
                  <a:lnTo>
                    <a:pt x="8255" y="9051"/>
                  </a:lnTo>
                  <a:lnTo>
                    <a:pt x="7120" y="8893"/>
                  </a:lnTo>
                  <a:cubicBezTo>
                    <a:pt x="7057" y="8893"/>
                    <a:pt x="6931" y="8893"/>
                    <a:pt x="6837" y="8988"/>
                  </a:cubicBezTo>
                  <a:lnTo>
                    <a:pt x="5986" y="9649"/>
                  </a:lnTo>
                  <a:lnTo>
                    <a:pt x="5104" y="8988"/>
                  </a:lnTo>
                  <a:cubicBezTo>
                    <a:pt x="5041" y="8925"/>
                    <a:pt x="5010" y="8893"/>
                    <a:pt x="4915" y="8893"/>
                  </a:cubicBezTo>
                  <a:lnTo>
                    <a:pt x="4884" y="8893"/>
                  </a:lnTo>
                  <a:lnTo>
                    <a:pt x="3781" y="9051"/>
                  </a:lnTo>
                  <a:lnTo>
                    <a:pt x="3371" y="8042"/>
                  </a:lnTo>
                  <a:cubicBezTo>
                    <a:pt x="3340" y="7948"/>
                    <a:pt x="3277" y="7885"/>
                    <a:pt x="3182" y="7853"/>
                  </a:cubicBezTo>
                  <a:lnTo>
                    <a:pt x="2143" y="7444"/>
                  </a:lnTo>
                  <a:lnTo>
                    <a:pt x="2300" y="6341"/>
                  </a:lnTo>
                  <a:cubicBezTo>
                    <a:pt x="2300" y="6278"/>
                    <a:pt x="2300" y="6152"/>
                    <a:pt x="2237" y="6058"/>
                  </a:cubicBezTo>
                  <a:lnTo>
                    <a:pt x="1576" y="5207"/>
                  </a:lnTo>
                  <a:lnTo>
                    <a:pt x="2237" y="4325"/>
                  </a:lnTo>
                  <a:cubicBezTo>
                    <a:pt x="2269" y="4262"/>
                    <a:pt x="2300" y="4167"/>
                    <a:pt x="2300" y="4073"/>
                  </a:cubicBezTo>
                  <a:lnTo>
                    <a:pt x="2143" y="2970"/>
                  </a:lnTo>
                  <a:lnTo>
                    <a:pt x="3182" y="2561"/>
                  </a:lnTo>
                  <a:cubicBezTo>
                    <a:pt x="3277" y="2529"/>
                    <a:pt x="3340" y="2435"/>
                    <a:pt x="3371" y="2372"/>
                  </a:cubicBezTo>
                  <a:lnTo>
                    <a:pt x="3812" y="1332"/>
                  </a:lnTo>
                  <a:lnTo>
                    <a:pt x="4884" y="1489"/>
                  </a:lnTo>
                  <a:cubicBezTo>
                    <a:pt x="4947" y="1489"/>
                    <a:pt x="5073" y="1489"/>
                    <a:pt x="5167" y="1426"/>
                  </a:cubicBezTo>
                  <a:lnTo>
                    <a:pt x="6018" y="765"/>
                  </a:lnTo>
                  <a:close/>
                  <a:moveTo>
                    <a:pt x="2174" y="8168"/>
                  </a:moveTo>
                  <a:lnTo>
                    <a:pt x="2804" y="8420"/>
                  </a:lnTo>
                  <a:lnTo>
                    <a:pt x="3277" y="9586"/>
                  </a:lnTo>
                  <a:cubicBezTo>
                    <a:pt x="3308" y="9681"/>
                    <a:pt x="3434" y="9775"/>
                    <a:pt x="3529" y="9775"/>
                  </a:cubicBezTo>
                  <a:lnTo>
                    <a:pt x="2647" y="10720"/>
                  </a:lnTo>
                  <a:lnTo>
                    <a:pt x="2426" y="9649"/>
                  </a:lnTo>
                  <a:cubicBezTo>
                    <a:pt x="2395" y="9523"/>
                    <a:pt x="2332" y="9429"/>
                    <a:pt x="2174" y="9366"/>
                  </a:cubicBezTo>
                  <a:lnTo>
                    <a:pt x="1134" y="9177"/>
                  </a:lnTo>
                  <a:lnTo>
                    <a:pt x="2174" y="8168"/>
                  </a:lnTo>
                  <a:close/>
                  <a:moveTo>
                    <a:pt x="9861" y="8105"/>
                  </a:moveTo>
                  <a:lnTo>
                    <a:pt x="10901" y="9145"/>
                  </a:lnTo>
                  <a:lnTo>
                    <a:pt x="9893" y="9366"/>
                  </a:lnTo>
                  <a:cubicBezTo>
                    <a:pt x="9767" y="9429"/>
                    <a:pt x="9641" y="9492"/>
                    <a:pt x="9609" y="9649"/>
                  </a:cubicBezTo>
                  <a:lnTo>
                    <a:pt x="9389" y="10720"/>
                  </a:lnTo>
                  <a:lnTo>
                    <a:pt x="8507" y="9712"/>
                  </a:lnTo>
                  <a:cubicBezTo>
                    <a:pt x="8601" y="9712"/>
                    <a:pt x="8727" y="9649"/>
                    <a:pt x="8759" y="9523"/>
                  </a:cubicBezTo>
                  <a:lnTo>
                    <a:pt x="9231" y="8389"/>
                  </a:lnTo>
                  <a:lnTo>
                    <a:pt x="9861" y="8105"/>
                  </a:lnTo>
                  <a:close/>
                  <a:moveTo>
                    <a:pt x="6002" y="1"/>
                  </a:moveTo>
                  <a:cubicBezTo>
                    <a:pt x="5923" y="1"/>
                    <a:pt x="5844" y="24"/>
                    <a:pt x="5797" y="72"/>
                  </a:cubicBezTo>
                  <a:lnTo>
                    <a:pt x="4852" y="828"/>
                  </a:lnTo>
                  <a:lnTo>
                    <a:pt x="3623" y="670"/>
                  </a:lnTo>
                  <a:cubicBezTo>
                    <a:pt x="3607" y="667"/>
                    <a:pt x="3590" y="665"/>
                    <a:pt x="3573" y="665"/>
                  </a:cubicBezTo>
                  <a:cubicBezTo>
                    <a:pt x="3434" y="665"/>
                    <a:pt x="3305" y="775"/>
                    <a:pt x="3277" y="859"/>
                  </a:cubicBezTo>
                  <a:lnTo>
                    <a:pt x="2804" y="2025"/>
                  </a:lnTo>
                  <a:lnTo>
                    <a:pt x="1639" y="2498"/>
                  </a:lnTo>
                  <a:cubicBezTo>
                    <a:pt x="1481" y="2561"/>
                    <a:pt x="1418" y="2687"/>
                    <a:pt x="1450" y="2844"/>
                  </a:cubicBezTo>
                  <a:lnTo>
                    <a:pt x="1607" y="4073"/>
                  </a:lnTo>
                  <a:lnTo>
                    <a:pt x="851" y="5018"/>
                  </a:lnTo>
                  <a:cubicBezTo>
                    <a:pt x="788" y="5112"/>
                    <a:pt x="788" y="5333"/>
                    <a:pt x="851" y="5428"/>
                  </a:cubicBezTo>
                  <a:lnTo>
                    <a:pt x="1607" y="6373"/>
                  </a:lnTo>
                  <a:lnTo>
                    <a:pt x="1450" y="7601"/>
                  </a:lnTo>
                  <a:cubicBezTo>
                    <a:pt x="1450" y="7696"/>
                    <a:pt x="1450" y="7759"/>
                    <a:pt x="1481" y="7853"/>
                  </a:cubicBezTo>
                  <a:lnTo>
                    <a:pt x="189" y="9145"/>
                  </a:lnTo>
                  <a:cubicBezTo>
                    <a:pt x="0" y="9334"/>
                    <a:pt x="126" y="9649"/>
                    <a:pt x="347" y="9744"/>
                  </a:cubicBezTo>
                  <a:lnTo>
                    <a:pt x="1765" y="10059"/>
                  </a:lnTo>
                  <a:lnTo>
                    <a:pt x="2080" y="11539"/>
                  </a:lnTo>
                  <a:cubicBezTo>
                    <a:pt x="2099" y="11714"/>
                    <a:pt x="2250" y="11805"/>
                    <a:pt x="2407" y="11805"/>
                  </a:cubicBezTo>
                  <a:cubicBezTo>
                    <a:pt x="2505" y="11805"/>
                    <a:pt x="2606" y="11770"/>
                    <a:pt x="2678" y="11697"/>
                  </a:cubicBezTo>
                  <a:cubicBezTo>
                    <a:pt x="4410" y="9858"/>
                    <a:pt x="4587" y="9665"/>
                    <a:pt x="4601" y="9649"/>
                  </a:cubicBezTo>
                  <a:lnTo>
                    <a:pt x="4601" y="9649"/>
                  </a:lnTo>
                  <a:lnTo>
                    <a:pt x="4789" y="9618"/>
                  </a:lnTo>
                  <a:lnTo>
                    <a:pt x="5734" y="10374"/>
                  </a:lnTo>
                  <a:cubicBezTo>
                    <a:pt x="5829" y="10405"/>
                    <a:pt x="5860" y="10437"/>
                    <a:pt x="5955" y="10437"/>
                  </a:cubicBezTo>
                  <a:cubicBezTo>
                    <a:pt x="6018" y="10437"/>
                    <a:pt x="6112" y="10405"/>
                    <a:pt x="6144" y="10374"/>
                  </a:cubicBezTo>
                  <a:lnTo>
                    <a:pt x="7089" y="9618"/>
                  </a:lnTo>
                  <a:lnTo>
                    <a:pt x="7278" y="9649"/>
                  </a:lnTo>
                  <a:lnTo>
                    <a:pt x="9200" y="11697"/>
                  </a:lnTo>
                  <a:cubicBezTo>
                    <a:pt x="9284" y="11770"/>
                    <a:pt x="9388" y="11805"/>
                    <a:pt x="9485" y="11805"/>
                  </a:cubicBezTo>
                  <a:cubicBezTo>
                    <a:pt x="9640" y="11805"/>
                    <a:pt x="9779" y="11714"/>
                    <a:pt x="9798" y="11539"/>
                  </a:cubicBezTo>
                  <a:lnTo>
                    <a:pt x="10113" y="10059"/>
                  </a:lnTo>
                  <a:lnTo>
                    <a:pt x="11531" y="9744"/>
                  </a:lnTo>
                  <a:cubicBezTo>
                    <a:pt x="11815" y="9681"/>
                    <a:pt x="11878" y="9334"/>
                    <a:pt x="11689" y="9145"/>
                  </a:cubicBezTo>
                  <a:lnTo>
                    <a:pt x="10523" y="7853"/>
                  </a:lnTo>
                  <a:cubicBezTo>
                    <a:pt x="10554" y="7759"/>
                    <a:pt x="10586" y="7696"/>
                    <a:pt x="10554" y="7601"/>
                  </a:cubicBezTo>
                  <a:lnTo>
                    <a:pt x="10397" y="6373"/>
                  </a:lnTo>
                  <a:lnTo>
                    <a:pt x="11153" y="5428"/>
                  </a:lnTo>
                  <a:cubicBezTo>
                    <a:pt x="11216" y="5333"/>
                    <a:pt x="11216" y="5112"/>
                    <a:pt x="11153" y="5018"/>
                  </a:cubicBezTo>
                  <a:lnTo>
                    <a:pt x="10397" y="4073"/>
                  </a:lnTo>
                  <a:lnTo>
                    <a:pt x="10554" y="2844"/>
                  </a:lnTo>
                  <a:cubicBezTo>
                    <a:pt x="10586" y="2687"/>
                    <a:pt x="10460" y="2529"/>
                    <a:pt x="10365" y="2498"/>
                  </a:cubicBezTo>
                  <a:lnTo>
                    <a:pt x="9200" y="2025"/>
                  </a:lnTo>
                  <a:lnTo>
                    <a:pt x="8727" y="859"/>
                  </a:lnTo>
                  <a:cubicBezTo>
                    <a:pt x="8675" y="728"/>
                    <a:pt x="8578" y="662"/>
                    <a:pt x="8457" y="662"/>
                  </a:cubicBezTo>
                  <a:cubicBezTo>
                    <a:pt x="8432" y="662"/>
                    <a:pt x="8407" y="665"/>
                    <a:pt x="8381" y="670"/>
                  </a:cubicBezTo>
                  <a:lnTo>
                    <a:pt x="7152" y="828"/>
                  </a:lnTo>
                  <a:lnTo>
                    <a:pt x="6207" y="72"/>
                  </a:lnTo>
                  <a:cubicBezTo>
                    <a:pt x="6160" y="24"/>
                    <a:pt x="6081" y="1"/>
                    <a:pt x="60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58" name="Google Shape;2458;p44"/>
          <p:cNvGrpSpPr/>
          <p:nvPr/>
        </p:nvGrpSpPr>
        <p:grpSpPr>
          <a:xfrm>
            <a:off x="7394344" y="3282533"/>
            <a:ext cx="328071" cy="349427"/>
            <a:chOff x="5421475" y="1945825"/>
            <a:chExt cx="278050" cy="296150"/>
          </a:xfrm>
        </p:grpSpPr>
        <p:sp>
          <p:nvSpPr>
            <p:cNvPr id="2459" name="Google Shape;2459;p44"/>
            <p:cNvSpPr/>
            <p:nvPr/>
          </p:nvSpPr>
          <p:spPr>
            <a:xfrm>
              <a:off x="5472650" y="1999375"/>
              <a:ext cx="172525" cy="242600"/>
            </a:xfrm>
            <a:custGeom>
              <a:avLst/>
              <a:gdLst/>
              <a:ahLst/>
              <a:cxnLst/>
              <a:rect l="l" t="t" r="r" b="b"/>
              <a:pathLst>
                <a:path w="6901" h="9704" extrusionOk="0">
                  <a:moveTo>
                    <a:pt x="1765" y="1355"/>
                  </a:moveTo>
                  <a:cubicBezTo>
                    <a:pt x="1986" y="1355"/>
                    <a:pt x="2143" y="1513"/>
                    <a:pt x="2143" y="1702"/>
                  </a:cubicBezTo>
                  <a:lnTo>
                    <a:pt x="2143" y="2048"/>
                  </a:lnTo>
                  <a:lnTo>
                    <a:pt x="1765" y="2048"/>
                  </a:lnTo>
                  <a:cubicBezTo>
                    <a:pt x="1671" y="2048"/>
                    <a:pt x="1545" y="2048"/>
                    <a:pt x="1419" y="2111"/>
                  </a:cubicBezTo>
                  <a:lnTo>
                    <a:pt x="1419" y="1702"/>
                  </a:lnTo>
                  <a:cubicBezTo>
                    <a:pt x="1419" y="1513"/>
                    <a:pt x="1576" y="1355"/>
                    <a:pt x="1765" y="1355"/>
                  </a:cubicBezTo>
                  <a:close/>
                  <a:moveTo>
                    <a:pt x="3151" y="631"/>
                  </a:moveTo>
                  <a:cubicBezTo>
                    <a:pt x="3341" y="631"/>
                    <a:pt x="3498" y="788"/>
                    <a:pt x="3498" y="1009"/>
                  </a:cubicBezTo>
                  <a:lnTo>
                    <a:pt x="3498" y="2111"/>
                  </a:lnTo>
                  <a:cubicBezTo>
                    <a:pt x="3404" y="2048"/>
                    <a:pt x="3277" y="2017"/>
                    <a:pt x="3151" y="2017"/>
                  </a:cubicBezTo>
                  <a:lnTo>
                    <a:pt x="2805" y="2017"/>
                  </a:lnTo>
                  <a:lnTo>
                    <a:pt x="2805" y="1009"/>
                  </a:lnTo>
                  <a:cubicBezTo>
                    <a:pt x="2805" y="788"/>
                    <a:pt x="2962" y="631"/>
                    <a:pt x="3151" y="631"/>
                  </a:cubicBezTo>
                  <a:close/>
                  <a:moveTo>
                    <a:pt x="4538" y="1355"/>
                  </a:moveTo>
                  <a:cubicBezTo>
                    <a:pt x="4727" y="1355"/>
                    <a:pt x="4884" y="1513"/>
                    <a:pt x="4884" y="1702"/>
                  </a:cubicBezTo>
                  <a:lnTo>
                    <a:pt x="4884" y="3088"/>
                  </a:lnTo>
                  <a:cubicBezTo>
                    <a:pt x="4884" y="3277"/>
                    <a:pt x="4727" y="3435"/>
                    <a:pt x="4538" y="3435"/>
                  </a:cubicBezTo>
                  <a:cubicBezTo>
                    <a:pt x="4349" y="3435"/>
                    <a:pt x="4191" y="3277"/>
                    <a:pt x="4191" y="3088"/>
                  </a:cubicBezTo>
                  <a:lnTo>
                    <a:pt x="4191" y="1702"/>
                  </a:lnTo>
                  <a:cubicBezTo>
                    <a:pt x="4191" y="1513"/>
                    <a:pt x="4349" y="1355"/>
                    <a:pt x="4538" y="1355"/>
                  </a:cubicBezTo>
                  <a:close/>
                  <a:moveTo>
                    <a:pt x="5924" y="2017"/>
                  </a:moveTo>
                  <a:cubicBezTo>
                    <a:pt x="6113" y="2017"/>
                    <a:pt x="6270" y="2174"/>
                    <a:pt x="6270" y="2363"/>
                  </a:cubicBezTo>
                  <a:lnTo>
                    <a:pt x="6270" y="3088"/>
                  </a:lnTo>
                  <a:cubicBezTo>
                    <a:pt x="6270" y="3277"/>
                    <a:pt x="6113" y="3435"/>
                    <a:pt x="5924" y="3435"/>
                  </a:cubicBezTo>
                  <a:cubicBezTo>
                    <a:pt x="5703" y="3435"/>
                    <a:pt x="5546" y="3277"/>
                    <a:pt x="5546" y="3088"/>
                  </a:cubicBezTo>
                  <a:lnTo>
                    <a:pt x="5546" y="2363"/>
                  </a:lnTo>
                  <a:cubicBezTo>
                    <a:pt x="5546" y="2174"/>
                    <a:pt x="5703" y="2017"/>
                    <a:pt x="5924" y="2017"/>
                  </a:cubicBezTo>
                  <a:close/>
                  <a:moveTo>
                    <a:pt x="3120" y="2741"/>
                  </a:moveTo>
                  <a:cubicBezTo>
                    <a:pt x="3309" y="2741"/>
                    <a:pt x="3467" y="2899"/>
                    <a:pt x="3467" y="3088"/>
                  </a:cubicBezTo>
                  <a:cubicBezTo>
                    <a:pt x="3467" y="3277"/>
                    <a:pt x="3309" y="3435"/>
                    <a:pt x="3120" y="3435"/>
                  </a:cubicBezTo>
                  <a:lnTo>
                    <a:pt x="1734" y="3435"/>
                  </a:lnTo>
                  <a:cubicBezTo>
                    <a:pt x="1545" y="3435"/>
                    <a:pt x="1387" y="3592"/>
                    <a:pt x="1387" y="3781"/>
                  </a:cubicBezTo>
                  <a:cubicBezTo>
                    <a:pt x="1387" y="4002"/>
                    <a:pt x="1545" y="4159"/>
                    <a:pt x="1734" y="4159"/>
                  </a:cubicBezTo>
                  <a:cubicBezTo>
                    <a:pt x="2679" y="4159"/>
                    <a:pt x="3467" y="4947"/>
                    <a:pt x="3467" y="5892"/>
                  </a:cubicBezTo>
                  <a:cubicBezTo>
                    <a:pt x="3467" y="6081"/>
                    <a:pt x="3624" y="6238"/>
                    <a:pt x="3845" y="6238"/>
                  </a:cubicBezTo>
                  <a:cubicBezTo>
                    <a:pt x="4034" y="6238"/>
                    <a:pt x="4191" y="6081"/>
                    <a:pt x="4191" y="5892"/>
                  </a:cubicBezTo>
                  <a:cubicBezTo>
                    <a:pt x="4191" y="5167"/>
                    <a:pt x="3876" y="4537"/>
                    <a:pt x="3435" y="4096"/>
                  </a:cubicBezTo>
                  <a:cubicBezTo>
                    <a:pt x="3593" y="4065"/>
                    <a:pt x="3750" y="4002"/>
                    <a:pt x="3876" y="3876"/>
                  </a:cubicBezTo>
                  <a:cubicBezTo>
                    <a:pt x="4065" y="4033"/>
                    <a:pt x="4317" y="4159"/>
                    <a:pt x="4569" y="4159"/>
                  </a:cubicBezTo>
                  <a:cubicBezTo>
                    <a:pt x="4853" y="4159"/>
                    <a:pt x="5073" y="4033"/>
                    <a:pt x="5294" y="3876"/>
                  </a:cubicBezTo>
                  <a:cubicBezTo>
                    <a:pt x="5483" y="4033"/>
                    <a:pt x="5703" y="4159"/>
                    <a:pt x="5987" y="4159"/>
                  </a:cubicBezTo>
                  <a:cubicBezTo>
                    <a:pt x="6113" y="4159"/>
                    <a:pt x="6239" y="4096"/>
                    <a:pt x="6333" y="4065"/>
                  </a:cubicBezTo>
                  <a:lnTo>
                    <a:pt x="6333" y="5167"/>
                  </a:lnTo>
                  <a:cubicBezTo>
                    <a:pt x="6333" y="5923"/>
                    <a:pt x="5861" y="6554"/>
                    <a:pt x="5199" y="6774"/>
                  </a:cubicBezTo>
                  <a:cubicBezTo>
                    <a:pt x="5042" y="6837"/>
                    <a:pt x="4979" y="6995"/>
                    <a:pt x="4979" y="7089"/>
                  </a:cubicBezTo>
                  <a:lnTo>
                    <a:pt x="4979" y="7562"/>
                  </a:lnTo>
                  <a:lnTo>
                    <a:pt x="2206" y="7562"/>
                  </a:lnTo>
                  <a:lnTo>
                    <a:pt x="2206" y="7089"/>
                  </a:lnTo>
                  <a:cubicBezTo>
                    <a:pt x="2206" y="6932"/>
                    <a:pt x="2143" y="6837"/>
                    <a:pt x="1986" y="6774"/>
                  </a:cubicBezTo>
                  <a:cubicBezTo>
                    <a:pt x="1261" y="6554"/>
                    <a:pt x="820" y="5892"/>
                    <a:pt x="820" y="5167"/>
                  </a:cubicBezTo>
                  <a:lnTo>
                    <a:pt x="820" y="3750"/>
                  </a:lnTo>
                  <a:lnTo>
                    <a:pt x="726" y="3750"/>
                  </a:lnTo>
                  <a:cubicBezTo>
                    <a:pt x="726" y="3151"/>
                    <a:pt x="1198" y="2741"/>
                    <a:pt x="1734" y="2741"/>
                  </a:cubicBezTo>
                  <a:close/>
                  <a:moveTo>
                    <a:pt x="5199" y="8286"/>
                  </a:moveTo>
                  <a:cubicBezTo>
                    <a:pt x="5388" y="8286"/>
                    <a:pt x="5546" y="8444"/>
                    <a:pt x="5546" y="8633"/>
                  </a:cubicBezTo>
                  <a:lnTo>
                    <a:pt x="5546" y="8979"/>
                  </a:lnTo>
                  <a:lnTo>
                    <a:pt x="1387" y="8979"/>
                  </a:lnTo>
                  <a:lnTo>
                    <a:pt x="1387" y="8633"/>
                  </a:lnTo>
                  <a:cubicBezTo>
                    <a:pt x="1387" y="8444"/>
                    <a:pt x="1545" y="8286"/>
                    <a:pt x="1734" y="8286"/>
                  </a:cubicBezTo>
                  <a:close/>
                  <a:moveTo>
                    <a:pt x="3120" y="1"/>
                  </a:moveTo>
                  <a:cubicBezTo>
                    <a:pt x="2647" y="1"/>
                    <a:pt x="2269" y="316"/>
                    <a:pt x="2143" y="757"/>
                  </a:cubicBezTo>
                  <a:cubicBezTo>
                    <a:pt x="2017" y="725"/>
                    <a:pt x="1891" y="694"/>
                    <a:pt x="1734" y="694"/>
                  </a:cubicBezTo>
                  <a:cubicBezTo>
                    <a:pt x="1167" y="694"/>
                    <a:pt x="726" y="1166"/>
                    <a:pt x="726" y="1702"/>
                  </a:cubicBezTo>
                  <a:lnTo>
                    <a:pt x="726" y="2426"/>
                  </a:lnTo>
                  <a:cubicBezTo>
                    <a:pt x="285" y="2678"/>
                    <a:pt x="1" y="3214"/>
                    <a:pt x="1" y="3750"/>
                  </a:cubicBezTo>
                  <a:lnTo>
                    <a:pt x="1" y="5136"/>
                  </a:lnTo>
                  <a:cubicBezTo>
                    <a:pt x="1" y="6081"/>
                    <a:pt x="568" y="6932"/>
                    <a:pt x="1387" y="7341"/>
                  </a:cubicBezTo>
                  <a:lnTo>
                    <a:pt x="1387" y="7656"/>
                  </a:lnTo>
                  <a:cubicBezTo>
                    <a:pt x="1009" y="7814"/>
                    <a:pt x="694" y="8160"/>
                    <a:pt x="694" y="8633"/>
                  </a:cubicBezTo>
                  <a:lnTo>
                    <a:pt x="694" y="9357"/>
                  </a:lnTo>
                  <a:cubicBezTo>
                    <a:pt x="694" y="9546"/>
                    <a:pt x="852" y="9704"/>
                    <a:pt x="1041" y="9704"/>
                  </a:cubicBezTo>
                  <a:lnTo>
                    <a:pt x="5892" y="9704"/>
                  </a:lnTo>
                  <a:cubicBezTo>
                    <a:pt x="6081" y="9704"/>
                    <a:pt x="6239" y="9546"/>
                    <a:pt x="6239" y="9357"/>
                  </a:cubicBezTo>
                  <a:lnTo>
                    <a:pt x="6239" y="8633"/>
                  </a:lnTo>
                  <a:cubicBezTo>
                    <a:pt x="6239" y="8192"/>
                    <a:pt x="5955" y="7814"/>
                    <a:pt x="5514" y="7656"/>
                  </a:cubicBezTo>
                  <a:lnTo>
                    <a:pt x="5514" y="7341"/>
                  </a:lnTo>
                  <a:cubicBezTo>
                    <a:pt x="6365" y="6932"/>
                    <a:pt x="6901" y="6081"/>
                    <a:pt x="6901" y="5136"/>
                  </a:cubicBezTo>
                  <a:lnTo>
                    <a:pt x="6901" y="2363"/>
                  </a:lnTo>
                  <a:cubicBezTo>
                    <a:pt x="6901" y="1796"/>
                    <a:pt x="6428" y="1355"/>
                    <a:pt x="5892" y="1355"/>
                  </a:cubicBezTo>
                  <a:cubicBezTo>
                    <a:pt x="5766" y="1355"/>
                    <a:pt x="5609" y="1387"/>
                    <a:pt x="5483" y="1418"/>
                  </a:cubicBezTo>
                  <a:cubicBezTo>
                    <a:pt x="5357" y="1009"/>
                    <a:pt x="4979" y="694"/>
                    <a:pt x="4506" y="694"/>
                  </a:cubicBezTo>
                  <a:cubicBezTo>
                    <a:pt x="4380" y="694"/>
                    <a:pt x="4223" y="725"/>
                    <a:pt x="4097" y="757"/>
                  </a:cubicBezTo>
                  <a:cubicBezTo>
                    <a:pt x="4002" y="316"/>
                    <a:pt x="3593" y="1"/>
                    <a:pt x="31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44"/>
            <p:cNvSpPr/>
            <p:nvPr/>
          </p:nvSpPr>
          <p:spPr>
            <a:xfrm>
              <a:off x="5559300" y="1945825"/>
              <a:ext cx="18150" cy="44125"/>
            </a:xfrm>
            <a:custGeom>
              <a:avLst/>
              <a:gdLst/>
              <a:ahLst/>
              <a:cxnLst/>
              <a:rect l="l" t="t" r="r" b="b"/>
              <a:pathLst>
                <a:path w="726" h="176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418"/>
                  </a:lnTo>
                  <a:cubicBezTo>
                    <a:pt x="1" y="1607"/>
                    <a:pt x="158" y="1764"/>
                    <a:pt x="379" y="1764"/>
                  </a:cubicBezTo>
                  <a:cubicBezTo>
                    <a:pt x="568" y="1764"/>
                    <a:pt x="725" y="1607"/>
                    <a:pt x="725" y="1418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44"/>
            <p:cNvSpPr/>
            <p:nvPr/>
          </p:nvSpPr>
          <p:spPr>
            <a:xfrm>
              <a:off x="5611275" y="1963925"/>
              <a:ext cx="35475" cy="34500"/>
            </a:xfrm>
            <a:custGeom>
              <a:avLst/>
              <a:gdLst/>
              <a:ahLst/>
              <a:cxnLst/>
              <a:rect l="l" t="t" r="r" b="b"/>
              <a:pathLst>
                <a:path w="1419" h="1380" extrusionOk="0">
                  <a:moveTo>
                    <a:pt x="1076" y="1"/>
                  </a:moveTo>
                  <a:cubicBezTo>
                    <a:pt x="985" y="1"/>
                    <a:pt x="899" y="32"/>
                    <a:pt x="851" y="95"/>
                  </a:cubicBezTo>
                  <a:lnTo>
                    <a:pt x="127" y="788"/>
                  </a:lnTo>
                  <a:cubicBezTo>
                    <a:pt x="1" y="914"/>
                    <a:pt x="1" y="1166"/>
                    <a:pt x="127" y="1261"/>
                  </a:cubicBezTo>
                  <a:cubicBezTo>
                    <a:pt x="190" y="1340"/>
                    <a:pt x="284" y="1379"/>
                    <a:pt x="375" y="1379"/>
                  </a:cubicBezTo>
                  <a:cubicBezTo>
                    <a:pt x="466" y="1379"/>
                    <a:pt x="552" y="1340"/>
                    <a:pt x="599" y="1261"/>
                  </a:cubicBezTo>
                  <a:lnTo>
                    <a:pt x="1324" y="568"/>
                  </a:lnTo>
                  <a:cubicBezTo>
                    <a:pt x="1419" y="442"/>
                    <a:pt x="1419" y="221"/>
                    <a:pt x="1324" y="95"/>
                  </a:cubicBezTo>
                  <a:cubicBezTo>
                    <a:pt x="1261" y="32"/>
                    <a:pt x="1167" y="1"/>
                    <a:pt x="10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2" name="Google Shape;2462;p44"/>
            <p:cNvSpPr/>
            <p:nvPr/>
          </p:nvSpPr>
          <p:spPr>
            <a:xfrm>
              <a:off x="5664050" y="2067900"/>
              <a:ext cx="35475" cy="17350"/>
            </a:xfrm>
            <a:custGeom>
              <a:avLst/>
              <a:gdLst/>
              <a:ahLst/>
              <a:cxnLst/>
              <a:rect l="l" t="t" r="r" b="b"/>
              <a:pathLst>
                <a:path w="1419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418" y="158"/>
                    <a:pt x="1261" y="0"/>
                    <a:pt x="10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3" name="Google Shape;2463;p44"/>
            <p:cNvSpPr/>
            <p:nvPr/>
          </p:nvSpPr>
          <p:spPr>
            <a:xfrm>
              <a:off x="5421475" y="2067900"/>
              <a:ext cx="35450" cy="17350"/>
            </a:xfrm>
            <a:custGeom>
              <a:avLst/>
              <a:gdLst/>
              <a:ahLst/>
              <a:cxnLst/>
              <a:rect l="l" t="t" r="r" b="b"/>
              <a:pathLst>
                <a:path w="1418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78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44"/>
            <p:cNvSpPr/>
            <p:nvPr/>
          </p:nvSpPr>
          <p:spPr>
            <a:xfrm>
              <a:off x="5490000" y="1963925"/>
              <a:ext cx="35450" cy="33900"/>
            </a:xfrm>
            <a:custGeom>
              <a:avLst/>
              <a:gdLst/>
              <a:ahLst/>
              <a:cxnLst/>
              <a:rect l="l" t="t" r="r" b="b"/>
              <a:pathLst>
                <a:path w="1418" h="135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221"/>
                    <a:pt x="0" y="442"/>
                    <a:pt x="95" y="568"/>
                  </a:cubicBezTo>
                  <a:lnTo>
                    <a:pt x="819" y="1261"/>
                  </a:lnTo>
                  <a:cubicBezTo>
                    <a:pt x="866" y="1324"/>
                    <a:pt x="953" y="1356"/>
                    <a:pt x="1044" y="1356"/>
                  </a:cubicBezTo>
                  <a:cubicBezTo>
                    <a:pt x="1134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67" y="95"/>
                  </a:lnTo>
                  <a:cubicBezTo>
                    <a:pt x="520" y="32"/>
                    <a:pt x="433" y="1"/>
                    <a:pt x="34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44"/>
            <p:cNvSpPr/>
            <p:nvPr/>
          </p:nvSpPr>
          <p:spPr>
            <a:xfrm>
              <a:off x="5437225" y="1997650"/>
              <a:ext cx="37825" cy="26325"/>
            </a:xfrm>
            <a:custGeom>
              <a:avLst/>
              <a:gdLst/>
              <a:ahLst/>
              <a:cxnLst/>
              <a:rect l="l" t="t" r="r" b="b"/>
              <a:pathLst>
                <a:path w="1513" h="1053" extrusionOk="0">
                  <a:moveTo>
                    <a:pt x="422" y="0"/>
                  </a:moveTo>
                  <a:cubicBezTo>
                    <a:pt x="285" y="0"/>
                    <a:pt x="140" y="81"/>
                    <a:pt x="95" y="196"/>
                  </a:cubicBezTo>
                  <a:cubicBezTo>
                    <a:pt x="0" y="353"/>
                    <a:pt x="95" y="574"/>
                    <a:pt x="252" y="668"/>
                  </a:cubicBezTo>
                  <a:lnTo>
                    <a:pt x="945" y="1015"/>
                  </a:lnTo>
                  <a:cubicBezTo>
                    <a:pt x="989" y="1041"/>
                    <a:pt x="1039" y="1052"/>
                    <a:pt x="1091" y="1052"/>
                  </a:cubicBezTo>
                  <a:cubicBezTo>
                    <a:pt x="1227" y="1052"/>
                    <a:pt x="1372" y="971"/>
                    <a:pt x="1418" y="857"/>
                  </a:cubicBezTo>
                  <a:cubicBezTo>
                    <a:pt x="1512" y="700"/>
                    <a:pt x="1418" y="479"/>
                    <a:pt x="1260" y="385"/>
                  </a:cubicBezTo>
                  <a:lnTo>
                    <a:pt x="567" y="38"/>
                  </a:lnTo>
                  <a:cubicBezTo>
                    <a:pt x="524" y="12"/>
                    <a:pt x="473" y="0"/>
                    <a:pt x="4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44"/>
            <p:cNvSpPr/>
            <p:nvPr/>
          </p:nvSpPr>
          <p:spPr>
            <a:xfrm>
              <a:off x="5645150" y="1998300"/>
              <a:ext cx="37825" cy="26900"/>
            </a:xfrm>
            <a:custGeom>
              <a:avLst/>
              <a:gdLst/>
              <a:ahLst/>
              <a:cxnLst/>
              <a:rect l="l" t="t" r="r" b="b"/>
              <a:pathLst>
                <a:path w="1513" h="1076" extrusionOk="0">
                  <a:moveTo>
                    <a:pt x="1098" y="0"/>
                  </a:moveTo>
                  <a:cubicBezTo>
                    <a:pt x="1046" y="0"/>
                    <a:pt x="994" y="14"/>
                    <a:pt x="946" y="44"/>
                  </a:cubicBezTo>
                  <a:lnTo>
                    <a:pt x="253" y="422"/>
                  </a:lnTo>
                  <a:cubicBezTo>
                    <a:pt x="95" y="485"/>
                    <a:pt x="1" y="674"/>
                    <a:pt x="95" y="894"/>
                  </a:cubicBezTo>
                  <a:cubicBezTo>
                    <a:pt x="142" y="1011"/>
                    <a:pt x="258" y="1076"/>
                    <a:pt x="405" y="1076"/>
                  </a:cubicBezTo>
                  <a:cubicBezTo>
                    <a:pt x="456" y="1076"/>
                    <a:pt x="511" y="1068"/>
                    <a:pt x="568" y="1052"/>
                  </a:cubicBezTo>
                  <a:lnTo>
                    <a:pt x="1261" y="674"/>
                  </a:lnTo>
                  <a:cubicBezTo>
                    <a:pt x="1418" y="611"/>
                    <a:pt x="1513" y="422"/>
                    <a:pt x="1418" y="201"/>
                  </a:cubicBezTo>
                  <a:cubicBezTo>
                    <a:pt x="1331" y="71"/>
                    <a:pt x="1214" y="0"/>
                    <a:pt x="109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67" name="Google Shape;2467;p44"/>
          <p:cNvGrpSpPr/>
          <p:nvPr/>
        </p:nvGrpSpPr>
        <p:grpSpPr>
          <a:xfrm>
            <a:off x="1410407" y="3324791"/>
            <a:ext cx="350401" cy="264888"/>
            <a:chOff x="3962775" y="1990700"/>
            <a:chExt cx="296975" cy="224500"/>
          </a:xfrm>
        </p:grpSpPr>
        <p:sp>
          <p:nvSpPr>
            <p:cNvPr id="2468" name="Google Shape;2468;p44"/>
            <p:cNvSpPr/>
            <p:nvPr/>
          </p:nvSpPr>
          <p:spPr>
            <a:xfrm>
              <a:off x="4216400" y="2093100"/>
              <a:ext cx="43350" cy="18150"/>
            </a:xfrm>
            <a:custGeom>
              <a:avLst/>
              <a:gdLst/>
              <a:ahLst/>
              <a:cxnLst/>
              <a:rect l="l" t="t" r="r" b="b"/>
              <a:pathLst>
                <a:path w="1734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387" y="725"/>
                  </a:lnTo>
                  <a:cubicBezTo>
                    <a:pt x="1576" y="725"/>
                    <a:pt x="1733" y="568"/>
                    <a:pt x="1733" y="347"/>
                  </a:cubicBezTo>
                  <a:cubicBezTo>
                    <a:pt x="1702" y="158"/>
                    <a:pt x="1544" y="1"/>
                    <a:pt x="13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44"/>
            <p:cNvSpPr/>
            <p:nvPr/>
          </p:nvSpPr>
          <p:spPr>
            <a:xfrm>
              <a:off x="4206950" y="2129325"/>
              <a:ext cx="35475" cy="33900"/>
            </a:xfrm>
            <a:custGeom>
              <a:avLst/>
              <a:gdLst/>
              <a:ahLst/>
              <a:cxnLst/>
              <a:rect l="l" t="t" r="r" b="b"/>
              <a:pathLst>
                <a:path w="1419" h="1356" extrusionOk="0">
                  <a:moveTo>
                    <a:pt x="351" y="1"/>
                  </a:moveTo>
                  <a:cubicBezTo>
                    <a:pt x="260" y="1"/>
                    <a:pt x="174" y="32"/>
                    <a:pt x="127" y="95"/>
                  </a:cubicBezTo>
                  <a:cubicBezTo>
                    <a:pt x="1" y="221"/>
                    <a:pt x="1" y="410"/>
                    <a:pt x="127" y="568"/>
                  </a:cubicBezTo>
                  <a:lnTo>
                    <a:pt x="820" y="1261"/>
                  </a:lnTo>
                  <a:cubicBezTo>
                    <a:pt x="883" y="1324"/>
                    <a:pt x="969" y="1356"/>
                    <a:pt x="1056" y="1356"/>
                  </a:cubicBezTo>
                  <a:cubicBezTo>
                    <a:pt x="1143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99" y="95"/>
                  </a:lnTo>
                  <a:cubicBezTo>
                    <a:pt x="536" y="32"/>
                    <a:pt x="442" y="1"/>
                    <a:pt x="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44"/>
            <p:cNvSpPr/>
            <p:nvPr/>
          </p:nvSpPr>
          <p:spPr>
            <a:xfrm>
              <a:off x="4207750" y="2041900"/>
              <a:ext cx="35450" cy="34500"/>
            </a:xfrm>
            <a:custGeom>
              <a:avLst/>
              <a:gdLst/>
              <a:ahLst/>
              <a:cxnLst/>
              <a:rect l="l" t="t" r="r" b="b"/>
              <a:pathLst>
                <a:path w="1418" h="1380" extrusionOk="0">
                  <a:moveTo>
                    <a:pt x="1067" y="1"/>
                  </a:moveTo>
                  <a:cubicBezTo>
                    <a:pt x="977" y="1"/>
                    <a:pt x="882" y="32"/>
                    <a:pt x="819" y="95"/>
                  </a:cubicBezTo>
                  <a:lnTo>
                    <a:pt x="126" y="788"/>
                  </a:lnTo>
                  <a:cubicBezTo>
                    <a:pt x="0" y="914"/>
                    <a:pt x="0" y="1135"/>
                    <a:pt x="126" y="1261"/>
                  </a:cubicBezTo>
                  <a:cubicBezTo>
                    <a:pt x="189" y="1340"/>
                    <a:pt x="268" y="1379"/>
                    <a:pt x="351" y="1379"/>
                  </a:cubicBezTo>
                  <a:cubicBezTo>
                    <a:pt x="433" y="1379"/>
                    <a:pt x="520" y="1340"/>
                    <a:pt x="599" y="1261"/>
                  </a:cubicBezTo>
                  <a:lnTo>
                    <a:pt x="1292" y="568"/>
                  </a:lnTo>
                  <a:cubicBezTo>
                    <a:pt x="1418" y="442"/>
                    <a:pt x="1418" y="190"/>
                    <a:pt x="1292" y="95"/>
                  </a:cubicBezTo>
                  <a:cubicBezTo>
                    <a:pt x="1244" y="32"/>
                    <a:pt x="1158" y="1"/>
                    <a:pt x="10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44"/>
            <p:cNvSpPr/>
            <p:nvPr/>
          </p:nvSpPr>
          <p:spPr>
            <a:xfrm>
              <a:off x="3962775" y="1990700"/>
              <a:ext cx="226075" cy="224500"/>
            </a:xfrm>
            <a:custGeom>
              <a:avLst/>
              <a:gdLst/>
              <a:ahLst/>
              <a:cxnLst/>
              <a:rect l="l" t="t" r="r" b="b"/>
              <a:pathLst>
                <a:path w="9043" h="8980" extrusionOk="0">
                  <a:moveTo>
                    <a:pt x="1419" y="3403"/>
                  </a:moveTo>
                  <a:lnTo>
                    <a:pt x="1419" y="4790"/>
                  </a:lnTo>
                  <a:cubicBezTo>
                    <a:pt x="1009" y="4790"/>
                    <a:pt x="694" y="4506"/>
                    <a:pt x="694" y="4097"/>
                  </a:cubicBezTo>
                  <a:cubicBezTo>
                    <a:pt x="694" y="3719"/>
                    <a:pt x="1009" y="3403"/>
                    <a:pt x="1419" y="3403"/>
                  </a:cubicBezTo>
                  <a:close/>
                  <a:moveTo>
                    <a:pt x="4191" y="2710"/>
                  </a:moveTo>
                  <a:lnTo>
                    <a:pt x="4191" y="5483"/>
                  </a:lnTo>
                  <a:lnTo>
                    <a:pt x="2490" y="5483"/>
                  </a:lnTo>
                  <a:cubicBezTo>
                    <a:pt x="2269" y="5483"/>
                    <a:pt x="2112" y="5325"/>
                    <a:pt x="2112" y="5105"/>
                  </a:cubicBezTo>
                  <a:lnTo>
                    <a:pt x="2112" y="3088"/>
                  </a:lnTo>
                  <a:cubicBezTo>
                    <a:pt x="2112" y="2868"/>
                    <a:pt x="2269" y="2710"/>
                    <a:pt x="2490" y="2710"/>
                  </a:cubicBezTo>
                  <a:close/>
                  <a:moveTo>
                    <a:pt x="6995" y="1828"/>
                  </a:moveTo>
                  <a:lnTo>
                    <a:pt x="6995" y="6428"/>
                  </a:lnTo>
                  <a:cubicBezTo>
                    <a:pt x="6428" y="5924"/>
                    <a:pt x="5672" y="5609"/>
                    <a:pt x="4884" y="5514"/>
                  </a:cubicBezTo>
                  <a:lnTo>
                    <a:pt x="4884" y="2710"/>
                  </a:lnTo>
                  <a:cubicBezTo>
                    <a:pt x="5672" y="2647"/>
                    <a:pt x="6428" y="2332"/>
                    <a:pt x="6995" y="1828"/>
                  </a:cubicBezTo>
                  <a:close/>
                  <a:moveTo>
                    <a:pt x="8066" y="631"/>
                  </a:moveTo>
                  <a:cubicBezTo>
                    <a:pt x="8255" y="631"/>
                    <a:pt x="8413" y="789"/>
                    <a:pt x="8413" y="978"/>
                  </a:cubicBezTo>
                  <a:lnTo>
                    <a:pt x="8413" y="7216"/>
                  </a:lnTo>
                  <a:cubicBezTo>
                    <a:pt x="8413" y="7405"/>
                    <a:pt x="8255" y="7562"/>
                    <a:pt x="8066" y="7562"/>
                  </a:cubicBezTo>
                  <a:cubicBezTo>
                    <a:pt x="7877" y="7562"/>
                    <a:pt x="7720" y="7405"/>
                    <a:pt x="7720" y="7216"/>
                  </a:cubicBezTo>
                  <a:lnTo>
                    <a:pt x="7720" y="978"/>
                  </a:lnTo>
                  <a:cubicBezTo>
                    <a:pt x="7720" y="789"/>
                    <a:pt x="7877" y="631"/>
                    <a:pt x="8066" y="631"/>
                  </a:cubicBezTo>
                  <a:close/>
                  <a:moveTo>
                    <a:pt x="3498" y="6176"/>
                  </a:moveTo>
                  <a:lnTo>
                    <a:pt x="3498" y="7909"/>
                  </a:lnTo>
                  <a:cubicBezTo>
                    <a:pt x="3498" y="8129"/>
                    <a:pt x="3340" y="8287"/>
                    <a:pt x="3151" y="8287"/>
                  </a:cubicBezTo>
                  <a:cubicBezTo>
                    <a:pt x="2962" y="8287"/>
                    <a:pt x="2805" y="8129"/>
                    <a:pt x="2805" y="7909"/>
                  </a:cubicBezTo>
                  <a:lnTo>
                    <a:pt x="2805" y="6176"/>
                  </a:lnTo>
                  <a:close/>
                  <a:moveTo>
                    <a:pt x="8035" y="1"/>
                  </a:moveTo>
                  <a:cubicBezTo>
                    <a:pt x="7531" y="1"/>
                    <a:pt x="7090" y="411"/>
                    <a:pt x="6995" y="883"/>
                  </a:cubicBezTo>
                  <a:lnTo>
                    <a:pt x="6680" y="1198"/>
                  </a:lnTo>
                  <a:cubicBezTo>
                    <a:pt x="6144" y="1734"/>
                    <a:pt x="5325" y="2049"/>
                    <a:pt x="4538" y="2049"/>
                  </a:cubicBezTo>
                  <a:lnTo>
                    <a:pt x="2427" y="2049"/>
                  </a:lnTo>
                  <a:cubicBezTo>
                    <a:pt x="2017" y="2049"/>
                    <a:pt x="1608" y="2332"/>
                    <a:pt x="1450" y="2773"/>
                  </a:cubicBezTo>
                  <a:lnTo>
                    <a:pt x="1387" y="2773"/>
                  </a:lnTo>
                  <a:cubicBezTo>
                    <a:pt x="631" y="2773"/>
                    <a:pt x="1" y="3403"/>
                    <a:pt x="1" y="4128"/>
                  </a:cubicBezTo>
                  <a:cubicBezTo>
                    <a:pt x="1" y="4884"/>
                    <a:pt x="631" y="5514"/>
                    <a:pt x="1387" y="5514"/>
                  </a:cubicBezTo>
                  <a:lnTo>
                    <a:pt x="1450" y="5514"/>
                  </a:lnTo>
                  <a:cubicBezTo>
                    <a:pt x="1576" y="5798"/>
                    <a:pt x="1797" y="6018"/>
                    <a:pt x="2080" y="6144"/>
                  </a:cubicBezTo>
                  <a:lnTo>
                    <a:pt x="2080" y="7940"/>
                  </a:lnTo>
                  <a:cubicBezTo>
                    <a:pt x="2112" y="8507"/>
                    <a:pt x="2584" y="8980"/>
                    <a:pt x="3151" y="8980"/>
                  </a:cubicBezTo>
                  <a:cubicBezTo>
                    <a:pt x="3750" y="8980"/>
                    <a:pt x="4160" y="8507"/>
                    <a:pt x="4160" y="7972"/>
                  </a:cubicBezTo>
                  <a:lnTo>
                    <a:pt x="4160" y="6239"/>
                  </a:lnTo>
                  <a:lnTo>
                    <a:pt x="4538" y="6239"/>
                  </a:lnTo>
                  <a:cubicBezTo>
                    <a:pt x="5325" y="6239"/>
                    <a:pt x="6144" y="6554"/>
                    <a:pt x="6680" y="7090"/>
                  </a:cubicBezTo>
                  <a:lnTo>
                    <a:pt x="6995" y="7405"/>
                  </a:lnTo>
                  <a:cubicBezTo>
                    <a:pt x="7090" y="7909"/>
                    <a:pt x="7531" y="8287"/>
                    <a:pt x="8035" y="8287"/>
                  </a:cubicBezTo>
                  <a:cubicBezTo>
                    <a:pt x="8633" y="8287"/>
                    <a:pt x="9043" y="7814"/>
                    <a:pt x="9043" y="7247"/>
                  </a:cubicBezTo>
                  <a:lnTo>
                    <a:pt x="9043" y="1041"/>
                  </a:lnTo>
                  <a:cubicBezTo>
                    <a:pt x="9043" y="442"/>
                    <a:pt x="8570" y="1"/>
                    <a:pt x="80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8" name="Google Shape;4358;p58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1882–1890: Wettbewerb und Propaganda</a:t>
            </a:r>
            <a:endParaRPr/>
          </a:p>
        </p:txBody>
      </p:sp>
      <p:sp>
        <p:nvSpPr>
          <p:cNvPr id="4359" name="Google Shape;4359;p58"/>
          <p:cNvSpPr txBox="1"/>
          <p:nvPr/>
        </p:nvSpPr>
        <p:spPr>
          <a:xfrm>
            <a:off x="4608981" y="31518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«A Warning»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60" name="Google Shape;4360;p58"/>
          <p:cNvSpPr txBox="1"/>
          <p:nvPr/>
        </p:nvSpPr>
        <p:spPr>
          <a:xfrm>
            <a:off x="4608967" y="3559074"/>
            <a:ext cx="1858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Brown tötet öffentlich Hunde [5]</a:t>
            </a:r>
            <a:endParaRPr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4361" name="Google Shape;4361;p58"/>
          <p:cNvSpPr txBox="1"/>
          <p:nvPr/>
        </p:nvSpPr>
        <p:spPr>
          <a:xfrm>
            <a:off x="743468" y="31518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Pearl Street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62" name="Google Shape;4362;p58"/>
          <p:cNvSpPr txBox="1"/>
          <p:nvPr/>
        </p:nvSpPr>
        <p:spPr>
          <a:xfrm>
            <a:off x="743450" y="3559074"/>
            <a:ext cx="1858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Edisons Gleichstrom für 400 Lampen [1]</a:t>
            </a:r>
            <a:endParaRPr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4363" name="Google Shape;4363;p58"/>
          <p:cNvSpPr txBox="1"/>
          <p:nvPr/>
        </p:nvSpPr>
        <p:spPr>
          <a:xfrm>
            <a:off x="6541738" y="31518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Elektrischer Stuhl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64" name="Google Shape;4364;p58"/>
          <p:cNvSpPr txBox="1"/>
          <p:nvPr/>
        </p:nvSpPr>
        <p:spPr>
          <a:xfrm>
            <a:off x="6541725" y="3559095"/>
            <a:ext cx="1858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Kemmler-Hinrichtung als Debakel [6], [9]</a:t>
            </a:r>
            <a:endParaRPr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4365" name="Google Shape;4365;p58"/>
          <p:cNvSpPr txBox="1"/>
          <p:nvPr/>
        </p:nvSpPr>
        <p:spPr>
          <a:xfrm>
            <a:off x="2676224" y="31518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Great Barrington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66" name="Google Shape;4366;p58"/>
          <p:cNvSpPr txBox="1"/>
          <p:nvPr/>
        </p:nvSpPr>
        <p:spPr>
          <a:xfrm>
            <a:off x="2676208" y="3559093"/>
            <a:ext cx="1858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erstes Wechselstromnetz der USA [3]</a:t>
            </a:r>
            <a:endParaRPr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4367" name="Google Shape;4367;p58"/>
          <p:cNvSpPr txBox="1"/>
          <p:nvPr/>
        </p:nvSpPr>
        <p:spPr>
          <a:xfrm>
            <a:off x="4608981" y="16597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Arial"/>
              <a:buNone/>
            </a:pPr>
            <a:r>
              <a:rPr lang="en"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1888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68" name="Google Shape;4368;p58"/>
          <p:cNvSpPr txBox="1"/>
          <p:nvPr/>
        </p:nvSpPr>
        <p:spPr>
          <a:xfrm>
            <a:off x="743468" y="16597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1882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69" name="Google Shape;4369;p58"/>
          <p:cNvSpPr txBox="1"/>
          <p:nvPr/>
        </p:nvSpPr>
        <p:spPr>
          <a:xfrm>
            <a:off x="6541738" y="16597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Arial"/>
              <a:buNone/>
            </a:pPr>
            <a:r>
              <a:rPr lang="en"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1889/90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70" name="Google Shape;4370;p58"/>
          <p:cNvSpPr txBox="1"/>
          <p:nvPr/>
        </p:nvSpPr>
        <p:spPr>
          <a:xfrm>
            <a:off x="2676224" y="16597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Arial"/>
              <a:buNone/>
            </a:pPr>
            <a:r>
              <a:rPr lang="en"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1886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grpSp>
        <p:nvGrpSpPr>
          <p:cNvPr id="4371" name="Google Shape;4371;p58"/>
          <p:cNvGrpSpPr/>
          <p:nvPr/>
        </p:nvGrpSpPr>
        <p:grpSpPr>
          <a:xfrm>
            <a:off x="1300564" y="2258783"/>
            <a:ext cx="744564" cy="624959"/>
            <a:chOff x="2361225" y="3521900"/>
            <a:chExt cx="4421400" cy="589250"/>
          </a:xfrm>
        </p:grpSpPr>
        <p:cxnSp>
          <p:nvCxnSpPr>
            <p:cNvPr id="4372" name="Google Shape;4372;p58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73" name="Google Shape;4373;p58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374" name="Google Shape;4374;p58"/>
          <p:cNvGrpSpPr/>
          <p:nvPr/>
        </p:nvGrpSpPr>
        <p:grpSpPr>
          <a:xfrm>
            <a:off x="3233339" y="2258783"/>
            <a:ext cx="744564" cy="624959"/>
            <a:chOff x="2361225" y="3521900"/>
            <a:chExt cx="4421400" cy="589250"/>
          </a:xfrm>
        </p:grpSpPr>
        <p:cxnSp>
          <p:nvCxnSpPr>
            <p:cNvPr id="4375" name="Google Shape;4375;p58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76" name="Google Shape;4376;p58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377" name="Google Shape;4377;p58"/>
          <p:cNvGrpSpPr/>
          <p:nvPr/>
        </p:nvGrpSpPr>
        <p:grpSpPr>
          <a:xfrm>
            <a:off x="5166114" y="2258783"/>
            <a:ext cx="744564" cy="624959"/>
            <a:chOff x="2361225" y="3521900"/>
            <a:chExt cx="4421400" cy="589250"/>
          </a:xfrm>
        </p:grpSpPr>
        <p:cxnSp>
          <p:nvCxnSpPr>
            <p:cNvPr id="4378" name="Google Shape;4378;p58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79" name="Google Shape;4379;p58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380" name="Google Shape;4380;p58"/>
          <p:cNvGrpSpPr/>
          <p:nvPr/>
        </p:nvGrpSpPr>
        <p:grpSpPr>
          <a:xfrm>
            <a:off x="7098889" y="2258783"/>
            <a:ext cx="744564" cy="624959"/>
            <a:chOff x="2361225" y="3521900"/>
            <a:chExt cx="4421400" cy="589250"/>
          </a:xfrm>
        </p:grpSpPr>
        <p:cxnSp>
          <p:nvCxnSpPr>
            <p:cNvPr id="4381" name="Google Shape;4381;p58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82" name="Google Shape;4382;p58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4383" name="Google Shape;4383;p58"/>
          <p:cNvCxnSpPr/>
          <p:nvPr/>
        </p:nvCxnSpPr>
        <p:spPr>
          <a:xfrm>
            <a:off x="2327988" y="2571156"/>
            <a:ext cx="622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84" name="Google Shape;4384;p58"/>
          <p:cNvCxnSpPr/>
          <p:nvPr/>
        </p:nvCxnSpPr>
        <p:spPr>
          <a:xfrm>
            <a:off x="4260750" y="2571156"/>
            <a:ext cx="622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85" name="Google Shape;4385;p58"/>
          <p:cNvCxnSpPr/>
          <p:nvPr/>
        </p:nvCxnSpPr>
        <p:spPr>
          <a:xfrm>
            <a:off x="6193538" y="2571156"/>
            <a:ext cx="622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386" name="Google Shape;4386;p58"/>
          <p:cNvGrpSpPr/>
          <p:nvPr/>
        </p:nvGrpSpPr>
        <p:grpSpPr>
          <a:xfrm>
            <a:off x="3429508" y="2396875"/>
            <a:ext cx="352230" cy="348542"/>
            <a:chOff x="1049375" y="2318350"/>
            <a:chExt cx="298525" cy="295400"/>
          </a:xfrm>
        </p:grpSpPr>
        <p:sp>
          <p:nvSpPr>
            <p:cNvPr id="4387" name="Google Shape;4387;p58"/>
            <p:cNvSpPr/>
            <p:nvPr/>
          </p:nvSpPr>
          <p:spPr>
            <a:xfrm>
              <a:off x="1101350" y="2492325"/>
              <a:ext cx="70125" cy="50525"/>
            </a:xfrm>
            <a:custGeom>
              <a:avLst/>
              <a:gdLst/>
              <a:ahLst/>
              <a:cxnLst/>
              <a:rect l="l" t="t" r="r" b="b"/>
              <a:pathLst>
                <a:path w="2805" h="2021" extrusionOk="0">
                  <a:moveTo>
                    <a:pt x="2473" y="0"/>
                  </a:moveTo>
                  <a:cubicBezTo>
                    <a:pt x="2377" y="0"/>
                    <a:pt x="2273" y="32"/>
                    <a:pt x="2206" y="99"/>
                  </a:cubicBezTo>
                  <a:lnTo>
                    <a:pt x="1072" y="1233"/>
                  </a:lnTo>
                  <a:lnTo>
                    <a:pt x="599" y="761"/>
                  </a:lnTo>
                  <a:cubicBezTo>
                    <a:pt x="536" y="713"/>
                    <a:pt x="449" y="690"/>
                    <a:pt x="363" y="690"/>
                  </a:cubicBezTo>
                  <a:cubicBezTo>
                    <a:pt x="276" y="690"/>
                    <a:pt x="189" y="713"/>
                    <a:pt x="126" y="761"/>
                  </a:cubicBezTo>
                  <a:cubicBezTo>
                    <a:pt x="0" y="887"/>
                    <a:pt x="0" y="1139"/>
                    <a:pt x="126" y="1233"/>
                  </a:cubicBezTo>
                  <a:lnTo>
                    <a:pt x="820" y="1958"/>
                  </a:lnTo>
                  <a:cubicBezTo>
                    <a:pt x="914" y="2021"/>
                    <a:pt x="977" y="2021"/>
                    <a:pt x="1072" y="2021"/>
                  </a:cubicBezTo>
                  <a:cubicBezTo>
                    <a:pt x="1135" y="2021"/>
                    <a:pt x="1261" y="1989"/>
                    <a:pt x="1292" y="1926"/>
                  </a:cubicBezTo>
                  <a:lnTo>
                    <a:pt x="2678" y="540"/>
                  </a:lnTo>
                  <a:cubicBezTo>
                    <a:pt x="2804" y="414"/>
                    <a:pt x="2804" y="162"/>
                    <a:pt x="2678" y="68"/>
                  </a:cubicBezTo>
                  <a:cubicBezTo>
                    <a:pt x="2634" y="24"/>
                    <a:pt x="2557" y="0"/>
                    <a:pt x="24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8" name="Google Shape;4388;p58"/>
            <p:cNvSpPr/>
            <p:nvPr/>
          </p:nvSpPr>
          <p:spPr>
            <a:xfrm>
              <a:off x="1101350" y="2440525"/>
              <a:ext cx="70125" cy="51150"/>
            </a:xfrm>
            <a:custGeom>
              <a:avLst/>
              <a:gdLst/>
              <a:ahLst/>
              <a:cxnLst/>
              <a:rect l="l" t="t" r="r" b="b"/>
              <a:pathLst>
                <a:path w="2805" h="2046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38"/>
                    <a:pt x="449" y="714"/>
                    <a:pt x="363" y="714"/>
                  </a:cubicBezTo>
                  <a:cubicBezTo>
                    <a:pt x="276" y="714"/>
                    <a:pt x="189" y="738"/>
                    <a:pt x="126" y="785"/>
                  </a:cubicBezTo>
                  <a:cubicBezTo>
                    <a:pt x="0" y="911"/>
                    <a:pt x="0" y="1163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4"/>
                    <a:pt x="1292" y="1951"/>
                  </a:cubicBezTo>
                  <a:lnTo>
                    <a:pt x="2678" y="564"/>
                  </a:lnTo>
                  <a:cubicBezTo>
                    <a:pt x="2804" y="438"/>
                    <a:pt x="2804" y="186"/>
                    <a:pt x="2678" y="92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9" name="Google Shape;4389;p58"/>
            <p:cNvSpPr/>
            <p:nvPr/>
          </p:nvSpPr>
          <p:spPr>
            <a:xfrm>
              <a:off x="1101350" y="2388550"/>
              <a:ext cx="70125" cy="51125"/>
            </a:xfrm>
            <a:custGeom>
              <a:avLst/>
              <a:gdLst/>
              <a:ahLst/>
              <a:cxnLst/>
              <a:rect l="l" t="t" r="r" b="b"/>
              <a:pathLst>
                <a:path w="2805" h="2045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22"/>
                    <a:pt x="449" y="690"/>
                    <a:pt x="363" y="690"/>
                  </a:cubicBezTo>
                  <a:cubicBezTo>
                    <a:pt x="276" y="690"/>
                    <a:pt x="189" y="722"/>
                    <a:pt x="126" y="785"/>
                  </a:cubicBezTo>
                  <a:cubicBezTo>
                    <a:pt x="0" y="911"/>
                    <a:pt x="0" y="1131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3"/>
                    <a:pt x="1292" y="1919"/>
                  </a:cubicBezTo>
                  <a:lnTo>
                    <a:pt x="2678" y="532"/>
                  </a:lnTo>
                  <a:cubicBezTo>
                    <a:pt x="2804" y="438"/>
                    <a:pt x="2804" y="186"/>
                    <a:pt x="2678" y="91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0" name="Google Shape;4390;p58"/>
            <p:cNvSpPr/>
            <p:nvPr/>
          </p:nvSpPr>
          <p:spPr>
            <a:xfrm>
              <a:off x="1049375" y="2318350"/>
              <a:ext cx="298525" cy="295400"/>
            </a:xfrm>
            <a:custGeom>
              <a:avLst/>
              <a:gdLst/>
              <a:ahLst/>
              <a:cxnLst/>
              <a:rect l="l" t="t" r="r" b="b"/>
              <a:pathLst>
                <a:path w="11941" h="11816" extrusionOk="0">
                  <a:moveTo>
                    <a:pt x="6963" y="1198"/>
                  </a:moveTo>
                  <a:lnTo>
                    <a:pt x="7876" y="2143"/>
                  </a:lnTo>
                  <a:lnTo>
                    <a:pt x="6963" y="2143"/>
                  </a:lnTo>
                  <a:lnTo>
                    <a:pt x="6963" y="1198"/>
                  </a:lnTo>
                  <a:close/>
                  <a:moveTo>
                    <a:pt x="10286" y="3498"/>
                  </a:moveTo>
                  <a:cubicBezTo>
                    <a:pt x="10373" y="3498"/>
                    <a:pt x="10460" y="3530"/>
                    <a:pt x="10523" y="3593"/>
                  </a:cubicBezTo>
                  <a:lnTo>
                    <a:pt x="10995" y="4065"/>
                  </a:lnTo>
                  <a:cubicBezTo>
                    <a:pt x="11184" y="4223"/>
                    <a:pt x="11184" y="4475"/>
                    <a:pt x="11027" y="4569"/>
                  </a:cubicBezTo>
                  <a:lnTo>
                    <a:pt x="10806" y="4821"/>
                  </a:lnTo>
                  <a:lnTo>
                    <a:pt x="9798" y="3845"/>
                  </a:lnTo>
                  <a:lnTo>
                    <a:pt x="10050" y="3593"/>
                  </a:lnTo>
                  <a:cubicBezTo>
                    <a:pt x="10113" y="3530"/>
                    <a:pt x="10200" y="3498"/>
                    <a:pt x="10286" y="3498"/>
                  </a:cubicBezTo>
                  <a:close/>
                  <a:moveTo>
                    <a:pt x="9294" y="4349"/>
                  </a:moveTo>
                  <a:lnTo>
                    <a:pt x="10271" y="5325"/>
                  </a:lnTo>
                  <a:lnTo>
                    <a:pt x="7845" y="7783"/>
                  </a:lnTo>
                  <a:lnTo>
                    <a:pt x="6868" y="6774"/>
                  </a:lnTo>
                  <a:lnTo>
                    <a:pt x="9294" y="4349"/>
                  </a:lnTo>
                  <a:close/>
                  <a:moveTo>
                    <a:pt x="6585" y="7499"/>
                  </a:moveTo>
                  <a:lnTo>
                    <a:pt x="7183" y="8098"/>
                  </a:lnTo>
                  <a:lnTo>
                    <a:pt x="6427" y="8255"/>
                  </a:lnTo>
                  <a:lnTo>
                    <a:pt x="6585" y="7499"/>
                  </a:lnTo>
                  <a:close/>
                  <a:moveTo>
                    <a:pt x="6994" y="10398"/>
                  </a:moveTo>
                  <a:lnTo>
                    <a:pt x="6994" y="10776"/>
                  </a:lnTo>
                  <a:cubicBezTo>
                    <a:pt x="6994" y="10870"/>
                    <a:pt x="7057" y="10996"/>
                    <a:pt x="7089" y="11122"/>
                  </a:cubicBezTo>
                  <a:lnTo>
                    <a:pt x="1071" y="11122"/>
                  </a:lnTo>
                  <a:cubicBezTo>
                    <a:pt x="882" y="11122"/>
                    <a:pt x="693" y="10965"/>
                    <a:pt x="693" y="10776"/>
                  </a:cubicBezTo>
                  <a:lnTo>
                    <a:pt x="693" y="10398"/>
                  </a:lnTo>
                  <a:close/>
                  <a:moveTo>
                    <a:pt x="6270" y="663"/>
                  </a:moveTo>
                  <a:lnTo>
                    <a:pt x="6270" y="2458"/>
                  </a:lnTo>
                  <a:cubicBezTo>
                    <a:pt x="6270" y="2647"/>
                    <a:pt x="6427" y="2805"/>
                    <a:pt x="6616" y="2805"/>
                  </a:cubicBezTo>
                  <a:lnTo>
                    <a:pt x="8349" y="2805"/>
                  </a:lnTo>
                  <a:lnTo>
                    <a:pt x="8349" y="4286"/>
                  </a:lnTo>
                  <a:lnTo>
                    <a:pt x="6112" y="6554"/>
                  </a:lnTo>
                  <a:cubicBezTo>
                    <a:pt x="6081" y="6585"/>
                    <a:pt x="6018" y="6680"/>
                    <a:pt x="6018" y="6711"/>
                  </a:cubicBezTo>
                  <a:lnTo>
                    <a:pt x="5608" y="8633"/>
                  </a:lnTo>
                  <a:cubicBezTo>
                    <a:pt x="5545" y="8759"/>
                    <a:pt x="5608" y="8885"/>
                    <a:pt x="5671" y="8948"/>
                  </a:cubicBezTo>
                  <a:cubicBezTo>
                    <a:pt x="5742" y="9019"/>
                    <a:pt x="5813" y="9055"/>
                    <a:pt x="5897" y="9055"/>
                  </a:cubicBezTo>
                  <a:cubicBezTo>
                    <a:pt x="5925" y="9055"/>
                    <a:pt x="5955" y="9051"/>
                    <a:pt x="5986" y="9043"/>
                  </a:cubicBezTo>
                  <a:lnTo>
                    <a:pt x="7908" y="8602"/>
                  </a:lnTo>
                  <a:cubicBezTo>
                    <a:pt x="8002" y="8602"/>
                    <a:pt x="8034" y="8570"/>
                    <a:pt x="8065" y="8507"/>
                  </a:cubicBezTo>
                  <a:lnTo>
                    <a:pt x="8349" y="8255"/>
                  </a:lnTo>
                  <a:lnTo>
                    <a:pt x="8349" y="10807"/>
                  </a:lnTo>
                  <a:lnTo>
                    <a:pt x="8380" y="10807"/>
                  </a:lnTo>
                  <a:cubicBezTo>
                    <a:pt x="8380" y="10996"/>
                    <a:pt x="8223" y="11154"/>
                    <a:pt x="8034" y="11154"/>
                  </a:cubicBezTo>
                  <a:cubicBezTo>
                    <a:pt x="7845" y="11154"/>
                    <a:pt x="7687" y="10996"/>
                    <a:pt x="7687" y="10807"/>
                  </a:cubicBezTo>
                  <a:lnTo>
                    <a:pt x="7687" y="10083"/>
                  </a:lnTo>
                  <a:cubicBezTo>
                    <a:pt x="7687" y="9893"/>
                    <a:pt x="7530" y="9736"/>
                    <a:pt x="7309" y="9736"/>
                  </a:cubicBezTo>
                  <a:lnTo>
                    <a:pt x="1386" y="9736"/>
                  </a:lnTo>
                  <a:lnTo>
                    <a:pt x="1386" y="663"/>
                  </a:lnTo>
                  <a:close/>
                  <a:moveTo>
                    <a:pt x="1071" y="1"/>
                  </a:moveTo>
                  <a:cubicBezTo>
                    <a:pt x="882" y="1"/>
                    <a:pt x="693" y="158"/>
                    <a:pt x="693" y="379"/>
                  </a:cubicBezTo>
                  <a:lnTo>
                    <a:pt x="693" y="9736"/>
                  </a:lnTo>
                  <a:lnTo>
                    <a:pt x="347" y="9736"/>
                  </a:lnTo>
                  <a:cubicBezTo>
                    <a:pt x="158" y="9736"/>
                    <a:pt x="0" y="9893"/>
                    <a:pt x="0" y="10083"/>
                  </a:cubicBezTo>
                  <a:lnTo>
                    <a:pt x="0" y="10807"/>
                  </a:lnTo>
                  <a:cubicBezTo>
                    <a:pt x="0" y="11406"/>
                    <a:pt x="473" y="11815"/>
                    <a:pt x="1008" y="11815"/>
                  </a:cubicBezTo>
                  <a:lnTo>
                    <a:pt x="8002" y="11815"/>
                  </a:lnTo>
                  <a:cubicBezTo>
                    <a:pt x="8569" y="11815"/>
                    <a:pt x="9011" y="11343"/>
                    <a:pt x="9011" y="10807"/>
                  </a:cubicBezTo>
                  <a:lnTo>
                    <a:pt x="9011" y="7562"/>
                  </a:lnTo>
                  <a:lnTo>
                    <a:pt x="11499" y="5105"/>
                  </a:lnTo>
                  <a:cubicBezTo>
                    <a:pt x="11940" y="4664"/>
                    <a:pt x="11940" y="4034"/>
                    <a:pt x="11531" y="3593"/>
                  </a:cubicBezTo>
                  <a:lnTo>
                    <a:pt x="11058" y="3120"/>
                  </a:lnTo>
                  <a:cubicBezTo>
                    <a:pt x="10869" y="2931"/>
                    <a:pt x="10609" y="2836"/>
                    <a:pt x="10346" y="2836"/>
                  </a:cubicBezTo>
                  <a:cubicBezTo>
                    <a:pt x="10082" y="2836"/>
                    <a:pt x="9814" y="2931"/>
                    <a:pt x="9609" y="3120"/>
                  </a:cubicBezTo>
                  <a:lnTo>
                    <a:pt x="9105" y="3624"/>
                  </a:lnTo>
                  <a:lnTo>
                    <a:pt x="9105" y="2490"/>
                  </a:lnTo>
                  <a:cubicBezTo>
                    <a:pt x="9105" y="2427"/>
                    <a:pt x="9074" y="2332"/>
                    <a:pt x="8979" y="2269"/>
                  </a:cubicBezTo>
                  <a:lnTo>
                    <a:pt x="6900" y="127"/>
                  </a:lnTo>
                  <a:cubicBezTo>
                    <a:pt x="6805" y="64"/>
                    <a:pt x="6742" y="1"/>
                    <a:pt x="664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91" name="Google Shape;4391;p58"/>
          <p:cNvGrpSpPr/>
          <p:nvPr/>
        </p:nvGrpSpPr>
        <p:grpSpPr>
          <a:xfrm>
            <a:off x="7307182" y="2397023"/>
            <a:ext cx="350371" cy="348247"/>
            <a:chOff x="5045775" y="1946400"/>
            <a:chExt cx="296950" cy="295150"/>
          </a:xfrm>
        </p:grpSpPr>
        <p:sp>
          <p:nvSpPr>
            <p:cNvPr id="4392" name="Google Shape;4392;p58"/>
            <p:cNvSpPr/>
            <p:nvPr/>
          </p:nvSpPr>
          <p:spPr>
            <a:xfrm>
              <a:off x="5113500" y="1998600"/>
              <a:ext cx="160700" cy="155950"/>
            </a:xfrm>
            <a:custGeom>
              <a:avLst/>
              <a:gdLst/>
              <a:ahLst/>
              <a:cxnLst/>
              <a:rect l="l" t="t" r="r" b="b"/>
              <a:pathLst>
                <a:path w="6428" h="6238" extrusionOk="0">
                  <a:moveTo>
                    <a:pt x="3309" y="2079"/>
                  </a:moveTo>
                  <a:cubicBezTo>
                    <a:pt x="3718" y="2079"/>
                    <a:pt x="4033" y="2394"/>
                    <a:pt x="4033" y="2804"/>
                  </a:cubicBezTo>
                  <a:cubicBezTo>
                    <a:pt x="4033" y="3182"/>
                    <a:pt x="3718" y="3497"/>
                    <a:pt x="3309" y="3497"/>
                  </a:cubicBezTo>
                  <a:cubicBezTo>
                    <a:pt x="2931" y="3497"/>
                    <a:pt x="2616" y="3150"/>
                    <a:pt x="2616" y="2804"/>
                  </a:cubicBezTo>
                  <a:cubicBezTo>
                    <a:pt x="2616" y="2394"/>
                    <a:pt x="2931" y="2079"/>
                    <a:pt x="3309" y="2079"/>
                  </a:cubicBezTo>
                  <a:close/>
                  <a:moveTo>
                    <a:pt x="3403" y="662"/>
                  </a:moveTo>
                  <a:cubicBezTo>
                    <a:pt x="4726" y="662"/>
                    <a:pt x="5798" y="1764"/>
                    <a:pt x="5798" y="3119"/>
                  </a:cubicBezTo>
                  <a:cubicBezTo>
                    <a:pt x="5703" y="3655"/>
                    <a:pt x="5546" y="4222"/>
                    <a:pt x="5199" y="4663"/>
                  </a:cubicBezTo>
                  <a:cubicBezTo>
                    <a:pt x="5010" y="4253"/>
                    <a:pt x="4726" y="3938"/>
                    <a:pt x="4348" y="3686"/>
                  </a:cubicBezTo>
                  <a:cubicBezTo>
                    <a:pt x="4569" y="3466"/>
                    <a:pt x="4726" y="3119"/>
                    <a:pt x="4726" y="2741"/>
                  </a:cubicBezTo>
                  <a:cubicBezTo>
                    <a:pt x="4726" y="2016"/>
                    <a:pt x="4096" y="1386"/>
                    <a:pt x="3340" y="1386"/>
                  </a:cubicBezTo>
                  <a:cubicBezTo>
                    <a:pt x="2616" y="1386"/>
                    <a:pt x="1986" y="2016"/>
                    <a:pt x="1986" y="2741"/>
                  </a:cubicBezTo>
                  <a:cubicBezTo>
                    <a:pt x="1986" y="3119"/>
                    <a:pt x="2143" y="3466"/>
                    <a:pt x="2364" y="3686"/>
                  </a:cubicBezTo>
                  <a:cubicBezTo>
                    <a:pt x="1986" y="3907"/>
                    <a:pt x="1702" y="4253"/>
                    <a:pt x="1513" y="4663"/>
                  </a:cubicBezTo>
                  <a:cubicBezTo>
                    <a:pt x="1072" y="4096"/>
                    <a:pt x="883" y="3434"/>
                    <a:pt x="977" y="2772"/>
                  </a:cubicBezTo>
                  <a:cubicBezTo>
                    <a:pt x="1135" y="1670"/>
                    <a:pt x="2143" y="662"/>
                    <a:pt x="3403" y="662"/>
                  </a:cubicBezTo>
                  <a:close/>
                  <a:moveTo>
                    <a:pt x="3309" y="4190"/>
                  </a:moveTo>
                  <a:cubicBezTo>
                    <a:pt x="3939" y="4190"/>
                    <a:pt x="4443" y="4600"/>
                    <a:pt x="4663" y="5167"/>
                  </a:cubicBezTo>
                  <a:cubicBezTo>
                    <a:pt x="4254" y="5450"/>
                    <a:pt x="3781" y="5545"/>
                    <a:pt x="3309" y="5545"/>
                  </a:cubicBezTo>
                  <a:cubicBezTo>
                    <a:pt x="2836" y="5545"/>
                    <a:pt x="2364" y="5387"/>
                    <a:pt x="1986" y="5167"/>
                  </a:cubicBezTo>
                  <a:cubicBezTo>
                    <a:pt x="2143" y="4568"/>
                    <a:pt x="2679" y="4190"/>
                    <a:pt x="3309" y="4190"/>
                  </a:cubicBezTo>
                  <a:close/>
                  <a:moveTo>
                    <a:pt x="3309" y="0"/>
                  </a:moveTo>
                  <a:cubicBezTo>
                    <a:pt x="1733" y="0"/>
                    <a:pt x="410" y="1229"/>
                    <a:pt x="253" y="2678"/>
                  </a:cubicBezTo>
                  <a:cubicBezTo>
                    <a:pt x="1" y="4600"/>
                    <a:pt x="1450" y="6238"/>
                    <a:pt x="3309" y="6238"/>
                  </a:cubicBezTo>
                  <a:cubicBezTo>
                    <a:pt x="5042" y="6238"/>
                    <a:pt x="6428" y="4820"/>
                    <a:pt x="6428" y="3119"/>
                  </a:cubicBezTo>
                  <a:cubicBezTo>
                    <a:pt x="6428" y="1418"/>
                    <a:pt x="5042" y="0"/>
                    <a:pt x="330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3" name="Google Shape;4393;p58"/>
            <p:cNvSpPr/>
            <p:nvPr/>
          </p:nvSpPr>
          <p:spPr>
            <a:xfrm>
              <a:off x="5045775" y="1946400"/>
              <a:ext cx="296950" cy="295150"/>
            </a:xfrm>
            <a:custGeom>
              <a:avLst/>
              <a:gdLst/>
              <a:ahLst/>
              <a:cxnLst/>
              <a:rect l="l" t="t" r="r" b="b"/>
              <a:pathLst>
                <a:path w="11878" h="11806" extrusionOk="0">
                  <a:moveTo>
                    <a:pt x="6018" y="765"/>
                  </a:moveTo>
                  <a:lnTo>
                    <a:pt x="6868" y="1426"/>
                  </a:lnTo>
                  <a:cubicBezTo>
                    <a:pt x="6963" y="1458"/>
                    <a:pt x="7026" y="1489"/>
                    <a:pt x="7152" y="1489"/>
                  </a:cubicBezTo>
                  <a:lnTo>
                    <a:pt x="8223" y="1332"/>
                  </a:lnTo>
                  <a:lnTo>
                    <a:pt x="8664" y="2372"/>
                  </a:lnTo>
                  <a:cubicBezTo>
                    <a:pt x="8696" y="2435"/>
                    <a:pt x="8790" y="2529"/>
                    <a:pt x="8853" y="2561"/>
                  </a:cubicBezTo>
                  <a:lnTo>
                    <a:pt x="9893" y="2970"/>
                  </a:lnTo>
                  <a:lnTo>
                    <a:pt x="9735" y="4073"/>
                  </a:lnTo>
                  <a:cubicBezTo>
                    <a:pt x="9735" y="4136"/>
                    <a:pt x="9735" y="4262"/>
                    <a:pt x="9798" y="4325"/>
                  </a:cubicBezTo>
                  <a:lnTo>
                    <a:pt x="10460" y="5207"/>
                  </a:lnTo>
                  <a:lnTo>
                    <a:pt x="9798" y="6058"/>
                  </a:lnTo>
                  <a:cubicBezTo>
                    <a:pt x="9767" y="6152"/>
                    <a:pt x="9735" y="6215"/>
                    <a:pt x="9735" y="6341"/>
                  </a:cubicBezTo>
                  <a:lnTo>
                    <a:pt x="9893" y="7444"/>
                  </a:lnTo>
                  <a:lnTo>
                    <a:pt x="8853" y="7853"/>
                  </a:lnTo>
                  <a:cubicBezTo>
                    <a:pt x="8790" y="7885"/>
                    <a:pt x="8696" y="7948"/>
                    <a:pt x="8664" y="8042"/>
                  </a:cubicBezTo>
                  <a:lnTo>
                    <a:pt x="8255" y="9051"/>
                  </a:lnTo>
                  <a:lnTo>
                    <a:pt x="7120" y="8893"/>
                  </a:lnTo>
                  <a:cubicBezTo>
                    <a:pt x="7057" y="8893"/>
                    <a:pt x="6931" y="8893"/>
                    <a:pt x="6837" y="8988"/>
                  </a:cubicBezTo>
                  <a:lnTo>
                    <a:pt x="5986" y="9649"/>
                  </a:lnTo>
                  <a:lnTo>
                    <a:pt x="5104" y="8988"/>
                  </a:lnTo>
                  <a:cubicBezTo>
                    <a:pt x="5041" y="8925"/>
                    <a:pt x="5010" y="8893"/>
                    <a:pt x="4915" y="8893"/>
                  </a:cubicBezTo>
                  <a:lnTo>
                    <a:pt x="4884" y="8893"/>
                  </a:lnTo>
                  <a:lnTo>
                    <a:pt x="3781" y="9051"/>
                  </a:lnTo>
                  <a:lnTo>
                    <a:pt x="3371" y="8042"/>
                  </a:lnTo>
                  <a:cubicBezTo>
                    <a:pt x="3340" y="7948"/>
                    <a:pt x="3277" y="7885"/>
                    <a:pt x="3182" y="7853"/>
                  </a:cubicBezTo>
                  <a:lnTo>
                    <a:pt x="2143" y="7444"/>
                  </a:lnTo>
                  <a:lnTo>
                    <a:pt x="2300" y="6341"/>
                  </a:lnTo>
                  <a:cubicBezTo>
                    <a:pt x="2300" y="6278"/>
                    <a:pt x="2300" y="6152"/>
                    <a:pt x="2237" y="6058"/>
                  </a:cubicBezTo>
                  <a:lnTo>
                    <a:pt x="1576" y="5207"/>
                  </a:lnTo>
                  <a:lnTo>
                    <a:pt x="2237" y="4325"/>
                  </a:lnTo>
                  <a:cubicBezTo>
                    <a:pt x="2269" y="4262"/>
                    <a:pt x="2300" y="4167"/>
                    <a:pt x="2300" y="4073"/>
                  </a:cubicBezTo>
                  <a:lnTo>
                    <a:pt x="2143" y="2970"/>
                  </a:lnTo>
                  <a:lnTo>
                    <a:pt x="3182" y="2561"/>
                  </a:lnTo>
                  <a:cubicBezTo>
                    <a:pt x="3277" y="2529"/>
                    <a:pt x="3340" y="2435"/>
                    <a:pt x="3371" y="2372"/>
                  </a:cubicBezTo>
                  <a:lnTo>
                    <a:pt x="3812" y="1332"/>
                  </a:lnTo>
                  <a:lnTo>
                    <a:pt x="4884" y="1489"/>
                  </a:lnTo>
                  <a:cubicBezTo>
                    <a:pt x="4947" y="1489"/>
                    <a:pt x="5073" y="1489"/>
                    <a:pt x="5167" y="1426"/>
                  </a:cubicBezTo>
                  <a:lnTo>
                    <a:pt x="6018" y="765"/>
                  </a:lnTo>
                  <a:close/>
                  <a:moveTo>
                    <a:pt x="2174" y="8168"/>
                  </a:moveTo>
                  <a:lnTo>
                    <a:pt x="2804" y="8420"/>
                  </a:lnTo>
                  <a:lnTo>
                    <a:pt x="3277" y="9586"/>
                  </a:lnTo>
                  <a:cubicBezTo>
                    <a:pt x="3308" y="9681"/>
                    <a:pt x="3434" y="9775"/>
                    <a:pt x="3529" y="9775"/>
                  </a:cubicBezTo>
                  <a:lnTo>
                    <a:pt x="2647" y="10720"/>
                  </a:lnTo>
                  <a:lnTo>
                    <a:pt x="2426" y="9649"/>
                  </a:lnTo>
                  <a:cubicBezTo>
                    <a:pt x="2395" y="9523"/>
                    <a:pt x="2332" y="9429"/>
                    <a:pt x="2174" y="9366"/>
                  </a:cubicBezTo>
                  <a:lnTo>
                    <a:pt x="1134" y="9177"/>
                  </a:lnTo>
                  <a:lnTo>
                    <a:pt x="2174" y="8168"/>
                  </a:lnTo>
                  <a:close/>
                  <a:moveTo>
                    <a:pt x="9861" y="8105"/>
                  </a:moveTo>
                  <a:lnTo>
                    <a:pt x="10901" y="9145"/>
                  </a:lnTo>
                  <a:lnTo>
                    <a:pt x="9893" y="9366"/>
                  </a:lnTo>
                  <a:cubicBezTo>
                    <a:pt x="9767" y="9429"/>
                    <a:pt x="9641" y="9492"/>
                    <a:pt x="9609" y="9649"/>
                  </a:cubicBezTo>
                  <a:lnTo>
                    <a:pt x="9389" y="10720"/>
                  </a:lnTo>
                  <a:lnTo>
                    <a:pt x="8507" y="9712"/>
                  </a:lnTo>
                  <a:cubicBezTo>
                    <a:pt x="8601" y="9712"/>
                    <a:pt x="8727" y="9649"/>
                    <a:pt x="8759" y="9523"/>
                  </a:cubicBezTo>
                  <a:lnTo>
                    <a:pt x="9231" y="8389"/>
                  </a:lnTo>
                  <a:lnTo>
                    <a:pt x="9861" y="8105"/>
                  </a:lnTo>
                  <a:close/>
                  <a:moveTo>
                    <a:pt x="6002" y="1"/>
                  </a:moveTo>
                  <a:cubicBezTo>
                    <a:pt x="5923" y="1"/>
                    <a:pt x="5844" y="24"/>
                    <a:pt x="5797" y="72"/>
                  </a:cubicBezTo>
                  <a:lnTo>
                    <a:pt x="4852" y="828"/>
                  </a:lnTo>
                  <a:lnTo>
                    <a:pt x="3623" y="670"/>
                  </a:lnTo>
                  <a:cubicBezTo>
                    <a:pt x="3607" y="667"/>
                    <a:pt x="3590" y="665"/>
                    <a:pt x="3573" y="665"/>
                  </a:cubicBezTo>
                  <a:cubicBezTo>
                    <a:pt x="3434" y="665"/>
                    <a:pt x="3305" y="775"/>
                    <a:pt x="3277" y="859"/>
                  </a:cubicBezTo>
                  <a:lnTo>
                    <a:pt x="2804" y="2025"/>
                  </a:lnTo>
                  <a:lnTo>
                    <a:pt x="1639" y="2498"/>
                  </a:lnTo>
                  <a:cubicBezTo>
                    <a:pt x="1481" y="2561"/>
                    <a:pt x="1418" y="2687"/>
                    <a:pt x="1450" y="2844"/>
                  </a:cubicBezTo>
                  <a:lnTo>
                    <a:pt x="1607" y="4073"/>
                  </a:lnTo>
                  <a:lnTo>
                    <a:pt x="851" y="5018"/>
                  </a:lnTo>
                  <a:cubicBezTo>
                    <a:pt x="788" y="5112"/>
                    <a:pt x="788" y="5333"/>
                    <a:pt x="851" y="5428"/>
                  </a:cubicBezTo>
                  <a:lnTo>
                    <a:pt x="1607" y="6373"/>
                  </a:lnTo>
                  <a:lnTo>
                    <a:pt x="1450" y="7601"/>
                  </a:lnTo>
                  <a:cubicBezTo>
                    <a:pt x="1450" y="7696"/>
                    <a:pt x="1450" y="7759"/>
                    <a:pt x="1481" y="7853"/>
                  </a:cubicBezTo>
                  <a:lnTo>
                    <a:pt x="189" y="9145"/>
                  </a:lnTo>
                  <a:cubicBezTo>
                    <a:pt x="0" y="9334"/>
                    <a:pt x="126" y="9649"/>
                    <a:pt x="347" y="9744"/>
                  </a:cubicBezTo>
                  <a:lnTo>
                    <a:pt x="1765" y="10059"/>
                  </a:lnTo>
                  <a:lnTo>
                    <a:pt x="2080" y="11539"/>
                  </a:lnTo>
                  <a:cubicBezTo>
                    <a:pt x="2099" y="11714"/>
                    <a:pt x="2250" y="11805"/>
                    <a:pt x="2407" y="11805"/>
                  </a:cubicBezTo>
                  <a:cubicBezTo>
                    <a:pt x="2505" y="11805"/>
                    <a:pt x="2606" y="11770"/>
                    <a:pt x="2678" y="11697"/>
                  </a:cubicBezTo>
                  <a:cubicBezTo>
                    <a:pt x="4410" y="9858"/>
                    <a:pt x="4587" y="9665"/>
                    <a:pt x="4601" y="9649"/>
                  </a:cubicBezTo>
                  <a:lnTo>
                    <a:pt x="4601" y="9649"/>
                  </a:lnTo>
                  <a:lnTo>
                    <a:pt x="4789" y="9618"/>
                  </a:lnTo>
                  <a:lnTo>
                    <a:pt x="5734" y="10374"/>
                  </a:lnTo>
                  <a:cubicBezTo>
                    <a:pt x="5829" y="10405"/>
                    <a:pt x="5860" y="10437"/>
                    <a:pt x="5955" y="10437"/>
                  </a:cubicBezTo>
                  <a:cubicBezTo>
                    <a:pt x="6018" y="10437"/>
                    <a:pt x="6112" y="10405"/>
                    <a:pt x="6144" y="10374"/>
                  </a:cubicBezTo>
                  <a:lnTo>
                    <a:pt x="7089" y="9618"/>
                  </a:lnTo>
                  <a:lnTo>
                    <a:pt x="7278" y="9649"/>
                  </a:lnTo>
                  <a:lnTo>
                    <a:pt x="9200" y="11697"/>
                  </a:lnTo>
                  <a:cubicBezTo>
                    <a:pt x="9284" y="11770"/>
                    <a:pt x="9388" y="11805"/>
                    <a:pt x="9485" y="11805"/>
                  </a:cubicBezTo>
                  <a:cubicBezTo>
                    <a:pt x="9640" y="11805"/>
                    <a:pt x="9779" y="11714"/>
                    <a:pt x="9798" y="11539"/>
                  </a:cubicBezTo>
                  <a:lnTo>
                    <a:pt x="10113" y="10059"/>
                  </a:lnTo>
                  <a:lnTo>
                    <a:pt x="11531" y="9744"/>
                  </a:lnTo>
                  <a:cubicBezTo>
                    <a:pt x="11815" y="9681"/>
                    <a:pt x="11878" y="9334"/>
                    <a:pt x="11689" y="9145"/>
                  </a:cubicBezTo>
                  <a:lnTo>
                    <a:pt x="10523" y="7853"/>
                  </a:lnTo>
                  <a:cubicBezTo>
                    <a:pt x="10554" y="7759"/>
                    <a:pt x="10586" y="7696"/>
                    <a:pt x="10554" y="7601"/>
                  </a:cubicBezTo>
                  <a:lnTo>
                    <a:pt x="10397" y="6373"/>
                  </a:lnTo>
                  <a:lnTo>
                    <a:pt x="11153" y="5428"/>
                  </a:lnTo>
                  <a:cubicBezTo>
                    <a:pt x="11216" y="5333"/>
                    <a:pt x="11216" y="5112"/>
                    <a:pt x="11153" y="5018"/>
                  </a:cubicBezTo>
                  <a:lnTo>
                    <a:pt x="10397" y="4073"/>
                  </a:lnTo>
                  <a:lnTo>
                    <a:pt x="10554" y="2844"/>
                  </a:lnTo>
                  <a:cubicBezTo>
                    <a:pt x="10586" y="2687"/>
                    <a:pt x="10460" y="2529"/>
                    <a:pt x="10365" y="2498"/>
                  </a:cubicBezTo>
                  <a:lnTo>
                    <a:pt x="9200" y="2025"/>
                  </a:lnTo>
                  <a:lnTo>
                    <a:pt x="8727" y="859"/>
                  </a:lnTo>
                  <a:cubicBezTo>
                    <a:pt x="8675" y="728"/>
                    <a:pt x="8578" y="662"/>
                    <a:pt x="8457" y="662"/>
                  </a:cubicBezTo>
                  <a:cubicBezTo>
                    <a:pt x="8432" y="662"/>
                    <a:pt x="8407" y="665"/>
                    <a:pt x="8381" y="670"/>
                  </a:cubicBezTo>
                  <a:lnTo>
                    <a:pt x="7152" y="828"/>
                  </a:lnTo>
                  <a:lnTo>
                    <a:pt x="6207" y="72"/>
                  </a:lnTo>
                  <a:cubicBezTo>
                    <a:pt x="6160" y="24"/>
                    <a:pt x="6081" y="1"/>
                    <a:pt x="60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94" name="Google Shape;4394;p58"/>
          <p:cNvGrpSpPr/>
          <p:nvPr/>
        </p:nvGrpSpPr>
        <p:grpSpPr>
          <a:xfrm>
            <a:off x="5374356" y="2396433"/>
            <a:ext cx="328071" cy="349427"/>
            <a:chOff x="5421475" y="1945825"/>
            <a:chExt cx="278050" cy="296150"/>
          </a:xfrm>
        </p:grpSpPr>
        <p:sp>
          <p:nvSpPr>
            <p:cNvPr id="4395" name="Google Shape;4395;p58"/>
            <p:cNvSpPr/>
            <p:nvPr/>
          </p:nvSpPr>
          <p:spPr>
            <a:xfrm>
              <a:off x="5472650" y="1999375"/>
              <a:ext cx="172525" cy="242600"/>
            </a:xfrm>
            <a:custGeom>
              <a:avLst/>
              <a:gdLst/>
              <a:ahLst/>
              <a:cxnLst/>
              <a:rect l="l" t="t" r="r" b="b"/>
              <a:pathLst>
                <a:path w="6901" h="9704" extrusionOk="0">
                  <a:moveTo>
                    <a:pt x="1765" y="1355"/>
                  </a:moveTo>
                  <a:cubicBezTo>
                    <a:pt x="1986" y="1355"/>
                    <a:pt x="2143" y="1513"/>
                    <a:pt x="2143" y="1702"/>
                  </a:cubicBezTo>
                  <a:lnTo>
                    <a:pt x="2143" y="2048"/>
                  </a:lnTo>
                  <a:lnTo>
                    <a:pt x="1765" y="2048"/>
                  </a:lnTo>
                  <a:cubicBezTo>
                    <a:pt x="1671" y="2048"/>
                    <a:pt x="1545" y="2048"/>
                    <a:pt x="1419" y="2111"/>
                  </a:cubicBezTo>
                  <a:lnTo>
                    <a:pt x="1419" y="1702"/>
                  </a:lnTo>
                  <a:cubicBezTo>
                    <a:pt x="1419" y="1513"/>
                    <a:pt x="1576" y="1355"/>
                    <a:pt x="1765" y="1355"/>
                  </a:cubicBezTo>
                  <a:close/>
                  <a:moveTo>
                    <a:pt x="3151" y="631"/>
                  </a:moveTo>
                  <a:cubicBezTo>
                    <a:pt x="3341" y="631"/>
                    <a:pt x="3498" y="788"/>
                    <a:pt x="3498" y="1009"/>
                  </a:cubicBezTo>
                  <a:lnTo>
                    <a:pt x="3498" y="2111"/>
                  </a:lnTo>
                  <a:cubicBezTo>
                    <a:pt x="3404" y="2048"/>
                    <a:pt x="3277" y="2017"/>
                    <a:pt x="3151" y="2017"/>
                  </a:cubicBezTo>
                  <a:lnTo>
                    <a:pt x="2805" y="2017"/>
                  </a:lnTo>
                  <a:lnTo>
                    <a:pt x="2805" y="1009"/>
                  </a:lnTo>
                  <a:cubicBezTo>
                    <a:pt x="2805" y="788"/>
                    <a:pt x="2962" y="631"/>
                    <a:pt x="3151" y="631"/>
                  </a:cubicBezTo>
                  <a:close/>
                  <a:moveTo>
                    <a:pt x="4538" y="1355"/>
                  </a:moveTo>
                  <a:cubicBezTo>
                    <a:pt x="4727" y="1355"/>
                    <a:pt x="4884" y="1513"/>
                    <a:pt x="4884" y="1702"/>
                  </a:cubicBezTo>
                  <a:lnTo>
                    <a:pt x="4884" y="3088"/>
                  </a:lnTo>
                  <a:cubicBezTo>
                    <a:pt x="4884" y="3277"/>
                    <a:pt x="4727" y="3435"/>
                    <a:pt x="4538" y="3435"/>
                  </a:cubicBezTo>
                  <a:cubicBezTo>
                    <a:pt x="4349" y="3435"/>
                    <a:pt x="4191" y="3277"/>
                    <a:pt x="4191" y="3088"/>
                  </a:cubicBezTo>
                  <a:lnTo>
                    <a:pt x="4191" y="1702"/>
                  </a:lnTo>
                  <a:cubicBezTo>
                    <a:pt x="4191" y="1513"/>
                    <a:pt x="4349" y="1355"/>
                    <a:pt x="4538" y="1355"/>
                  </a:cubicBezTo>
                  <a:close/>
                  <a:moveTo>
                    <a:pt x="5924" y="2017"/>
                  </a:moveTo>
                  <a:cubicBezTo>
                    <a:pt x="6113" y="2017"/>
                    <a:pt x="6270" y="2174"/>
                    <a:pt x="6270" y="2363"/>
                  </a:cubicBezTo>
                  <a:lnTo>
                    <a:pt x="6270" y="3088"/>
                  </a:lnTo>
                  <a:cubicBezTo>
                    <a:pt x="6270" y="3277"/>
                    <a:pt x="6113" y="3435"/>
                    <a:pt x="5924" y="3435"/>
                  </a:cubicBezTo>
                  <a:cubicBezTo>
                    <a:pt x="5703" y="3435"/>
                    <a:pt x="5546" y="3277"/>
                    <a:pt x="5546" y="3088"/>
                  </a:cubicBezTo>
                  <a:lnTo>
                    <a:pt x="5546" y="2363"/>
                  </a:lnTo>
                  <a:cubicBezTo>
                    <a:pt x="5546" y="2174"/>
                    <a:pt x="5703" y="2017"/>
                    <a:pt x="5924" y="2017"/>
                  </a:cubicBezTo>
                  <a:close/>
                  <a:moveTo>
                    <a:pt x="3120" y="2741"/>
                  </a:moveTo>
                  <a:cubicBezTo>
                    <a:pt x="3309" y="2741"/>
                    <a:pt x="3467" y="2899"/>
                    <a:pt x="3467" y="3088"/>
                  </a:cubicBezTo>
                  <a:cubicBezTo>
                    <a:pt x="3467" y="3277"/>
                    <a:pt x="3309" y="3435"/>
                    <a:pt x="3120" y="3435"/>
                  </a:cubicBezTo>
                  <a:lnTo>
                    <a:pt x="1734" y="3435"/>
                  </a:lnTo>
                  <a:cubicBezTo>
                    <a:pt x="1545" y="3435"/>
                    <a:pt x="1387" y="3592"/>
                    <a:pt x="1387" y="3781"/>
                  </a:cubicBezTo>
                  <a:cubicBezTo>
                    <a:pt x="1387" y="4002"/>
                    <a:pt x="1545" y="4159"/>
                    <a:pt x="1734" y="4159"/>
                  </a:cubicBezTo>
                  <a:cubicBezTo>
                    <a:pt x="2679" y="4159"/>
                    <a:pt x="3467" y="4947"/>
                    <a:pt x="3467" y="5892"/>
                  </a:cubicBezTo>
                  <a:cubicBezTo>
                    <a:pt x="3467" y="6081"/>
                    <a:pt x="3624" y="6238"/>
                    <a:pt x="3845" y="6238"/>
                  </a:cubicBezTo>
                  <a:cubicBezTo>
                    <a:pt x="4034" y="6238"/>
                    <a:pt x="4191" y="6081"/>
                    <a:pt x="4191" y="5892"/>
                  </a:cubicBezTo>
                  <a:cubicBezTo>
                    <a:pt x="4191" y="5167"/>
                    <a:pt x="3876" y="4537"/>
                    <a:pt x="3435" y="4096"/>
                  </a:cubicBezTo>
                  <a:cubicBezTo>
                    <a:pt x="3593" y="4065"/>
                    <a:pt x="3750" y="4002"/>
                    <a:pt x="3876" y="3876"/>
                  </a:cubicBezTo>
                  <a:cubicBezTo>
                    <a:pt x="4065" y="4033"/>
                    <a:pt x="4317" y="4159"/>
                    <a:pt x="4569" y="4159"/>
                  </a:cubicBezTo>
                  <a:cubicBezTo>
                    <a:pt x="4853" y="4159"/>
                    <a:pt x="5073" y="4033"/>
                    <a:pt x="5294" y="3876"/>
                  </a:cubicBezTo>
                  <a:cubicBezTo>
                    <a:pt x="5483" y="4033"/>
                    <a:pt x="5703" y="4159"/>
                    <a:pt x="5987" y="4159"/>
                  </a:cubicBezTo>
                  <a:cubicBezTo>
                    <a:pt x="6113" y="4159"/>
                    <a:pt x="6239" y="4096"/>
                    <a:pt x="6333" y="4065"/>
                  </a:cubicBezTo>
                  <a:lnTo>
                    <a:pt x="6333" y="5167"/>
                  </a:lnTo>
                  <a:cubicBezTo>
                    <a:pt x="6333" y="5923"/>
                    <a:pt x="5861" y="6554"/>
                    <a:pt x="5199" y="6774"/>
                  </a:cubicBezTo>
                  <a:cubicBezTo>
                    <a:pt x="5042" y="6837"/>
                    <a:pt x="4979" y="6995"/>
                    <a:pt x="4979" y="7089"/>
                  </a:cubicBezTo>
                  <a:lnTo>
                    <a:pt x="4979" y="7562"/>
                  </a:lnTo>
                  <a:lnTo>
                    <a:pt x="2206" y="7562"/>
                  </a:lnTo>
                  <a:lnTo>
                    <a:pt x="2206" y="7089"/>
                  </a:lnTo>
                  <a:cubicBezTo>
                    <a:pt x="2206" y="6932"/>
                    <a:pt x="2143" y="6837"/>
                    <a:pt x="1986" y="6774"/>
                  </a:cubicBezTo>
                  <a:cubicBezTo>
                    <a:pt x="1261" y="6554"/>
                    <a:pt x="820" y="5892"/>
                    <a:pt x="820" y="5167"/>
                  </a:cubicBezTo>
                  <a:lnTo>
                    <a:pt x="820" y="3750"/>
                  </a:lnTo>
                  <a:lnTo>
                    <a:pt x="726" y="3750"/>
                  </a:lnTo>
                  <a:cubicBezTo>
                    <a:pt x="726" y="3151"/>
                    <a:pt x="1198" y="2741"/>
                    <a:pt x="1734" y="2741"/>
                  </a:cubicBezTo>
                  <a:close/>
                  <a:moveTo>
                    <a:pt x="5199" y="8286"/>
                  </a:moveTo>
                  <a:cubicBezTo>
                    <a:pt x="5388" y="8286"/>
                    <a:pt x="5546" y="8444"/>
                    <a:pt x="5546" y="8633"/>
                  </a:cubicBezTo>
                  <a:lnTo>
                    <a:pt x="5546" y="8979"/>
                  </a:lnTo>
                  <a:lnTo>
                    <a:pt x="1387" y="8979"/>
                  </a:lnTo>
                  <a:lnTo>
                    <a:pt x="1387" y="8633"/>
                  </a:lnTo>
                  <a:cubicBezTo>
                    <a:pt x="1387" y="8444"/>
                    <a:pt x="1545" y="8286"/>
                    <a:pt x="1734" y="8286"/>
                  </a:cubicBezTo>
                  <a:close/>
                  <a:moveTo>
                    <a:pt x="3120" y="1"/>
                  </a:moveTo>
                  <a:cubicBezTo>
                    <a:pt x="2647" y="1"/>
                    <a:pt x="2269" y="316"/>
                    <a:pt x="2143" y="757"/>
                  </a:cubicBezTo>
                  <a:cubicBezTo>
                    <a:pt x="2017" y="725"/>
                    <a:pt x="1891" y="694"/>
                    <a:pt x="1734" y="694"/>
                  </a:cubicBezTo>
                  <a:cubicBezTo>
                    <a:pt x="1167" y="694"/>
                    <a:pt x="726" y="1166"/>
                    <a:pt x="726" y="1702"/>
                  </a:cubicBezTo>
                  <a:lnTo>
                    <a:pt x="726" y="2426"/>
                  </a:lnTo>
                  <a:cubicBezTo>
                    <a:pt x="285" y="2678"/>
                    <a:pt x="1" y="3214"/>
                    <a:pt x="1" y="3750"/>
                  </a:cubicBezTo>
                  <a:lnTo>
                    <a:pt x="1" y="5136"/>
                  </a:lnTo>
                  <a:cubicBezTo>
                    <a:pt x="1" y="6081"/>
                    <a:pt x="568" y="6932"/>
                    <a:pt x="1387" y="7341"/>
                  </a:cubicBezTo>
                  <a:lnTo>
                    <a:pt x="1387" y="7656"/>
                  </a:lnTo>
                  <a:cubicBezTo>
                    <a:pt x="1009" y="7814"/>
                    <a:pt x="694" y="8160"/>
                    <a:pt x="694" y="8633"/>
                  </a:cubicBezTo>
                  <a:lnTo>
                    <a:pt x="694" y="9357"/>
                  </a:lnTo>
                  <a:cubicBezTo>
                    <a:pt x="694" y="9546"/>
                    <a:pt x="852" y="9704"/>
                    <a:pt x="1041" y="9704"/>
                  </a:cubicBezTo>
                  <a:lnTo>
                    <a:pt x="5892" y="9704"/>
                  </a:lnTo>
                  <a:cubicBezTo>
                    <a:pt x="6081" y="9704"/>
                    <a:pt x="6239" y="9546"/>
                    <a:pt x="6239" y="9357"/>
                  </a:cubicBezTo>
                  <a:lnTo>
                    <a:pt x="6239" y="8633"/>
                  </a:lnTo>
                  <a:cubicBezTo>
                    <a:pt x="6239" y="8192"/>
                    <a:pt x="5955" y="7814"/>
                    <a:pt x="5514" y="7656"/>
                  </a:cubicBezTo>
                  <a:lnTo>
                    <a:pt x="5514" y="7341"/>
                  </a:lnTo>
                  <a:cubicBezTo>
                    <a:pt x="6365" y="6932"/>
                    <a:pt x="6901" y="6081"/>
                    <a:pt x="6901" y="5136"/>
                  </a:cubicBezTo>
                  <a:lnTo>
                    <a:pt x="6901" y="2363"/>
                  </a:lnTo>
                  <a:cubicBezTo>
                    <a:pt x="6901" y="1796"/>
                    <a:pt x="6428" y="1355"/>
                    <a:pt x="5892" y="1355"/>
                  </a:cubicBezTo>
                  <a:cubicBezTo>
                    <a:pt x="5766" y="1355"/>
                    <a:pt x="5609" y="1387"/>
                    <a:pt x="5483" y="1418"/>
                  </a:cubicBezTo>
                  <a:cubicBezTo>
                    <a:pt x="5357" y="1009"/>
                    <a:pt x="4979" y="694"/>
                    <a:pt x="4506" y="694"/>
                  </a:cubicBezTo>
                  <a:cubicBezTo>
                    <a:pt x="4380" y="694"/>
                    <a:pt x="4223" y="725"/>
                    <a:pt x="4097" y="757"/>
                  </a:cubicBezTo>
                  <a:cubicBezTo>
                    <a:pt x="4002" y="316"/>
                    <a:pt x="3593" y="1"/>
                    <a:pt x="31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6" name="Google Shape;4396;p58"/>
            <p:cNvSpPr/>
            <p:nvPr/>
          </p:nvSpPr>
          <p:spPr>
            <a:xfrm>
              <a:off x="5559300" y="1945825"/>
              <a:ext cx="18150" cy="44125"/>
            </a:xfrm>
            <a:custGeom>
              <a:avLst/>
              <a:gdLst/>
              <a:ahLst/>
              <a:cxnLst/>
              <a:rect l="l" t="t" r="r" b="b"/>
              <a:pathLst>
                <a:path w="726" h="176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418"/>
                  </a:lnTo>
                  <a:cubicBezTo>
                    <a:pt x="1" y="1607"/>
                    <a:pt x="158" y="1764"/>
                    <a:pt x="379" y="1764"/>
                  </a:cubicBezTo>
                  <a:cubicBezTo>
                    <a:pt x="568" y="1764"/>
                    <a:pt x="725" y="1607"/>
                    <a:pt x="725" y="1418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7" name="Google Shape;4397;p58"/>
            <p:cNvSpPr/>
            <p:nvPr/>
          </p:nvSpPr>
          <p:spPr>
            <a:xfrm>
              <a:off x="5611275" y="1963925"/>
              <a:ext cx="35475" cy="34500"/>
            </a:xfrm>
            <a:custGeom>
              <a:avLst/>
              <a:gdLst/>
              <a:ahLst/>
              <a:cxnLst/>
              <a:rect l="l" t="t" r="r" b="b"/>
              <a:pathLst>
                <a:path w="1419" h="1380" extrusionOk="0">
                  <a:moveTo>
                    <a:pt x="1076" y="1"/>
                  </a:moveTo>
                  <a:cubicBezTo>
                    <a:pt x="985" y="1"/>
                    <a:pt x="899" y="32"/>
                    <a:pt x="851" y="95"/>
                  </a:cubicBezTo>
                  <a:lnTo>
                    <a:pt x="127" y="788"/>
                  </a:lnTo>
                  <a:cubicBezTo>
                    <a:pt x="1" y="914"/>
                    <a:pt x="1" y="1166"/>
                    <a:pt x="127" y="1261"/>
                  </a:cubicBezTo>
                  <a:cubicBezTo>
                    <a:pt x="190" y="1340"/>
                    <a:pt x="284" y="1379"/>
                    <a:pt x="375" y="1379"/>
                  </a:cubicBezTo>
                  <a:cubicBezTo>
                    <a:pt x="466" y="1379"/>
                    <a:pt x="552" y="1340"/>
                    <a:pt x="599" y="1261"/>
                  </a:cubicBezTo>
                  <a:lnTo>
                    <a:pt x="1324" y="568"/>
                  </a:lnTo>
                  <a:cubicBezTo>
                    <a:pt x="1419" y="442"/>
                    <a:pt x="1419" y="221"/>
                    <a:pt x="1324" y="95"/>
                  </a:cubicBezTo>
                  <a:cubicBezTo>
                    <a:pt x="1261" y="32"/>
                    <a:pt x="1167" y="1"/>
                    <a:pt x="10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8" name="Google Shape;4398;p58"/>
            <p:cNvSpPr/>
            <p:nvPr/>
          </p:nvSpPr>
          <p:spPr>
            <a:xfrm>
              <a:off x="5664050" y="2067900"/>
              <a:ext cx="35475" cy="17350"/>
            </a:xfrm>
            <a:custGeom>
              <a:avLst/>
              <a:gdLst/>
              <a:ahLst/>
              <a:cxnLst/>
              <a:rect l="l" t="t" r="r" b="b"/>
              <a:pathLst>
                <a:path w="1419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418" y="158"/>
                    <a:pt x="1261" y="0"/>
                    <a:pt x="10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9" name="Google Shape;4399;p58"/>
            <p:cNvSpPr/>
            <p:nvPr/>
          </p:nvSpPr>
          <p:spPr>
            <a:xfrm>
              <a:off x="5421475" y="2067900"/>
              <a:ext cx="35450" cy="17350"/>
            </a:xfrm>
            <a:custGeom>
              <a:avLst/>
              <a:gdLst/>
              <a:ahLst/>
              <a:cxnLst/>
              <a:rect l="l" t="t" r="r" b="b"/>
              <a:pathLst>
                <a:path w="1418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78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0" name="Google Shape;4400;p58"/>
            <p:cNvSpPr/>
            <p:nvPr/>
          </p:nvSpPr>
          <p:spPr>
            <a:xfrm>
              <a:off x="5490000" y="1963925"/>
              <a:ext cx="35450" cy="33900"/>
            </a:xfrm>
            <a:custGeom>
              <a:avLst/>
              <a:gdLst/>
              <a:ahLst/>
              <a:cxnLst/>
              <a:rect l="l" t="t" r="r" b="b"/>
              <a:pathLst>
                <a:path w="1418" h="135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221"/>
                    <a:pt x="0" y="442"/>
                    <a:pt x="95" y="568"/>
                  </a:cubicBezTo>
                  <a:lnTo>
                    <a:pt x="819" y="1261"/>
                  </a:lnTo>
                  <a:cubicBezTo>
                    <a:pt x="866" y="1324"/>
                    <a:pt x="953" y="1356"/>
                    <a:pt x="1044" y="1356"/>
                  </a:cubicBezTo>
                  <a:cubicBezTo>
                    <a:pt x="1134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67" y="95"/>
                  </a:lnTo>
                  <a:cubicBezTo>
                    <a:pt x="520" y="32"/>
                    <a:pt x="433" y="1"/>
                    <a:pt x="34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1" name="Google Shape;4401;p58"/>
            <p:cNvSpPr/>
            <p:nvPr/>
          </p:nvSpPr>
          <p:spPr>
            <a:xfrm>
              <a:off x="5437225" y="1997650"/>
              <a:ext cx="37825" cy="26325"/>
            </a:xfrm>
            <a:custGeom>
              <a:avLst/>
              <a:gdLst/>
              <a:ahLst/>
              <a:cxnLst/>
              <a:rect l="l" t="t" r="r" b="b"/>
              <a:pathLst>
                <a:path w="1513" h="1053" extrusionOk="0">
                  <a:moveTo>
                    <a:pt x="422" y="0"/>
                  </a:moveTo>
                  <a:cubicBezTo>
                    <a:pt x="285" y="0"/>
                    <a:pt x="140" y="81"/>
                    <a:pt x="95" y="196"/>
                  </a:cubicBezTo>
                  <a:cubicBezTo>
                    <a:pt x="0" y="353"/>
                    <a:pt x="95" y="574"/>
                    <a:pt x="252" y="668"/>
                  </a:cubicBezTo>
                  <a:lnTo>
                    <a:pt x="945" y="1015"/>
                  </a:lnTo>
                  <a:cubicBezTo>
                    <a:pt x="989" y="1041"/>
                    <a:pt x="1039" y="1052"/>
                    <a:pt x="1091" y="1052"/>
                  </a:cubicBezTo>
                  <a:cubicBezTo>
                    <a:pt x="1227" y="1052"/>
                    <a:pt x="1372" y="971"/>
                    <a:pt x="1418" y="857"/>
                  </a:cubicBezTo>
                  <a:cubicBezTo>
                    <a:pt x="1512" y="700"/>
                    <a:pt x="1418" y="479"/>
                    <a:pt x="1260" y="385"/>
                  </a:cubicBezTo>
                  <a:lnTo>
                    <a:pt x="567" y="38"/>
                  </a:lnTo>
                  <a:cubicBezTo>
                    <a:pt x="524" y="12"/>
                    <a:pt x="473" y="0"/>
                    <a:pt x="4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2" name="Google Shape;4402;p58"/>
            <p:cNvSpPr/>
            <p:nvPr/>
          </p:nvSpPr>
          <p:spPr>
            <a:xfrm>
              <a:off x="5645150" y="1998300"/>
              <a:ext cx="37825" cy="26900"/>
            </a:xfrm>
            <a:custGeom>
              <a:avLst/>
              <a:gdLst/>
              <a:ahLst/>
              <a:cxnLst/>
              <a:rect l="l" t="t" r="r" b="b"/>
              <a:pathLst>
                <a:path w="1513" h="1076" extrusionOk="0">
                  <a:moveTo>
                    <a:pt x="1098" y="0"/>
                  </a:moveTo>
                  <a:cubicBezTo>
                    <a:pt x="1046" y="0"/>
                    <a:pt x="994" y="14"/>
                    <a:pt x="946" y="44"/>
                  </a:cubicBezTo>
                  <a:lnTo>
                    <a:pt x="253" y="422"/>
                  </a:lnTo>
                  <a:cubicBezTo>
                    <a:pt x="95" y="485"/>
                    <a:pt x="1" y="674"/>
                    <a:pt x="95" y="894"/>
                  </a:cubicBezTo>
                  <a:cubicBezTo>
                    <a:pt x="142" y="1011"/>
                    <a:pt x="258" y="1076"/>
                    <a:pt x="405" y="1076"/>
                  </a:cubicBezTo>
                  <a:cubicBezTo>
                    <a:pt x="456" y="1076"/>
                    <a:pt x="511" y="1068"/>
                    <a:pt x="568" y="1052"/>
                  </a:cubicBezTo>
                  <a:lnTo>
                    <a:pt x="1261" y="674"/>
                  </a:lnTo>
                  <a:cubicBezTo>
                    <a:pt x="1418" y="611"/>
                    <a:pt x="1513" y="422"/>
                    <a:pt x="1418" y="201"/>
                  </a:cubicBezTo>
                  <a:cubicBezTo>
                    <a:pt x="1331" y="71"/>
                    <a:pt x="1214" y="0"/>
                    <a:pt x="109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03" name="Google Shape;4403;p58"/>
          <p:cNvGrpSpPr/>
          <p:nvPr/>
        </p:nvGrpSpPr>
        <p:grpSpPr>
          <a:xfrm>
            <a:off x="1498594" y="2438703"/>
            <a:ext cx="350401" cy="264888"/>
            <a:chOff x="3962775" y="1990700"/>
            <a:chExt cx="296975" cy="224500"/>
          </a:xfrm>
        </p:grpSpPr>
        <p:sp>
          <p:nvSpPr>
            <p:cNvPr id="4404" name="Google Shape;4404;p58"/>
            <p:cNvSpPr/>
            <p:nvPr/>
          </p:nvSpPr>
          <p:spPr>
            <a:xfrm>
              <a:off x="4216400" y="2093100"/>
              <a:ext cx="43350" cy="18150"/>
            </a:xfrm>
            <a:custGeom>
              <a:avLst/>
              <a:gdLst/>
              <a:ahLst/>
              <a:cxnLst/>
              <a:rect l="l" t="t" r="r" b="b"/>
              <a:pathLst>
                <a:path w="1734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387" y="725"/>
                  </a:lnTo>
                  <a:cubicBezTo>
                    <a:pt x="1576" y="725"/>
                    <a:pt x="1733" y="568"/>
                    <a:pt x="1733" y="347"/>
                  </a:cubicBezTo>
                  <a:cubicBezTo>
                    <a:pt x="1702" y="158"/>
                    <a:pt x="1544" y="1"/>
                    <a:pt x="13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5" name="Google Shape;4405;p58"/>
            <p:cNvSpPr/>
            <p:nvPr/>
          </p:nvSpPr>
          <p:spPr>
            <a:xfrm>
              <a:off x="4206950" y="2129325"/>
              <a:ext cx="35475" cy="33900"/>
            </a:xfrm>
            <a:custGeom>
              <a:avLst/>
              <a:gdLst/>
              <a:ahLst/>
              <a:cxnLst/>
              <a:rect l="l" t="t" r="r" b="b"/>
              <a:pathLst>
                <a:path w="1419" h="1356" extrusionOk="0">
                  <a:moveTo>
                    <a:pt x="351" y="1"/>
                  </a:moveTo>
                  <a:cubicBezTo>
                    <a:pt x="260" y="1"/>
                    <a:pt x="174" y="32"/>
                    <a:pt x="127" y="95"/>
                  </a:cubicBezTo>
                  <a:cubicBezTo>
                    <a:pt x="1" y="221"/>
                    <a:pt x="1" y="410"/>
                    <a:pt x="127" y="568"/>
                  </a:cubicBezTo>
                  <a:lnTo>
                    <a:pt x="820" y="1261"/>
                  </a:lnTo>
                  <a:cubicBezTo>
                    <a:pt x="883" y="1324"/>
                    <a:pt x="969" y="1356"/>
                    <a:pt x="1056" y="1356"/>
                  </a:cubicBezTo>
                  <a:cubicBezTo>
                    <a:pt x="1143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99" y="95"/>
                  </a:lnTo>
                  <a:cubicBezTo>
                    <a:pt x="536" y="32"/>
                    <a:pt x="442" y="1"/>
                    <a:pt x="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6" name="Google Shape;4406;p58"/>
            <p:cNvSpPr/>
            <p:nvPr/>
          </p:nvSpPr>
          <p:spPr>
            <a:xfrm>
              <a:off x="4207750" y="2041900"/>
              <a:ext cx="35450" cy="34500"/>
            </a:xfrm>
            <a:custGeom>
              <a:avLst/>
              <a:gdLst/>
              <a:ahLst/>
              <a:cxnLst/>
              <a:rect l="l" t="t" r="r" b="b"/>
              <a:pathLst>
                <a:path w="1418" h="1380" extrusionOk="0">
                  <a:moveTo>
                    <a:pt x="1067" y="1"/>
                  </a:moveTo>
                  <a:cubicBezTo>
                    <a:pt x="977" y="1"/>
                    <a:pt x="882" y="32"/>
                    <a:pt x="819" y="95"/>
                  </a:cubicBezTo>
                  <a:lnTo>
                    <a:pt x="126" y="788"/>
                  </a:lnTo>
                  <a:cubicBezTo>
                    <a:pt x="0" y="914"/>
                    <a:pt x="0" y="1135"/>
                    <a:pt x="126" y="1261"/>
                  </a:cubicBezTo>
                  <a:cubicBezTo>
                    <a:pt x="189" y="1340"/>
                    <a:pt x="268" y="1379"/>
                    <a:pt x="351" y="1379"/>
                  </a:cubicBezTo>
                  <a:cubicBezTo>
                    <a:pt x="433" y="1379"/>
                    <a:pt x="520" y="1340"/>
                    <a:pt x="599" y="1261"/>
                  </a:cubicBezTo>
                  <a:lnTo>
                    <a:pt x="1292" y="568"/>
                  </a:lnTo>
                  <a:cubicBezTo>
                    <a:pt x="1418" y="442"/>
                    <a:pt x="1418" y="190"/>
                    <a:pt x="1292" y="95"/>
                  </a:cubicBezTo>
                  <a:cubicBezTo>
                    <a:pt x="1244" y="32"/>
                    <a:pt x="1158" y="1"/>
                    <a:pt x="10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7" name="Google Shape;4407;p58"/>
            <p:cNvSpPr/>
            <p:nvPr/>
          </p:nvSpPr>
          <p:spPr>
            <a:xfrm>
              <a:off x="3962775" y="1990700"/>
              <a:ext cx="226075" cy="224500"/>
            </a:xfrm>
            <a:custGeom>
              <a:avLst/>
              <a:gdLst/>
              <a:ahLst/>
              <a:cxnLst/>
              <a:rect l="l" t="t" r="r" b="b"/>
              <a:pathLst>
                <a:path w="9043" h="8980" extrusionOk="0">
                  <a:moveTo>
                    <a:pt x="1419" y="3403"/>
                  </a:moveTo>
                  <a:lnTo>
                    <a:pt x="1419" y="4790"/>
                  </a:lnTo>
                  <a:cubicBezTo>
                    <a:pt x="1009" y="4790"/>
                    <a:pt x="694" y="4506"/>
                    <a:pt x="694" y="4097"/>
                  </a:cubicBezTo>
                  <a:cubicBezTo>
                    <a:pt x="694" y="3719"/>
                    <a:pt x="1009" y="3403"/>
                    <a:pt x="1419" y="3403"/>
                  </a:cubicBezTo>
                  <a:close/>
                  <a:moveTo>
                    <a:pt x="4191" y="2710"/>
                  </a:moveTo>
                  <a:lnTo>
                    <a:pt x="4191" y="5483"/>
                  </a:lnTo>
                  <a:lnTo>
                    <a:pt x="2490" y="5483"/>
                  </a:lnTo>
                  <a:cubicBezTo>
                    <a:pt x="2269" y="5483"/>
                    <a:pt x="2112" y="5325"/>
                    <a:pt x="2112" y="5105"/>
                  </a:cubicBezTo>
                  <a:lnTo>
                    <a:pt x="2112" y="3088"/>
                  </a:lnTo>
                  <a:cubicBezTo>
                    <a:pt x="2112" y="2868"/>
                    <a:pt x="2269" y="2710"/>
                    <a:pt x="2490" y="2710"/>
                  </a:cubicBezTo>
                  <a:close/>
                  <a:moveTo>
                    <a:pt x="6995" y="1828"/>
                  </a:moveTo>
                  <a:lnTo>
                    <a:pt x="6995" y="6428"/>
                  </a:lnTo>
                  <a:cubicBezTo>
                    <a:pt x="6428" y="5924"/>
                    <a:pt x="5672" y="5609"/>
                    <a:pt x="4884" y="5514"/>
                  </a:cubicBezTo>
                  <a:lnTo>
                    <a:pt x="4884" y="2710"/>
                  </a:lnTo>
                  <a:cubicBezTo>
                    <a:pt x="5672" y="2647"/>
                    <a:pt x="6428" y="2332"/>
                    <a:pt x="6995" y="1828"/>
                  </a:cubicBezTo>
                  <a:close/>
                  <a:moveTo>
                    <a:pt x="8066" y="631"/>
                  </a:moveTo>
                  <a:cubicBezTo>
                    <a:pt x="8255" y="631"/>
                    <a:pt x="8413" y="789"/>
                    <a:pt x="8413" y="978"/>
                  </a:cubicBezTo>
                  <a:lnTo>
                    <a:pt x="8413" y="7216"/>
                  </a:lnTo>
                  <a:cubicBezTo>
                    <a:pt x="8413" y="7405"/>
                    <a:pt x="8255" y="7562"/>
                    <a:pt x="8066" y="7562"/>
                  </a:cubicBezTo>
                  <a:cubicBezTo>
                    <a:pt x="7877" y="7562"/>
                    <a:pt x="7720" y="7405"/>
                    <a:pt x="7720" y="7216"/>
                  </a:cubicBezTo>
                  <a:lnTo>
                    <a:pt x="7720" y="978"/>
                  </a:lnTo>
                  <a:cubicBezTo>
                    <a:pt x="7720" y="789"/>
                    <a:pt x="7877" y="631"/>
                    <a:pt x="8066" y="631"/>
                  </a:cubicBezTo>
                  <a:close/>
                  <a:moveTo>
                    <a:pt x="3498" y="6176"/>
                  </a:moveTo>
                  <a:lnTo>
                    <a:pt x="3498" y="7909"/>
                  </a:lnTo>
                  <a:cubicBezTo>
                    <a:pt x="3498" y="8129"/>
                    <a:pt x="3340" y="8287"/>
                    <a:pt x="3151" y="8287"/>
                  </a:cubicBezTo>
                  <a:cubicBezTo>
                    <a:pt x="2962" y="8287"/>
                    <a:pt x="2805" y="8129"/>
                    <a:pt x="2805" y="7909"/>
                  </a:cubicBezTo>
                  <a:lnTo>
                    <a:pt x="2805" y="6176"/>
                  </a:lnTo>
                  <a:close/>
                  <a:moveTo>
                    <a:pt x="8035" y="1"/>
                  </a:moveTo>
                  <a:cubicBezTo>
                    <a:pt x="7531" y="1"/>
                    <a:pt x="7090" y="411"/>
                    <a:pt x="6995" y="883"/>
                  </a:cubicBezTo>
                  <a:lnTo>
                    <a:pt x="6680" y="1198"/>
                  </a:lnTo>
                  <a:cubicBezTo>
                    <a:pt x="6144" y="1734"/>
                    <a:pt x="5325" y="2049"/>
                    <a:pt x="4538" y="2049"/>
                  </a:cubicBezTo>
                  <a:lnTo>
                    <a:pt x="2427" y="2049"/>
                  </a:lnTo>
                  <a:cubicBezTo>
                    <a:pt x="2017" y="2049"/>
                    <a:pt x="1608" y="2332"/>
                    <a:pt x="1450" y="2773"/>
                  </a:cubicBezTo>
                  <a:lnTo>
                    <a:pt x="1387" y="2773"/>
                  </a:lnTo>
                  <a:cubicBezTo>
                    <a:pt x="631" y="2773"/>
                    <a:pt x="1" y="3403"/>
                    <a:pt x="1" y="4128"/>
                  </a:cubicBezTo>
                  <a:cubicBezTo>
                    <a:pt x="1" y="4884"/>
                    <a:pt x="631" y="5514"/>
                    <a:pt x="1387" y="5514"/>
                  </a:cubicBezTo>
                  <a:lnTo>
                    <a:pt x="1450" y="5514"/>
                  </a:lnTo>
                  <a:cubicBezTo>
                    <a:pt x="1576" y="5798"/>
                    <a:pt x="1797" y="6018"/>
                    <a:pt x="2080" y="6144"/>
                  </a:cubicBezTo>
                  <a:lnTo>
                    <a:pt x="2080" y="7940"/>
                  </a:lnTo>
                  <a:cubicBezTo>
                    <a:pt x="2112" y="8507"/>
                    <a:pt x="2584" y="8980"/>
                    <a:pt x="3151" y="8980"/>
                  </a:cubicBezTo>
                  <a:cubicBezTo>
                    <a:pt x="3750" y="8980"/>
                    <a:pt x="4160" y="8507"/>
                    <a:pt x="4160" y="7972"/>
                  </a:cubicBezTo>
                  <a:lnTo>
                    <a:pt x="4160" y="6239"/>
                  </a:lnTo>
                  <a:lnTo>
                    <a:pt x="4538" y="6239"/>
                  </a:lnTo>
                  <a:cubicBezTo>
                    <a:pt x="5325" y="6239"/>
                    <a:pt x="6144" y="6554"/>
                    <a:pt x="6680" y="7090"/>
                  </a:cubicBezTo>
                  <a:lnTo>
                    <a:pt x="6995" y="7405"/>
                  </a:lnTo>
                  <a:cubicBezTo>
                    <a:pt x="7090" y="7909"/>
                    <a:pt x="7531" y="8287"/>
                    <a:pt x="8035" y="8287"/>
                  </a:cubicBezTo>
                  <a:cubicBezTo>
                    <a:pt x="8633" y="8287"/>
                    <a:pt x="9043" y="7814"/>
                    <a:pt x="9043" y="7247"/>
                  </a:cubicBezTo>
                  <a:lnTo>
                    <a:pt x="9043" y="1041"/>
                  </a:lnTo>
                  <a:cubicBezTo>
                    <a:pt x="9043" y="442"/>
                    <a:pt x="8570" y="1"/>
                    <a:pt x="80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8" name="Google Shape;4358;p58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1891–1896: Markt und Kapital entscheiden</a:t>
            </a:r>
            <a:endParaRPr/>
          </a:p>
        </p:txBody>
      </p:sp>
      <p:sp>
        <p:nvSpPr>
          <p:cNvPr id="4359" name="Google Shape;4359;p58"/>
          <p:cNvSpPr txBox="1"/>
          <p:nvPr/>
        </p:nvSpPr>
        <p:spPr>
          <a:xfrm>
            <a:off x="4608981" y="31518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Chicago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60" name="Google Shape;4360;p58"/>
          <p:cNvSpPr txBox="1"/>
          <p:nvPr/>
        </p:nvSpPr>
        <p:spPr>
          <a:xfrm>
            <a:off x="4608967" y="3559074"/>
            <a:ext cx="1858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Westinghouse beleuchtet die Weltausstellung [3]</a:t>
            </a:r>
            <a:endParaRPr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4361" name="Google Shape;4361;p58"/>
          <p:cNvSpPr txBox="1"/>
          <p:nvPr/>
        </p:nvSpPr>
        <p:spPr>
          <a:xfrm>
            <a:off x="743468" y="31518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Lizenzverzicht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62" name="Google Shape;4362;p58"/>
          <p:cNvSpPr txBox="1"/>
          <p:nvPr/>
        </p:nvSpPr>
        <p:spPr>
          <a:xfrm>
            <a:off x="743450" y="3559074"/>
            <a:ext cx="1858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Tesla verzichtet auf Gebühren [4]</a:t>
            </a:r>
            <a:endParaRPr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4363" name="Google Shape;4363;p58"/>
          <p:cNvSpPr txBox="1"/>
          <p:nvPr/>
        </p:nvSpPr>
        <p:spPr>
          <a:xfrm>
            <a:off x="6541738" y="31518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Niagara–Buffalo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64" name="Google Shape;4364;p58"/>
          <p:cNvSpPr txBox="1"/>
          <p:nvPr/>
        </p:nvSpPr>
        <p:spPr>
          <a:xfrm>
            <a:off x="6541725" y="3559095"/>
            <a:ext cx="1858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Fernstrom und Patentabkommen [3], [4]</a:t>
            </a:r>
            <a:endParaRPr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4365" name="Google Shape;4365;p58"/>
          <p:cNvSpPr txBox="1"/>
          <p:nvPr/>
        </p:nvSpPr>
        <p:spPr>
          <a:xfrm>
            <a:off x="2676224" y="31518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General Electric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66" name="Google Shape;4366;p58"/>
          <p:cNvSpPr txBox="1"/>
          <p:nvPr/>
        </p:nvSpPr>
        <p:spPr>
          <a:xfrm>
            <a:off x="2676208" y="3559093"/>
            <a:ext cx="1858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Fusion unter J. P. Morgan [2]</a:t>
            </a:r>
            <a:endParaRPr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4367" name="Google Shape;4367;p58"/>
          <p:cNvSpPr txBox="1"/>
          <p:nvPr/>
        </p:nvSpPr>
        <p:spPr>
          <a:xfrm>
            <a:off x="4608981" y="16597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Arial"/>
              <a:buNone/>
            </a:pPr>
            <a:r>
              <a:rPr lang="en"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1893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68" name="Google Shape;4368;p58"/>
          <p:cNvSpPr txBox="1"/>
          <p:nvPr/>
        </p:nvSpPr>
        <p:spPr>
          <a:xfrm>
            <a:off x="743468" y="16597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1891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69" name="Google Shape;4369;p58"/>
          <p:cNvSpPr txBox="1"/>
          <p:nvPr/>
        </p:nvSpPr>
        <p:spPr>
          <a:xfrm>
            <a:off x="6541738" y="16597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Arial"/>
              <a:buNone/>
            </a:pPr>
            <a:r>
              <a:rPr lang="en"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1896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4370" name="Google Shape;4370;p58"/>
          <p:cNvSpPr txBox="1"/>
          <p:nvPr/>
        </p:nvSpPr>
        <p:spPr>
          <a:xfrm>
            <a:off x="2676224" y="1659725"/>
            <a:ext cx="18588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Arial"/>
              <a:buNone/>
            </a:pPr>
            <a:r>
              <a:rPr lang="en" sz="1700" b="1">
                <a:solidFill>
                  <a:schemeClr val="dk1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1892</a:t>
            </a:r>
            <a:endParaRPr sz="1700" b="1">
              <a:solidFill>
                <a:schemeClr val="dk1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grpSp>
        <p:nvGrpSpPr>
          <p:cNvPr id="4371" name="Google Shape;4371;p58"/>
          <p:cNvGrpSpPr/>
          <p:nvPr/>
        </p:nvGrpSpPr>
        <p:grpSpPr>
          <a:xfrm>
            <a:off x="1300564" y="2258783"/>
            <a:ext cx="744564" cy="624959"/>
            <a:chOff x="2361225" y="3521900"/>
            <a:chExt cx="4421400" cy="589250"/>
          </a:xfrm>
        </p:grpSpPr>
        <p:cxnSp>
          <p:nvCxnSpPr>
            <p:cNvPr id="4372" name="Google Shape;4372;p58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73" name="Google Shape;4373;p58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374" name="Google Shape;4374;p58"/>
          <p:cNvGrpSpPr/>
          <p:nvPr/>
        </p:nvGrpSpPr>
        <p:grpSpPr>
          <a:xfrm>
            <a:off x="3233339" y="2258783"/>
            <a:ext cx="744564" cy="624959"/>
            <a:chOff x="2361225" y="3521900"/>
            <a:chExt cx="4421400" cy="589250"/>
          </a:xfrm>
        </p:grpSpPr>
        <p:cxnSp>
          <p:nvCxnSpPr>
            <p:cNvPr id="4375" name="Google Shape;4375;p58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76" name="Google Shape;4376;p58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377" name="Google Shape;4377;p58"/>
          <p:cNvGrpSpPr/>
          <p:nvPr/>
        </p:nvGrpSpPr>
        <p:grpSpPr>
          <a:xfrm>
            <a:off x="5166114" y="2258783"/>
            <a:ext cx="744564" cy="624959"/>
            <a:chOff x="2361225" y="3521900"/>
            <a:chExt cx="4421400" cy="589250"/>
          </a:xfrm>
        </p:grpSpPr>
        <p:cxnSp>
          <p:nvCxnSpPr>
            <p:cNvPr id="4378" name="Google Shape;4378;p58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79" name="Google Shape;4379;p58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380" name="Google Shape;4380;p58"/>
          <p:cNvGrpSpPr/>
          <p:nvPr/>
        </p:nvGrpSpPr>
        <p:grpSpPr>
          <a:xfrm>
            <a:off x="7098889" y="2258783"/>
            <a:ext cx="744564" cy="624959"/>
            <a:chOff x="2361225" y="3521900"/>
            <a:chExt cx="4421400" cy="589250"/>
          </a:xfrm>
        </p:grpSpPr>
        <p:cxnSp>
          <p:nvCxnSpPr>
            <p:cNvPr id="4381" name="Google Shape;4381;p58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82" name="Google Shape;4382;p58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4383" name="Google Shape;4383;p58"/>
          <p:cNvCxnSpPr/>
          <p:nvPr/>
        </p:nvCxnSpPr>
        <p:spPr>
          <a:xfrm>
            <a:off x="2327988" y="2571156"/>
            <a:ext cx="622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84" name="Google Shape;4384;p58"/>
          <p:cNvCxnSpPr/>
          <p:nvPr/>
        </p:nvCxnSpPr>
        <p:spPr>
          <a:xfrm>
            <a:off x="4260750" y="2571156"/>
            <a:ext cx="622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85" name="Google Shape;4385;p58"/>
          <p:cNvCxnSpPr/>
          <p:nvPr/>
        </p:nvCxnSpPr>
        <p:spPr>
          <a:xfrm>
            <a:off x="6193538" y="2571156"/>
            <a:ext cx="622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386" name="Google Shape;4386;p58"/>
          <p:cNvGrpSpPr/>
          <p:nvPr/>
        </p:nvGrpSpPr>
        <p:grpSpPr>
          <a:xfrm>
            <a:off x="3429508" y="2396875"/>
            <a:ext cx="352230" cy="348542"/>
            <a:chOff x="1049375" y="2318350"/>
            <a:chExt cx="298525" cy="295400"/>
          </a:xfrm>
        </p:grpSpPr>
        <p:sp>
          <p:nvSpPr>
            <p:cNvPr id="4387" name="Google Shape;4387;p58"/>
            <p:cNvSpPr/>
            <p:nvPr/>
          </p:nvSpPr>
          <p:spPr>
            <a:xfrm>
              <a:off x="1101350" y="2492325"/>
              <a:ext cx="70125" cy="50525"/>
            </a:xfrm>
            <a:custGeom>
              <a:avLst/>
              <a:gdLst/>
              <a:ahLst/>
              <a:cxnLst/>
              <a:rect l="l" t="t" r="r" b="b"/>
              <a:pathLst>
                <a:path w="2805" h="2021" extrusionOk="0">
                  <a:moveTo>
                    <a:pt x="2473" y="0"/>
                  </a:moveTo>
                  <a:cubicBezTo>
                    <a:pt x="2377" y="0"/>
                    <a:pt x="2273" y="32"/>
                    <a:pt x="2206" y="99"/>
                  </a:cubicBezTo>
                  <a:lnTo>
                    <a:pt x="1072" y="1233"/>
                  </a:lnTo>
                  <a:lnTo>
                    <a:pt x="599" y="761"/>
                  </a:lnTo>
                  <a:cubicBezTo>
                    <a:pt x="536" y="713"/>
                    <a:pt x="449" y="690"/>
                    <a:pt x="363" y="690"/>
                  </a:cubicBezTo>
                  <a:cubicBezTo>
                    <a:pt x="276" y="690"/>
                    <a:pt x="189" y="713"/>
                    <a:pt x="126" y="761"/>
                  </a:cubicBezTo>
                  <a:cubicBezTo>
                    <a:pt x="0" y="887"/>
                    <a:pt x="0" y="1139"/>
                    <a:pt x="126" y="1233"/>
                  </a:cubicBezTo>
                  <a:lnTo>
                    <a:pt x="820" y="1958"/>
                  </a:lnTo>
                  <a:cubicBezTo>
                    <a:pt x="914" y="2021"/>
                    <a:pt x="977" y="2021"/>
                    <a:pt x="1072" y="2021"/>
                  </a:cubicBezTo>
                  <a:cubicBezTo>
                    <a:pt x="1135" y="2021"/>
                    <a:pt x="1261" y="1989"/>
                    <a:pt x="1292" y="1926"/>
                  </a:cubicBezTo>
                  <a:lnTo>
                    <a:pt x="2678" y="540"/>
                  </a:lnTo>
                  <a:cubicBezTo>
                    <a:pt x="2804" y="414"/>
                    <a:pt x="2804" y="162"/>
                    <a:pt x="2678" y="68"/>
                  </a:cubicBezTo>
                  <a:cubicBezTo>
                    <a:pt x="2634" y="24"/>
                    <a:pt x="2557" y="0"/>
                    <a:pt x="24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8" name="Google Shape;4388;p58"/>
            <p:cNvSpPr/>
            <p:nvPr/>
          </p:nvSpPr>
          <p:spPr>
            <a:xfrm>
              <a:off x="1101350" y="2440525"/>
              <a:ext cx="70125" cy="51150"/>
            </a:xfrm>
            <a:custGeom>
              <a:avLst/>
              <a:gdLst/>
              <a:ahLst/>
              <a:cxnLst/>
              <a:rect l="l" t="t" r="r" b="b"/>
              <a:pathLst>
                <a:path w="2805" h="2046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38"/>
                    <a:pt x="449" y="714"/>
                    <a:pt x="363" y="714"/>
                  </a:cubicBezTo>
                  <a:cubicBezTo>
                    <a:pt x="276" y="714"/>
                    <a:pt x="189" y="738"/>
                    <a:pt x="126" y="785"/>
                  </a:cubicBezTo>
                  <a:cubicBezTo>
                    <a:pt x="0" y="911"/>
                    <a:pt x="0" y="1163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4"/>
                    <a:pt x="1292" y="1951"/>
                  </a:cubicBezTo>
                  <a:lnTo>
                    <a:pt x="2678" y="564"/>
                  </a:lnTo>
                  <a:cubicBezTo>
                    <a:pt x="2804" y="438"/>
                    <a:pt x="2804" y="186"/>
                    <a:pt x="2678" y="92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9" name="Google Shape;4389;p58"/>
            <p:cNvSpPr/>
            <p:nvPr/>
          </p:nvSpPr>
          <p:spPr>
            <a:xfrm>
              <a:off x="1101350" y="2388550"/>
              <a:ext cx="70125" cy="51125"/>
            </a:xfrm>
            <a:custGeom>
              <a:avLst/>
              <a:gdLst/>
              <a:ahLst/>
              <a:cxnLst/>
              <a:rect l="l" t="t" r="r" b="b"/>
              <a:pathLst>
                <a:path w="2805" h="2045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22"/>
                    <a:pt x="449" y="690"/>
                    <a:pt x="363" y="690"/>
                  </a:cubicBezTo>
                  <a:cubicBezTo>
                    <a:pt x="276" y="690"/>
                    <a:pt x="189" y="722"/>
                    <a:pt x="126" y="785"/>
                  </a:cubicBezTo>
                  <a:cubicBezTo>
                    <a:pt x="0" y="911"/>
                    <a:pt x="0" y="1131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3"/>
                    <a:pt x="1292" y="1919"/>
                  </a:cubicBezTo>
                  <a:lnTo>
                    <a:pt x="2678" y="532"/>
                  </a:lnTo>
                  <a:cubicBezTo>
                    <a:pt x="2804" y="438"/>
                    <a:pt x="2804" y="186"/>
                    <a:pt x="2678" y="91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0" name="Google Shape;4390;p58"/>
            <p:cNvSpPr/>
            <p:nvPr/>
          </p:nvSpPr>
          <p:spPr>
            <a:xfrm>
              <a:off x="1049375" y="2318350"/>
              <a:ext cx="298525" cy="295400"/>
            </a:xfrm>
            <a:custGeom>
              <a:avLst/>
              <a:gdLst/>
              <a:ahLst/>
              <a:cxnLst/>
              <a:rect l="l" t="t" r="r" b="b"/>
              <a:pathLst>
                <a:path w="11941" h="11816" extrusionOk="0">
                  <a:moveTo>
                    <a:pt x="6963" y="1198"/>
                  </a:moveTo>
                  <a:lnTo>
                    <a:pt x="7876" y="2143"/>
                  </a:lnTo>
                  <a:lnTo>
                    <a:pt x="6963" y="2143"/>
                  </a:lnTo>
                  <a:lnTo>
                    <a:pt x="6963" y="1198"/>
                  </a:lnTo>
                  <a:close/>
                  <a:moveTo>
                    <a:pt x="10286" y="3498"/>
                  </a:moveTo>
                  <a:cubicBezTo>
                    <a:pt x="10373" y="3498"/>
                    <a:pt x="10460" y="3530"/>
                    <a:pt x="10523" y="3593"/>
                  </a:cubicBezTo>
                  <a:lnTo>
                    <a:pt x="10995" y="4065"/>
                  </a:lnTo>
                  <a:cubicBezTo>
                    <a:pt x="11184" y="4223"/>
                    <a:pt x="11184" y="4475"/>
                    <a:pt x="11027" y="4569"/>
                  </a:cubicBezTo>
                  <a:lnTo>
                    <a:pt x="10806" y="4821"/>
                  </a:lnTo>
                  <a:lnTo>
                    <a:pt x="9798" y="3845"/>
                  </a:lnTo>
                  <a:lnTo>
                    <a:pt x="10050" y="3593"/>
                  </a:lnTo>
                  <a:cubicBezTo>
                    <a:pt x="10113" y="3530"/>
                    <a:pt x="10200" y="3498"/>
                    <a:pt x="10286" y="3498"/>
                  </a:cubicBezTo>
                  <a:close/>
                  <a:moveTo>
                    <a:pt x="9294" y="4349"/>
                  </a:moveTo>
                  <a:lnTo>
                    <a:pt x="10271" y="5325"/>
                  </a:lnTo>
                  <a:lnTo>
                    <a:pt x="7845" y="7783"/>
                  </a:lnTo>
                  <a:lnTo>
                    <a:pt x="6868" y="6774"/>
                  </a:lnTo>
                  <a:lnTo>
                    <a:pt x="9294" y="4349"/>
                  </a:lnTo>
                  <a:close/>
                  <a:moveTo>
                    <a:pt x="6585" y="7499"/>
                  </a:moveTo>
                  <a:lnTo>
                    <a:pt x="7183" y="8098"/>
                  </a:lnTo>
                  <a:lnTo>
                    <a:pt x="6427" y="8255"/>
                  </a:lnTo>
                  <a:lnTo>
                    <a:pt x="6585" y="7499"/>
                  </a:lnTo>
                  <a:close/>
                  <a:moveTo>
                    <a:pt x="6994" y="10398"/>
                  </a:moveTo>
                  <a:lnTo>
                    <a:pt x="6994" y="10776"/>
                  </a:lnTo>
                  <a:cubicBezTo>
                    <a:pt x="6994" y="10870"/>
                    <a:pt x="7057" y="10996"/>
                    <a:pt x="7089" y="11122"/>
                  </a:cubicBezTo>
                  <a:lnTo>
                    <a:pt x="1071" y="11122"/>
                  </a:lnTo>
                  <a:cubicBezTo>
                    <a:pt x="882" y="11122"/>
                    <a:pt x="693" y="10965"/>
                    <a:pt x="693" y="10776"/>
                  </a:cubicBezTo>
                  <a:lnTo>
                    <a:pt x="693" y="10398"/>
                  </a:lnTo>
                  <a:close/>
                  <a:moveTo>
                    <a:pt x="6270" y="663"/>
                  </a:moveTo>
                  <a:lnTo>
                    <a:pt x="6270" y="2458"/>
                  </a:lnTo>
                  <a:cubicBezTo>
                    <a:pt x="6270" y="2647"/>
                    <a:pt x="6427" y="2805"/>
                    <a:pt x="6616" y="2805"/>
                  </a:cubicBezTo>
                  <a:lnTo>
                    <a:pt x="8349" y="2805"/>
                  </a:lnTo>
                  <a:lnTo>
                    <a:pt x="8349" y="4286"/>
                  </a:lnTo>
                  <a:lnTo>
                    <a:pt x="6112" y="6554"/>
                  </a:lnTo>
                  <a:cubicBezTo>
                    <a:pt x="6081" y="6585"/>
                    <a:pt x="6018" y="6680"/>
                    <a:pt x="6018" y="6711"/>
                  </a:cubicBezTo>
                  <a:lnTo>
                    <a:pt x="5608" y="8633"/>
                  </a:lnTo>
                  <a:cubicBezTo>
                    <a:pt x="5545" y="8759"/>
                    <a:pt x="5608" y="8885"/>
                    <a:pt x="5671" y="8948"/>
                  </a:cubicBezTo>
                  <a:cubicBezTo>
                    <a:pt x="5742" y="9019"/>
                    <a:pt x="5813" y="9055"/>
                    <a:pt x="5897" y="9055"/>
                  </a:cubicBezTo>
                  <a:cubicBezTo>
                    <a:pt x="5925" y="9055"/>
                    <a:pt x="5955" y="9051"/>
                    <a:pt x="5986" y="9043"/>
                  </a:cubicBezTo>
                  <a:lnTo>
                    <a:pt x="7908" y="8602"/>
                  </a:lnTo>
                  <a:cubicBezTo>
                    <a:pt x="8002" y="8602"/>
                    <a:pt x="8034" y="8570"/>
                    <a:pt x="8065" y="8507"/>
                  </a:cubicBezTo>
                  <a:lnTo>
                    <a:pt x="8349" y="8255"/>
                  </a:lnTo>
                  <a:lnTo>
                    <a:pt x="8349" y="10807"/>
                  </a:lnTo>
                  <a:lnTo>
                    <a:pt x="8380" y="10807"/>
                  </a:lnTo>
                  <a:cubicBezTo>
                    <a:pt x="8380" y="10996"/>
                    <a:pt x="8223" y="11154"/>
                    <a:pt x="8034" y="11154"/>
                  </a:cubicBezTo>
                  <a:cubicBezTo>
                    <a:pt x="7845" y="11154"/>
                    <a:pt x="7687" y="10996"/>
                    <a:pt x="7687" y="10807"/>
                  </a:cubicBezTo>
                  <a:lnTo>
                    <a:pt x="7687" y="10083"/>
                  </a:lnTo>
                  <a:cubicBezTo>
                    <a:pt x="7687" y="9893"/>
                    <a:pt x="7530" y="9736"/>
                    <a:pt x="7309" y="9736"/>
                  </a:cubicBezTo>
                  <a:lnTo>
                    <a:pt x="1386" y="9736"/>
                  </a:lnTo>
                  <a:lnTo>
                    <a:pt x="1386" y="663"/>
                  </a:lnTo>
                  <a:close/>
                  <a:moveTo>
                    <a:pt x="1071" y="1"/>
                  </a:moveTo>
                  <a:cubicBezTo>
                    <a:pt x="882" y="1"/>
                    <a:pt x="693" y="158"/>
                    <a:pt x="693" y="379"/>
                  </a:cubicBezTo>
                  <a:lnTo>
                    <a:pt x="693" y="9736"/>
                  </a:lnTo>
                  <a:lnTo>
                    <a:pt x="347" y="9736"/>
                  </a:lnTo>
                  <a:cubicBezTo>
                    <a:pt x="158" y="9736"/>
                    <a:pt x="0" y="9893"/>
                    <a:pt x="0" y="10083"/>
                  </a:cubicBezTo>
                  <a:lnTo>
                    <a:pt x="0" y="10807"/>
                  </a:lnTo>
                  <a:cubicBezTo>
                    <a:pt x="0" y="11406"/>
                    <a:pt x="473" y="11815"/>
                    <a:pt x="1008" y="11815"/>
                  </a:cubicBezTo>
                  <a:lnTo>
                    <a:pt x="8002" y="11815"/>
                  </a:lnTo>
                  <a:cubicBezTo>
                    <a:pt x="8569" y="11815"/>
                    <a:pt x="9011" y="11343"/>
                    <a:pt x="9011" y="10807"/>
                  </a:cubicBezTo>
                  <a:lnTo>
                    <a:pt x="9011" y="7562"/>
                  </a:lnTo>
                  <a:lnTo>
                    <a:pt x="11499" y="5105"/>
                  </a:lnTo>
                  <a:cubicBezTo>
                    <a:pt x="11940" y="4664"/>
                    <a:pt x="11940" y="4034"/>
                    <a:pt x="11531" y="3593"/>
                  </a:cubicBezTo>
                  <a:lnTo>
                    <a:pt x="11058" y="3120"/>
                  </a:lnTo>
                  <a:cubicBezTo>
                    <a:pt x="10869" y="2931"/>
                    <a:pt x="10609" y="2836"/>
                    <a:pt x="10346" y="2836"/>
                  </a:cubicBezTo>
                  <a:cubicBezTo>
                    <a:pt x="10082" y="2836"/>
                    <a:pt x="9814" y="2931"/>
                    <a:pt x="9609" y="3120"/>
                  </a:cubicBezTo>
                  <a:lnTo>
                    <a:pt x="9105" y="3624"/>
                  </a:lnTo>
                  <a:lnTo>
                    <a:pt x="9105" y="2490"/>
                  </a:lnTo>
                  <a:cubicBezTo>
                    <a:pt x="9105" y="2427"/>
                    <a:pt x="9074" y="2332"/>
                    <a:pt x="8979" y="2269"/>
                  </a:cubicBezTo>
                  <a:lnTo>
                    <a:pt x="6900" y="127"/>
                  </a:lnTo>
                  <a:cubicBezTo>
                    <a:pt x="6805" y="64"/>
                    <a:pt x="6742" y="1"/>
                    <a:pt x="664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91" name="Google Shape;4391;p58"/>
          <p:cNvGrpSpPr/>
          <p:nvPr/>
        </p:nvGrpSpPr>
        <p:grpSpPr>
          <a:xfrm>
            <a:off x="7307182" y="2397023"/>
            <a:ext cx="350371" cy="348247"/>
            <a:chOff x="5045775" y="1946400"/>
            <a:chExt cx="296950" cy="295150"/>
          </a:xfrm>
        </p:grpSpPr>
        <p:sp>
          <p:nvSpPr>
            <p:cNvPr id="4392" name="Google Shape;4392;p58"/>
            <p:cNvSpPr/>
            <p:nvPr/>
          </p:nvSpPr>
          <p:spPr>
            <a:xfrm>
              <a:off x="5113500" y="1998600"/>
              <a:ext cx="160700" cy="155950"/>
            </a:xfrm>
            <a:custGeom>
              <a:avLst/>
              <a:gdLst/>
              <a:ahLst/>
              <a:cxnLst/>
              <a:rect l="l" t="t" r="r" b="b"/>
              <a:pathLst>
                <a:path w="6428" h="6238" extrusionOk="0">
                  <a:moveTo>
                    <a:pt x="3309" y="2079"/>
                  </a:moveTo>
                  <a:cubicBezTo>
                    <a:pt x="3718" y="2079"/>
                    <a:pt x="4033" y="2394"/>
                    <a:pt x="4033" y="2804"/>
                  </a:cubicBezTo>
                  <a:cubicBezTo>
                    <a:pt x="4033" y="3182"/>
                    <a:pt x="3718" y="3497"/>
                    <a:pt x="3309" y="3497"/>
                  </a:cubicBezTo>
                  <a:cubicBezTo>
                    <a:pt x="2931" y="3497"/>
                    <a:pt x="2616" y="3150"/>
                    <a:pt x="2616" y="2804"/>
                  </a:cubicBezTo>
                  <a:cubicBezTo>
                    <a:pt x="2616" y="2394"/>
                    <a:pt x="2931" y="2079"/>
                    <a:pt x="3309" y="2079"/>
                  </a:cubicBezTo>
                  <a:close/>
                  <a:moveTo>
                    <a:pt x="3403" y="662"/>
                  </a:moveTo>
                  <a:cubicBezTo>
                    <a:pt x="4726" y="662"/>
                    <a:pt x="5798" y="1764"/>
                    <a:pt x="5798" y="3119"/>
                  </a:cubicBezTo>
                  <a:cubicBezTo>
                    <a:pt x="5703" y="3655"/>
                    <a:pt x="5546" y="4222"/>
                    <a:pt x="5199" y="4663"/>
                  </a:cubicBezTo>
                  <a:cubicBezTo>
                    <a:pt x="5010" y="4253"/>
                    <a:pt x="4726" y="3938"/>
                    <a:pt x="4348" y="3686"/>
                  </a:cubicBezTo>
                  <a:cubicBezTo>
                    <a:pt x="4569" y="3466"/>
                    <a:pt x="4726" y="3119"/>
                    <a:pt x="4726" y="2741"/>
                  </a:cubicBezTo>
                  <a:cubicBezTo>
                    <a:pt x="4726" y="2016"/>
                    <a:pt x="4096" y="1386"/>
                    <a:pt x="3340" y="1386"/>
                  </a:cubicBezTo>
                  <a:cubicBezTo>
                    <a:pt x="2616" y="1386"/>
                    <a:pt x="1986" y="2016"/>
                    <a:pt x="1986" y="2741"/>
                  </a:cubicBezTo>
                  <a:cubicBezTo>
                    <a:pt x="1986" y="3119"/>
                    <a:pt x="2143" y="3466"/>
                    <a:pt x="2364" y="3686"/>
                  </a:cubicBezTo>
                  <a:cubicBezTo>
                    <a:pt x="1986" y="3907"/>
                    <a:pt x="1702" y="4253"/>
                    <a:pt x="1513" y="4663"/>
                  </a:cubicBezTo>
                  <a:cubicBezTo>
                    <a:pt x="1072" y="4096"/>
                    <a:pt x="883" y="3434"/>
                    <a:pt x="977" y="2772"/>
                  </a:cubicBezTo>
                  <a:cubicBezTo>
                    <a:pt x="1135" y="1670"/>
                    <a:pt x="2143" y="662"/>
                    <a:pt x="3403" y="662"/>
                  </a:cubicBezTo>
                  <a:close/>
                  <a:moveTo>
                    <a:pt x="3309" y="4190"/>
                  </a:moveTo>
                  <a:cubicBezTo>
                    <a:pt x="3939" y="4190"/>
                    <a:pt x="4443" y="4600"/>
                    <a:pt x="4663" y="5167"/>
                  </a:cubicBezTo>
                  <a:cubicBezTo>
                    <a:pt x="4254" y="5450"/>
                    <a:pt x="3781" y="5545"/>
                    <a:pt x="3309" y="5545"/>
                  </a:cubicBezTo>
                  <a:cubicBezTo>
                    <a:pt x="2836" y="5545"/>
                    <a:pt x="2364" y="5387"/>
                    <a:pt x="1986" y="5167"/>
                  </a:cubicBezTo>
                  <a:cubicBezTo>
                    <a:pt x="2143" y="4568"/>
                    <a:pt x="2679" y="4190"/>
                    <a:pt x="3309" y="4190"/>
                  </a:cubicBezTo>
                  <a:close/>
                  <a:moveTo>
                    <a:pt x="3309" y="0"/>
                  </a:moveTo>
                  <a:cubicBezTo>
                    <a:pt x="1733" y="0"/>
                    <a:pt x="410" y="1229"/>
                    <a:pt x="253" y="2678"/>
                  </a:cubicBezTo>
                  <a:cubicBezTo>
                    <a:pt x="1" y="4600"/>
                    <a:pt x="1450" y="6238"/>
                    <a:pt x="3309" y="6238"/>
                  </a:cubicBezTo>
                  <a:cubicBezTo>
                    <a:pt x="5042" y="6238"/>
                    <a:pt x="6428" y="4820"/>
                    <a:pt x="6428" y="3119"/>
                  </a:cubicBezTo>
                  <a:cubicBezTo>
                    <a:pt x="6428" y="1418"/>
                    <a:pt x="5042" y="0"/>
                    <a:pt x="330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3" name="Google Shape;4393;p58"/>
            <p:cNvSpPr/>
            <p:nvPr/>
          </p:nvSpPr>
          <p:spPr>
            <a:xfrm>
              <a:off x="5045775" y="1946400"/>
              <a:ext cx="296950" cy="295150"/>
            </a:xfrm>
            <a:custGeom>
              <a:avLst/>
              <a:gdLst/>
              <a:ahLst/>
              <a:cxnLst/>
              <a:rect l="l" t="t" r="r" b="b"/>
              <a:pathLst>
                <a:path w="11878" h="11806" extrusionOk="0">
                  <a:moveTo>
                    <a:pt x="6018" y="765"/>
                  </a:moveTo>
                  <a:lnTo>
                    <a:pt x="6868" y="1426"/>
                  </a:lnTo>
                  <a:cubicBezTo>
                    <a:pt x="6963" y="1458"/>
                    <a:pt x="7026" y="1489"/>
                    <a:pt x="7152" y="1489"/>
                  </a:cubicBezTo>
                  <a:lnTo>
                    <a:pt x="8223" y="1332"/>
                  </a:lnTo>
                  <a:lnTo>
                    <a:pt x="8664" y="2372"/>
                  </a:lnTo>
                  <a:cubicBezTo>
                    <a:pt x="8696" y="2435"/>
                    <a:pt x="8790" y="2529"/>
                    <a:pt x="8853" y="2561"/>
                  </a:cubicBezTo>
                  <a:lnTo>
                    <a:pt x="9893" y="2970"/>
                  </a:lnTo>
                  <a:lnTo>
                    <a:pt x="9735" y="4073"/>
                  </a:lnTo>
                  <a:cubicBezTo>
                    <a:pt x="9735" y="4136"/>
                    <a:pt x="9735" y="4262"/>
                    <a:pt x="9798" y="4325"/>
                  </a:cubicBezTo>
                  <a:lnTo>
                    <a:pt x="10460" y="5207"/>
                  </a:lnTo>
                  <a:lnTo>
                    <a:pt x="9798" y="6058"/>
                  </a:lnTo>
                  <a:cubicBezTo>
                    <a:pt x="9767" y="6152"/>
                    <a:pt x="9735" y="6215"/>
                    <a:pt x="9735" y="6341"/>
                  </a:cubicBezTo>
                  <a:lnTo>
                    <a:pt x="9893" y="7444"/>
                  </a:lnTo>
                  <a:lnTo>
                    <a:pt x="8853" y="7853"/>
                  </a:lnTo>
                  <a:cubicBezTo>
                    <a:pt x="8790" y="7885"/>
                    <a:pt x="8696" y="7948"/>
                    <a:pt x="8664" y="8042"/>
                  </a:cubicBezTo>
                  <a:lnTo>
                    <a:pt x="8255" y="9051"/>
                  </a:lnTo>
                  <a:lnTo>
                    <a:pt x="7120" y="8893"/>
                  </a:lnTo>
                  <a:cubicBezTo>
                    <a:pt x="7057" y="8893"/>
                    <a:pt x="6931" y="8893"/>
                    <a:pt x="6837" y="8988"/>
                  </a:cubicBezTo>
                  <a:lnTo>
                    <a:pt x="5986" y="9649"/>
                  </a:lnTo>
                  <a:lnTo>
                    <a:pt x="5104" y="8988"/>
                  </a:lnTo>
                  <a:cubicBezTo>
                    <a:pt x="5041" y="8925"/>
                    <a:pt x="5010" y="8893"/>
                    <a:pt x="4915" y="8893"/>
                  </a:cubicBezTo>
                  <a:lnTo>
                    <a:pt x="4884" y="8893"/>
                  </a:lnTo>
                  <a:lnTo>
                    <a:pt x="3781" y="9051"/>
                  </a:lnTo>
                  <a:lnTo>
                    <a:pt x="3371" y="8042"/>
                  </a:lnTo>
                  <a:cubicBezTo>
                    <a:pt x="3340" y="7948"/>
                    <a:pt x="3277" y="7885"/>
                    <a:pt x="3182" y="7853"/>
                  </a:cubicBezTo>
                  <a:lnTo>
                    <a:pt x="2143" y="7444"/>
                  </a:lnTo>
                  <a:lnTo>
                    <a:pt x="2300" y="6341"/>
                  </a:lnTo>
                  <a:cubicBezTo>
                    <a:pt x="2300" y="6278"/>
                    <a:pt x="2300" y="6152"/>
                    <a:pt x="2237" y="6058"/>
                  </a:cubicBezTo>
                  <a:lnTo>
                    <a:pt x="1576" y="5207"/>
                  </a:lnTo>
                  <a:lnTo>
                    <a:pt x="2237" y="4325"/>
                  </a:lnTo>
                  <a:cubicBezTo>
                    <a:pt x="2269" y="4262"/>
                    <a:pt x="2300" y="4167"/>
                    <a:pt x="2300" y="4073"/>
                  </a:cubicBezTo>
                  <a:lnTo>
                    <a:pt x="2143" y="2970"/>
                  </a:lnTo>
                  <a:lnTo>
                    <a:pt x="3182" y="2561"/>
                  </a:lnTo>
                  <a:cubicBezTo>
                    <a:pt x="3277" y="2529"/>
                    <a:pt x="3340" y="2435"/>
                    <a:pt x="3371" y="2372"/>
                  </a:cubicBezTo>
                  <a:lnTo>
                    <a:pt x="3812" y="1332"/>
                  </a:lnTo>
                  <a:lnTo>
                    <a:pt x="4884" y="1489"/>
                  </a:lnTo>
                  <a:cubicBezTo>
                    <a:pt x="4947" y="1489"/>
                    <a:pt x="5073" y="1489"/>
                    <a:pt x="5167" y="1426"/>
                  </a:cubicBezTo>
                  <a:lnTo>
                    <a:pt x="6018" y="765"/>
                  </a:lnTo>
                  <a:close/>
                  <a:moveTo>
                    <a:pt x="2174" y="8168"/>
                  </a:moveTo>
                  <a:lnTo>
                    <a:pt x="2804" y="8420"/>
                  </a:lnTo>
                  <a:lnTo>
                    <a:pt x="3277" y="9586"/>
                  </a:lnTo>
                  <a:cubicBezTo>
                    <a:pt x="3308" y="9681"/>
                    <a:pt x="3434" y="9775"/>
                    <a:pt x="3529" y="9775"/>
                  </a:cubicBezTo>
                  <a:lnTo>
                    <a:pt x="2647" y="10720"/>
                  </a:lnTo>
                  <a:lnTo>
                    <a:pt x="2426" y="9649"/>
                  </a:lnTo>
                  <a:cubicBezTo>
                    <a:pt x="2395" y="9523"/>
                    <a:pt x="2332" y="9429"/>
                    <a:pt x="2174" y="9366"/>
                  </a:cubicBezTo>
                  <a:lnTo>
                    <a:pt x="1134" y="9177"/>
                  </a:lnTo>
                  <a:lnTo>
                    <a:pt x="2174" y="8168"/>
                  </a:lnTo>
                  <a:close/>
                  <a:moveTo>
                    <a:pt x="9861" y="8105"/>
                  </a:moveTo>
                  <a:lnTo>
                    <a:pt x="10901" y="9145"/>
                  </a:lnTo>
                  <a:lnTo>
                    <a:pt x="9893" y="9366"/>
                  </a:lnTo>
                  <a:cubicBezTo>
                    <a:pt x="9767" y="9429"/>
                    <a:pt x="9641" y="9492"/>
                    <a:pt x="9609" y="9649"/>
                  </a:cubicBezTo>
                  <a:lnTo>
                    <a:pt x="9389" y="10720"/>
                  </a:lnTo>
                  <a:lnTo>
                    <a:pt x="8507" y="9712"/>
                  </a:lnTo>
                  <a:cubicBezTo>
                    <a:pt x="8601" y="9712"/>
                    <a:pt x="8727" y="9649"/>
                    <a:pt x="8759" y="9523"/>
                  </a:cubicBezTo>
                  <a:lnTo>
                    <a:pt x="9231" y="8389"/>
                  </a:lnTo>
                  <a:lnTo>
                    <a:pt x="9861" y="8105"/>
                  </a:lnTo>
                  <a:close/>
                  <a:moveTo>
                    <a:pt x="6002" y="1"/>
                  </a:moveTo>
                  <a:cubicBezTo>
                    <a:pt x="5923" y="1"/>
                    <a:pt x="5844" y="24"/>
                    <a:pt x="5797" y="72"/>
                  </a:cubicBezTo>
                  <a:lnTo>
                    <a:pt x="4852" y="828"/>
                  </a:lnTo>
                  <a:lnTo>
                    <a:pt x="3623" y="670"/>
                  </a:lnTo>
                  <a:cubicBezTo>
                    <a:pt x="3607" y="667"/>
                    <a:pt x="3590" y="665"/>
                    <a:pt x="3573" y="665"/>
                  </a:cubicBezTo>
                  <a:cubicBezTo>
                    <a:pt x="3434" y="665"/>
                    <a:pt x="3305" y="775"/>
                    <a:pt x="3277" y="859"/>
                  </a:cubicBezTo>
                  <a:lnTo>
                    <a:pt x="2804" y="2025"/>
                  </a:lnTo>
                  <a:lnTo>
                    <a:pt x="1639" y="2498"/>
                  </a:lnTo>
                  <a:cubicBezTo>
                    <a:pt x="1481" y="2561"/>
                    <a:pt x="1418" y="2687"/>
                    <a:pt x="1450" y="2844"/>
                  </a:cubicBezTo>
                  <a:lnTo>
                    <a:pt x="1607" y="4073"/>
                  </a:lnTo>
                  <a:lnTo>
                    <a:pt x="851" y="5018"/>
                  </a:lnTo>
                  <a:cubicBezTo>
                    <a:pt x="788" y="5112"/>
                    <a:pt x="788" y="5333"/>
                    <a:pt x="851" y="5428"/>
                  </a:cubicBezTo>
                  <a:lnTo>
                    <a:pt x="1607" y="6373"/>
                  </a:lnTo>
                  <a:lnTo>
                    <a:pt x="1450" y="7601"/>
                  </a:lnTo>
                  <a:cubicBezTo>
                    <a:pt x="1450" y="7696"/>
                    <a:pt x="1450" y="7759"/>
                    <a:pt x="1481" y="7853"/>
                  </a:cubicBezTo>
                  <a:lnTo>
                    <a:pt x="189" y="9145"/>
                  </a:lnTo>
                  <a:cubicBezTo>
                    <a:pt x="0" y="9334"/>
                    <a:pt x="126" y="9649"/>
                    <a:pt x="347" y="9744"/>
                  </a:cubicBezTo>
                  <a:lnTo>
                    <a:pt x="1765" y="10059"/>
                  </a:lnTo>
                  <a:lnTo>
                    <a:pt x="2080" y="11539"/>
                  </a:lnTo>
                  <a:cubicBezTo>
                    <a:pt x="2099" y="11714"/>
                    <a:pt x="2250" y="11805"/>
                    <a:pt x="2407" y="11805"/>
                  </a:cubicBezTo>
                  <a:cubicBezTo>
                    <a:pt x="2505" y="11805"/>
                    <a:pt x="2606" y="11770"/>
                    <a:pt x="2678" y="11697"/>
                  </a:cubicBezTo>
                  <a:cubicBezTo>
                    <a:pt x="4410" y="9858"/>
                    <a:pt x="4587" y="9665"/>
                    <a:pt x="4601" y="9649"/>
                  </a:cubicBezTo>
                  <a:lnTo>
                    <a:pt x="4601" y="9649"/>
                  </a:lnTo>
                  <a:lnTo>
                    <a:pt x="4789" y="9618"/>
                  </a:lnTo>
                  <a:lnTo>
                    <a:pt x="5734" y="10374"/>
                  </a:lnTo>
                  <a:cubicBezTo>
                    <a:pt x="5829" y="10405"/>
                    <a:pt x="5860" y="10437"/>
                    <a:pt x="5955" y="10437"/>
                  </a:cubicBezTo>
                  <a:cubicBezTo>
                    <a:pt x="6018" y="10437"/>
                    <a:pt x="6112" y="10405"/>
                    <a:pt x="6144" y="10374"/>
                  </a:cubicBezTo>
                  <a:lnTo>
                    <a:pt x="7089" y="9618"/>
                  </a:lnTo>
                  <a:lnTo>
                    <a:pt x="7278" y="9649"/>
                  </a:lnTo>
                  <a:lnTo>
                    <a:pt x="9200" y="11697"/>
                  </a:lnTo>
                  <a:cubicBezTo>
                    <a:pt x="9284" y="11770"/>
                    <a:pt x="9388" y="11805"/>
                    <a:pt x="9485" y="11805"/>
                  </a:cubicBezTo>
                  <a:cubicBezTo>
                    <a:pt x="9640" y="11805"/>
                    <a:pt x="9779" y="11714"/>
                    <a:pt x="9798" y="11539"/>
                  </a:cubicBezTo>
                  <a:lnTo>
                    <a:pt x="10113" y="10059"/>
                  </a:lnTo>
                  <a:lnTo>
                    <a:pt x="11531" y="9744"/>
                  </a:lnTo>
                  <a:cubicBezTo>
                    <a:pt x="11815" y="9681"/>
                    <a:pt x="11878" y="9334"/>
                    <a:pt x="11689" y="9145"/>
                  </a:cubicBezTo>
                  <a:lnTo>
                    <a:pt x="10523" y="7853"/>
                  </a:lnTo>
                  <a:cubicBezTo>
                    <a:pt x="10554" y="7759"/>
                    <a:pt x="10586" y="7696"/>
                    <a:pt x="10554" y="7601"/>
                  </a:cubicBezTo>
                  <a:lnTo>
                    <a:pt x="10397" y="6373"/>
                  </a:lnTo>
                  <a:lnTo>
                    <a:pt x="11153" y="5428"/>
                  </a:lnTo>
                  <a:cubicBezTo>
                    <a:pt x="11216" y="5333"/>
                    <a:pt x="11216" y="5112"/>
                    <a:pt x="11153" y="5018"/>
                  </a:cubicBezTo>
                  <a:lnTo>
                    <a:pt x="10397" y="4073"/>
                  </a:lnTo>
                  <a:lnTo>
                    <a:pt x="10554" y="2844"/>
                  </a:lnTo>
                  <a:cubicBezTo>
                    <a:pt x="10586" y="2687"/>
                    <a:pt x="10460" y="2529"/>
                    <a:pt x="10365" y="2498"/>
                  </a:cubicBezTo>
                  <a:lnTo>
                    <a:pt x="9200" y="2025"/>
                  </a:lnTo>
                  <a:lnTo>
                    <a:pt x="8727" y="859"/>
                  </a:lnTo>
                  <a:cubicBezTo>
                    <a:pt x="8675" y="728"/>
                    <a:pt x="8578" y="662"/>
                    <a:pt x="8457" y="662"/>
                  </a:cubicBezTo>
                  <a:cubicBezTo>
                    <a:pt x="8432" y="662"/>
                    <a:pt x="8407" y="665"/>
                    <a:pt x="8381" y="670"/>
                  </a:cubicBezTo>
                  <a:lnTo>
                    <a:pt x="7152" y="828"/>
                  </a:lnTo>
                  <a:lnTo>
                    <a:pt x="6207" y="72"/>
                  </a:lnTo>
                  <a:cubicBezTo>
                    <a:pt x="6160" y="24"/>
                    <a:pt x="6081" y="1"/>
                    <a:pt x="60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94" name="Google Shape;4394;p58"/>
          <p:cNvGrpSpPr/>
          <p:nvPr/>
        </p:nvGrpSpPr>
        <p:grpSpPr>
          <a:xfrm>
            <a:off x="5374356" y="2396433"/>
            <a:ext cx="328071" cy="349427"/>
            <a:chOff x="5421475" y="1945825"/>
            <a:chExt cx="278050" cy="296150"/>
          </a:xfrm>
        </p:grpSpPr>
        <p:sp>
          <p:nvSpPr>
            <p:cNvPr id="4395" name="Google Shape;4395;p58"/>
            <p:cNvSpPr/>
            <p:nvPr/>
          </p:nvSpPr>
          <p:spPr>
            <a:xfrm>
              <a:off x="5472650" y="1999375"/>
              <a:ext cx="172525" cy="242600"/>
            </a:xfrm>
            <a:custGeom>
              <a:avLst/>
              <a:gdLst/>
              <a:ahLst/>
              <a:cxnLst/>
              <a:rect l="l" t="t" r="r" b="b"/>
              <a:pathLst>
                <a:path w="6901" h="9704" extrusionOk="0">
                  <a:moveTo>
                    <a:pt x="1765" y="1355"/>
                  </a:moveTo>
                  <a:cubicBezTo>
                    <a:pt x="1986" y="1355"/>
                    <a:pt x="2143" y="1513"/>
                    <a:pt x="2143" y="1702"/>
                  </a:cubicBezTo>
                  <a:lnTo>
                    <a:pt x="2143" y="2048"/>
                  </a:lnTo>
                  <a:lnTo>
                    <a:pt x="1765" y="2048"/>
                  </a:lnTo>
                  <a:cubicBezTo>
                    <a:pt x="1671" y="2048"/>
                    <a:pt x="1545" y="2048"/>
                    <a:pt x="1419" y="2111"/>
                  </a:cubicBezTo>
                  <a:lnTo>
                    <a:pt x="1419" y="1702"/>
                  </a:lnTo>
                  <a:cubicBezTo>
                    <a:pt x="1419" y="1513"/>
                    <a:pt x="1576" y="1355"/>
                    <a:pt x="1765" y="1355"/>
                  </a:cubicBezTo>
                  <a:close/>
                  <a:moveTo>
                    <a:pt x="3151" y="631"/>
                  </a:moveTo>
                  <a:cubicBezTo>
                    <a:pt x="3341" y="631"/>
                    <a:pt x="3498" y="788"/>
                    <a:pt x="3498" y="1009"/>
                  </a:cubicBezTo>
                  <a:lnTo>
                    <a:pt x="3498" y="2111"/>
                  </a:lnTo>
                  <a:cubicBezTo>
                    <a:pt x="3404" y="2048"/>
                    <a:pt x="3277" y="2017"/>
                    <a:pt x="3151" y="2017"/>
                  </a:cubicBezTo>
                  <a:lnTo>
                    <a:pt x="2805" y="2017"/>
                  </a:lnTo>
                  <a:lnTo>
                    <a:pt x="2805" y="1009"/>
                  </a:lnTo>
                  <a:cubicBezTo>
                    <a:pt x="2805" y="788"/>
                    <a:pt x="2962" y="631"/>
                    <a:pt x="3151" y="631"/>
                  </a:cubicBezTo>
                  <a:close/>
                  <a:moveTo>
                    <a:pt x="4538" y="1355"/>
                  </a:moveTo>
                  <a:cubicBezTo>
                    <a:pt x="4727" y="1355"/>
                    <a:pt x="4884" y="1513"/>
                    <a:pt x="4884" y="1702"/>
                  </a:cubicBezTo>
                  <a:lnTo>
                    <a:pt x="4884" y="3088"/>
                  </a:lnTo>
                  <a:cubicBezTo>
                    <a:pt x="4884" y="3277"/>
                    <a:pt x="4727" y="3435"/>
                    <a:pt x="4538" y="3435"/>
                  </a:cubicBezTo>
                  <a:cubicBezTo>
                    <a:pt x="4349" y="3435"/>
                    <a:pt x="4191" y="3277"/>
                    <a:pt x="4191" y="3088"/>
                  </a:cubicBezTo>
                  <a:lnTo>
                    <a:pt x="4191" y="1702"/>
                  </a:lnTo>
                  <a:cubicBezTo>
                    <a:pt x="4191" y="1513"/>
                    <a:pt x="4349" y="1355"/>
                    <a:pt x="4538" y="1355"/>
                  </a:cubicBezTo>
                  <a:close/>
                  <a:moveTo>
                    <a:pt x="5924" y="2017"/>
                  </a:moveTo>
                  <a:cubicBezTo>
                    <a:pt x="6113" y="2017"/>
                    <a:pt x="6270" y="2174"/>
                    <a:pt x="6270" y="2363"/>
                  </a:cubicBezTo>
                  <a:lnTo>
                    <a:pt x="6270" y="3088"/>
                  </a:lnTo>
                  <a:cubicBezTo>
                    <a:pt x="6270" y="3277"/>
                    <a:pt x="6113" y="3435"/>
                    <a:pt x="5924" y="3435"/>
                  </a:cubicBezTo>
                  <a:cubicBezTo>
                    <a:pt x="5703" y="3435"/>
                    <a:pt x="5546" y="3277"/>
                    <a:pt x="5546" y="3088"/>
                  </a:cubicBezTo>
                  <a:lnTo>
                    <a:pt x="5546" y="2363"/>
                  </a:lnTo>
                  <a:cubicBezTo>
                    <a:pt x="5546" y="2174"/>
                    <a:pt x="5703" y="2017"/>
                    <a:pt x="5924" y="2017"/>
                  </a:cubicBezTo>
                  <a:close/>
                  <a:moveTo>
                    <a:pt x="3120" y="2741"/>
                  </a:moveTo>
                  <a:cubicBezTo>
                    <a:pt x="3309" y="2741"/>
                    <a:pt x="3467" y="2899"/>
                    <a:pt x="3467" y="3088"/>
                  </a:cubicBezTo>
                  <a:cubicBezTo>
                    <a:pt x="3467" y="3277"/>
                    <a:pt x="3309" y="3435"/>
                    <a:pt x="3120" y="3435"/>
                  </a:cubicBezTo>
                  <a:lnTo>
                    <a:pt x="1734" y="3435"/>
                  </a:lnTo>
                  <a:cubicBezTo>
                    <a:pt x="1545" y="3435"/>
                    <a:pt x="1387" y="3592"/>
                    <a:pt x="1387" y="3781"/>
                  </a:cubicBezTo>
                  <a:cubicBezTo>
                    <a:pt x="1387" y="4002"/>
                    <a:pt x="1545" y="4159"/>
                    <a:pt x="1734" y="4159"/>
                  </a:cubicBezTo>
                  <a:cubicBezTo>
                    <a:pt x="2679" y="4159"/>
                    <a:pt x="3467" y="4947"/>
                    <a:pt x="3467" y="5892"/>
                  </a:cubicBezTo>
                  <a:cubicBezTo>
                    <a:pt x="3467" y="6081"/>
                    <a:pt x="3624" y="6238"/>
                    <a:pt x="3845" y="6238"/>
                  </a:cubicBezTo>
                  <a:cubicBezTo>
                    <a:pt x="4034" y="6238"/>
                    <a:pt x="4191" y="6081"/>
                    <a:pt x="4191" y="5892"/>
                  </a:cubicBezTo>
                  <a:cubicBezTo>
                    <a:pt x="4191" y="5167"/>
                    <a:pt x="3876" y="4537"/>
                    <a:pt x="3435" y="4096"/>
                  </a:cubicBezTo>
                  <a:cubicBezTo>
                    <a:pt x="3593" y="4065"/>
                    <a:pt x="3750" y="4002"/>
                    <a:pt x="3876" y="3876"/>
                  </a:cubicBezTo>
                  <a:cubicBezTo>
                    <a:pt x="4065" y="4033"/>
                    <a:pt x="4317" y="4159"/>
                    <a:pt x="4569" y="4159"/>
                  </a:cubicBezTo>
                  <a:cubicBezTo>
                    <a:pt x="4853" y="4159"/>
                    <a:pt x="5073" y="4033"/>
                    <a:pt x="5294" y="3876"/>
                  </a:cubicBezTo>
                  <a:cubicBezTo>
                    <a:pt x="5483" y="4033"/>
                    <a:pt x="5703" y="4159"/>
                    <a:pt x="5987" y="4159"/>
                  </a:cubicBezTo>
                  <a:cubicBezTo>
                    <a:pt x="6113" y="4159"/>
                    <a:pt x="6239" y="4096"/>
                    <a:pt x="6333" y="4065"/>
                  </a:cubicBezTo>
                  <a:lnTo>
                    <a:pt x="6333" y="5167"/>
                  </a:lnTo>
                  <a:cubicBezTo>
                    <a:pt x="6333" y="5923"/>
                    <a:pt x="5861" y="6554"/>
                    <a:pt x="5199" y="6774"/>
                  </a:cubicBezTo>
                  <a:cubicBezTo>
                    <a:pt x="5042" y="6837"/>
                    <a:pt x="4979" y="6995"/>
                    <a:pt x="4979" y="7089"/>
                  </a:cubicBezTo>
                  <a:lnTo>
                    <a:pt x="4979" y="7562"/>
                  </a:lnTo>
                  <a:lnTo>
                    <a:pt x="2206" y="7562"/>
                  </a:lnTo>
                  <a:lnTo>
                    <a:pt x="2206" y="7089"/>
                  </a:lnTo>
                  <a:cubicBezTo>
                    <a:pt x="2206" y="6932"/>
                    <a:pt x="2143" y="6837"/>
                    <a:pt x="1986" y="6774"/>
                  </a:cubicBezTo>
                  <a:cubicBezTo>
                    <a:pt x="1261" y="6554"/>
                    <a:pt x="820" y="5892"/>
                    <a:pt x="820" y="5167"/>
                  </a:cubicBezTo>
                  <a:lnTo>
                    <a:pt x="820" y="3750"/>
                  </a:lnTo>
                  <a:lnTo>
                    <a:pt x="726" y="3750"/>
                  </a:lnTo>
                  <a:cubicBezTo>
                    <a:pt x="726" y="3151"/>
                    <a:pt x="1198" y="2741"/>
                    <a:pt x="1734" y="2741"/>
                  </a:cubicBezTo>
                  <a:close/>
                  <a:moveTo>
                    <a:pt x="5199" y="8286"/>
                  </a:moveTo>
                  <a:cubicBezTo>
                    <a:pt x="5388" y="8286"/>
                    <a:pt x="5546" y="8444"/>
                    <a:pt x="5546" y="8633"/>
                  </a:cubicBezTo>
                  <a:lnTo>
                    <a:pt x="5546" y="8979"/>
                  </a:lnTo>
                  <a:lnTo>
                    <a:pt x="1387" y="8979"/>
                  </a:lnTo>
                  <a:lnTo>
                    <a:pt x="1387" y="8633"/>
                  </a:lnTo>
                  <a:cubicBezTo>
                    <a:pt x="1387" y="8444"/>
                    <a:pt x="1545" y="8286"/>
                    <a:pt x="1734" y="8286"/>
                  </a:cubicBezTo>
                  <a:close/>
                  <a:moveTo>
                    <a:pt x="3120" y="1"/>
                  </a:moveTo>
                  <a:cubicBezTo>
                    <a:pt x="2647" y="1"/>
                    <a:pt x="2269" y="316"/>
                    <a:pt x="2143" y="757"/>
                  </a:cubicBezTo>
                  <a:cubicBezTo>
                    <a:pt x="2017" y="725"/>
                    <a:pt x="1891" y="694"/>
                    <a:pt x="1734" y="694"/>
                  </a:cubicBezTo>
                  <a:cubicBezTo>
                    <a:pt x="1167" y="694"/>
                    <a:pt x="726" y="1166"/>
                    <a:pt x="726" y="1702"/>
                  </a:cubicBezTo>
                  <a:lnTo>
                    <a:pt x="726" y="2426"/>
                  </a:lnTo>
                  <a:cubicBezTo>
                    <a:pt x="285" y="2678"/>
                    <a:pt x="1" y="3214"/>
                    <a:pt x="1" y="3750"/>
                  </a:cubicBezTo>
                  <a:lnTo>
                    <a:pt x="1" y="5136"/>
                  </a:lnTo>
                  <a:cubicBezTo>
                    <a:pt x="1" y="6081"/>
                    <a:pt x="568" y="6932"/>
                    <a:pt x="1387" y="7341"/>
                  </a:cubicBezTo>
                  <a:lnTo>
                    <a:pt x="1387" y="7656"/>
                  </a:lnTo>
                  <a:cubicBezTo>
                    <a:pt x="1009" y="7814"/>
                    <a:pt x="694" y="8160"/>
                    <a:pt x="694" y="8633"/>
                  </a:cubicBezTo>
                  <a:lnTo>
                    <a:pt x="694" y="9357"/>
                  </a:lnTo>
                  <a:cubicBezTo>
                    <a:pt x="694" y="9546"/>
                    <a:pt x="852" y="9704"/>
                    <a:pt x="1041" y="9704"/>
                  </a:cubicBezTo>
                  <a:lnTo>
                    <a:pt x="5892" y="9704"/>
                  </a:lnTo>
                  <a:cubicBezTo>
                    <a:pt x="6081" y="9704"/>
                    <a:pt x="6239" y="9546"/>
                    <a:pt x="6239" y="9357"/>
                  </a:cubicBezTo>
                  <a:lnTo>
                    <a:pt x="6239" y="8633"/>
                  </a:lnTo>
                  <a:cubicBezTo>
                    <a:pt x="6239" y="8192"/>
                    <a:pt x="5955" y="7814"/>
                    <a:pt x="5514" y="7656"/>
                  </a:cubicBezTo>
                  <a:lnTo>
                    <a:pt x="5514" y="7341"/>
                  </a:lnTo>
                  <a:cubicBezTo>
                    <a:pt x="6365" y="6932"/>
                    <a:pt x="6901" y="6081"/>
                    <a:pt x="6901" y="5136"/>
                  </a:cubicBezTo>
                  <a:lnTo>
                    <a:pt x="6901" y="2363"/>
                  </a:lnTo>
                  <a:cubicBezTo>
                    <a:pt x="6901" y="1796"/>
                    <a:pt x="6428" y="1355"/>
                    <a:pt x="5892" y="1355"/>
                  </a:cubicBezTo>
                  <a:cubicBezTo>
                    <a:pt x="5766" y="1355"/>
                    <a:pt x="5609" y="1387"/>
                    <a:pt x="5483" y="1418"/>
                  </a:cubicBezTo>
                  <a:cubicBezTo>
                    <a:pt x="5357" y="1009"/>
                    <a:pt x="4979" y="694"/>
                    <a:pt x="4506" y="694"/>
                  </a:cubicBezTo>
                  <a:cubicBezTo>
                    <a:pt x="4380" y="694"/>
                    <a:pt x="4223" y="725"/>
                    <a:pt x="4097" y="757"/>
                  </a:cubicBezTo>
                  <a:cubicBezTo>
                    <a:pt x="4002" y="316"/>
                    <a:pt x="3593" y="1"/>
                    <a:pt x="312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6" name="Google Shape;4396;p58"/>
            <p:cNvSpPr/>
            <p:nvPr/>
          </p:nvSpPr>
          <p:spPr>
            <a:xfrm>
              <a:off x="5559300" y="1945825"/>
              <a:ext cx="18150" cy="44125"/>
            </a:xfrm>
            <a:custGeom>
              <a:avLst/>
              <a:gdLst/>
              <a:ahLst/>
              <a:cxnLst/>
              <a:rect l="l" t="t" r="r" b="b"/>
              <a:pathLst>
                <a:path w="726" h="176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418"/>
                  </a:lnTo>
                  <a:cubicBezTo>
                    <a:pt x="1" y="1607"/>
                    <a:pt x="158" y="1764"/>
                    <a:pt x="379" y="1764"/>
                  </a:cubicBezTo>
                  <a:cubicBezTo>
                    <a:pt x="568" y="1764"/>
                    <a:pt x="725" y="1607"/>
                    <a:pt x="725" y="1418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7" name="Google Shape;4397;p58"/>
            <p:cNvSpPr/>
            <p:nvPr/>
          </p:nvSpPr>
          <p:spPr>
            <a:xfrm>
              <a:off x="5611275" y="1963925"/>
              <a:ext cx="35475" cy="34500"/>
            </a:xfrm>
            <a:custGeom>
              <a:avLst/>
              <a:gdLst/>
              <a:ahLst/>
              <a:cxnLst/>
              <a:rect l="l" t="t" r="r" b="b"/>
              <a:pathLst>
                <a:path w="1419" h="1380" extrusionOk="0">
                  <a:moveTo>
                    <a:pt x="1076" y="1"/>
                  </a:moveTo>
                  <a:cubicBezTo>
                    <a:pt x="985" y="1"/>
                    <a:pt x="899" y="32"/>
                    <a:pt x="851" y="95"/>
                  </a:cubicBezTo>
                  <a:lnTo>
                    <a:pt x="127" y="788"/>
                  </a:lnTo>
                  <a:cubicBezTo>
                    <a:pt x="1" y="914"/>
                    <a:pt x="1" y="1166"/>
                    <a:pt x="127" y="1261"/>
                  </a:cubicBezTo>
                  <a:cubicBezTo>
                    <a:pt x="190" y="1340"/>
                    <a:pt x="284" y="1379"/>
                    <a:pt x="375" y="1379"/>
                  </a:cubicBezTo>
                  <a:cubicBezTo>
                    <a:pt x="466" y="1379"/>
                    <a:pt x="552" y="1340"/>
                    <a:pt x="599" y="1261"/>
                  </a:cubicBezTo>
                  <a:lnTo>
                    <a:pt x="1324" y="568"/>
                  </a:lnTo>
                  <a:cubicBezTo>
                    <a:pt x="1419" y="442"/>
                    <a:pt x="1419" y="221"/>
                    <a:pt x="1324" y="95"/>
                  </a:cubicBezTo>
                  <a:cubicBezTo>
                    <a:pt x="1261" y="32"/>
                    <a:pt x="1167" y="1"/>
                    <a:pt x="10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8" name="Google Shape;4398;p58"/>
            <p:cNvSpPr/>
            <p:nvPr/>
          </p:nvSpPr>
          <p:spPr>
            <a:xfrm>
              <a:off x="5664050" y="2067900"/>
              <a:ext cx="35475" cy="17350"/>
            </a:xfrm>
            <a:custGeom>
              <a:avLst/>
              <a:gdLst/>
              <a:ahLst/>
              <a:cxnLst/>
              <a:rect l="l" t="t" r="r" b="b"/>
              <a:pathLst>
                <a:path w="1419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418" y="158"/>
                    <a:pt x="1261" y="0"/>
                    <a:pt x="10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9" name="Google Shape;4399;p58"/>
            <p:cNvSpPr/>
            <p:nvPr/>
          </p:nvSpPr>
          <p:spPr>
            <a:xfrm>
              <a:off x="5421475" y="2067900"/>
              <a:ext cx="35450" cy="17350"/>
            </a:xfrm>
            <a:custGeom>
              <a:avLst/>
              <a:gdLst/>
              <a:ahLst/>
              <a:cxnLst/>
              <a:rect l="l" t="t" r="r" b="b"/>
              <a:pathLst>
                <a:path w="1418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78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0" name="Google Shape;4400;p58"/>
            <p:cNvSpPr/>
            <p:nvPr/>
          </p:nvSpPr>
          <p:spPr>
            <a:xfrm>
              <a:off x="5490000" y="1963925"/>
              <a:ext cx="35450" cy="33900"/>
            </a:xfrm>
            <a:custGeom>
              <a:avLst/>
              <a:gdLst/>
              <a:ahLst/>
              <a:cxnLst/>
              <a:rect l="l" t="t" r="r" b="b"/>
              <a:pathLst>
                <a:path w="1418" h="135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221"/>
                    <a:pt x="0" y="442"/>
                    <a:pt x="95" y="568"/>
                  </a:cubicBezTo>
                  <a:lnTo>
                    <a:pt x="819" y="1261"/>
                  </a:lnTo>
                  <a:cubicBezTo>
                    <a:pt x="866" y="1324"/>
                    <a:pt x="953" y="1356"/>
                    <a:pt x="1044" y="1356"/>
                  </a:cubicBezTo>
                  <a:cubicBezTo>
                    <a:pt x="1134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67" y="95"/>
                  </a:lnTo>
                  <a:cubicBezTo>
                    <a:pt x="520" y="32"/>
                    <a:pt x="433" y="1"/>
                    <a:pt x="34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1" name="Google Shape;4401;p58"/>
            <p:cNvSpPr/>
            <p:nvPr/>
          </p:nvSpPr>
          <p:spPr>
            <a:xfrm>
              <a:off x="5437225" y="1997650"/>
              <a:ext cx="37825" cy="26325"/>
            </a:xfrm>
            <a:custGeom>
              <a:avLst/>
              <a:gdLst/>
              <a:ahLst/>
              <a:cxnLst/>
              <a:rect l="l" t="t" r="r" b="b"/>
              <a:pathLst>
                <a:path w="1513" h="1053" extrusionOk="0">
                  <a:moveTo>
                    <a:pt x="422" y="0"/>
                  </a:moveTo>
                  <a:cubicBezTo>
                    <a:pt x="285" y="0"/>
                    <a:pt x="140" y="81"/>
                    <a:pt x="95" y="196"/>
                  </a:cubicBezTo>
                  <a:cubicBezTo>
                    <a:pt x="0" y="353"/>
                    <a:pt x="95" y="574"/>
                    <a:pt x="252" y="668"/>
                  </a:cubicBezTo>
                  <a:lnTo>
                    <a:pt x="945" y="1015"/>
                  </a:lnTo>
                  <a:cubicBezTo>
                    <a:pt x="989" y="1041"/>
                    <a:pt x="1039" y="1052"/>
                    <a:pt x="1091" y="1052"/>
                  </a:cubicBezTo>
                  <a:cubicBezTo>
                    <a:pt x="1227" y="1052"/>
                    <a:pt x="1372" y="971"/>
                    <a:pt x="1418" y="857"/>
                  </a:cubicBezTo>
                  <a:cubicBezTo>
                    <a:pt x="1512" y="700"/>
                    <a:pt x="1418" y="479"/>
                    <a:pt x="1260" y="385"/>
                  </a:cubicBezTo>
                  <a:lnTo>
                    <a:pt x="567" y="38"/>
                  </a:lnTo>
                  <a:cubicBezTo>
                    <a:pt x="524" y="12"/>
                    <a:pt x="473" y="0"/>
                    <a:pt x="4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2" name="Google Shape;4402;p58"/>
            <p:cNvSpPr/>
            <p:nvPr/>
          </p:nvSpPr>
          <p:spPr>
            <a:xfrm>
              <a:off x="5645150" y="1998300"/>
              <a:ext cx="37825" cy="26900"/>
            </a:xfrm>
            <a:custGeom>
              <a:avLst/>
              <a:gdLst/>
              <a:ahLst/>
              <a:cxnLst/>
              <a:rect l="l" t="t" r="r" b="b"/>
              <a:pathLst>
                <a:path w="1513" h="1076" extrusionOk="0">
                  <a:moveTo>
                    <a:pt x="1098" y="0"/>
                  </a:moveTo>
                  <a:cubicBezTo>
                    <a:pt x="1046" y="0"/>
                    <a:pt x="994" y="14"/>
                    <a:pt x="946" y="44"/>
                  </a:cubicBezTo>
                  <a:lnTo>
                    <a:pt x="253" y="422"/>
                  </a:lnTo>
                  <a:cubicBezTo>
                    <a:pt x="95" y="485"/>
                    <a:pt x="1" y="674"/>
                    <a:pt x="95" y="894"/>
                  </a:cubicBezTo>
                  <a:cubicBezTo>
                    <a:pt x="142" y="1011"/>
                    <a:pt x="258" y="1076"/>
                    <a:pt x="405" y="1076"/>
                  </a:cubicBezTo>
                  <a:cubicBezTo>
                    <a:pt x="456" y="1076"/>
                    <a:pt x="511" y="1068"/>
                    <a:pt x="568" y="1052"/>
                  </a:cubicBezTo>
                  <a:lnTo>
                    <a:pt x="1261" y="674"/>
                  </a:lnTo>
                  <a:cubicBezTo>
                    <a:pt x="1418" y="611"/>
                    <a:pt x="1513" y="422"/>
                    <a:pt x="1418" y="201"/>
                  </a:cubicBezTo>
                  <a:cubicBezTo>
                    <a:pt x="1331" y="71"/>
                    <a:pt x="1214" y="0"/>
                    <a:pt x="109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03" name="Google Shape;4403;p58"/>
          <p:cNvGrpSpPr/>
          <p:nvPr/>
        </p:nvGrpSpPr>
        <p:grpSpPr>
          <a:xfrm>
            <a:off x="1498594" y="2438703"/>
            <a:ext cx="350401" cy="264888"/>
            <a:chOff x="3962775" y="1990700"/>
            <a:chExt cx="296975" cy="224500"/>
          </a:xfrm>
        </p:grpSpPr>
        <p:sp>
          <p:nvSpPr>
            <p:cNvPr id="4404" name="Google Shape;4404;p58"/>
            <p:cNvSpPr/>
            <p:nvPr/>
          </p:nvSpPr>
          <p:spPr>
            <a:xfrm>
              <a:off x="4216400" y="2093100"/>
              <a:ext cx="43350" cy="18150"/>
            </a:xfrm>
            <a:custGeom>
              <a:avLst/>
              <a:gdLst/>
              <a:ahLst/>
              <a:cxnLst/>
              <a:rect l="l" t="t" r="r" b="b"/>
              <a:pathLst>
                <a:path w="1734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387" y="725"/>
                  </a:lnTo>
                  <a:cubicBezTo>
                    <a:pt x="1576" y="725"/>
                    <a:pt x="1733" y="568"/>
                    <a:pt x="1733" y="347"/>
                  </a:cubicBezTo>
                  <a:cubicBezTo>
                    <a:pt x="1702" y="158"/>
                    <a:pt x="1544" y="1"/>
                    <a:pt x="138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5" name="Google Shape;4405;p58"/>
            <p:cNvSpPr/>
            <p:nvPr/>
          </p:nvSpPr>
          <p:spPr>
            <a:xfrm>
              <a:off x="4206950" y="2129325"/>
              <a:ext cx="35475" cy="33900"/>
            </a:xfrm>
            <a:custGeom>
              <a:avLst/>
              <a:gdLst/>
              <a:ahLst/>
              <a:cxnLst/>
              <a:rect l="l" t="t" r="r" b="b"/>
              <a:pathLst>
                <a:path w="1419" h="1356" extrusionOk="0">
                  <a:moveTo>
                    <a:pt x="351" y="1"/>
                  </a:moveTo>
                  <a:cubicBezTo>
                    <a:pt x="260" y="1"/>
                    <a:pt x="174" y="32"/>
                    <a:pt x="127" y="95"/>
                  </a:cubicBezTo>
                  <a:cubicBezTo>
                    <a:pt x="1" y="221"/>
                    <a:pt x="1" y="410"/>
                    <a:pt x="127" y="568"/>
                  </a:cubicBezTo>
                  <a:lnTo>
                    <a:pt x="820" y="1261"/>
                  </a:lnTo>
                  <a:cubicBezTo>
                    <a:pt x="883" y="1324"/>
                    <a:pt x="969" y="1356"/>
                    <a:pt x="1056" y="1356"/>
                  </a:cubicBezTo>
                  <a:cubicBezTo>
                    <a:pt x="1143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99" y="95"/>
                  </a:lnTo>
                  <a:cubicBezTo>
                    <a:pt x="536" y="32"/>
                    <a:pt x="442" y="1"/>
                    <a:pt x="3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6" name="Google Shape;4406;p58"/>
            <p:cNvSpPr/>
            <p:nvPr/>
          </p:nvSpPr>
          <p:spPr>
            <a:xfrm>
              <a:off x="4207750" y="2041900"/>
              <a:ext cx="35450" cy="34500"/>
            </a:xfrm>
            <a:custGeom>
              <a:avLst/>
              <a:gdLst/>
              <a:ahLst/>
              <a:cxnLst/>
              <a:rect l="l" t="t" r="r" b="b"/>
              <a:pathLst>
                <a:path w="1418" h="1380" extrusionOk="0">
                  <a:moveTo>
                    <a:pt x="1067" y="1"/>
                  </a:moveTo>
                  <a:cubicBezTo>
                    <a:pt x="977" y="1"/>
                    <a:pt x="882" y="32"/>
                    <a:pt x="819" y="95"/>
                  </a:cubicBezTo>
                  <a:lnTo>
                    <a:pt x="126" y="788"/>
                  </a:lnTo>
                  <a:cubicBezTo>
                    <a:pt x="0" y="914"/>
                    <a:pt x="0" y="1135"/>
                    <a:pt x="126" y="1261"/>
                  </a:cubicBezTo>
                  <a:cubicBezTo>
                    <a:pt x="189" y="1340"/>
                    <a:pt x="268" y="1379"/>
                    <a:pt x="351" y="1379"/>
                  </a:cubicBezTo>
                  <a:cubicBezTo>
                    <a:pt x="433" y="1379"/>
                    <a:pt x="520" y="1340"/>
                    <a:pt x="599" y="1261"/>
                  </a:cubicBezTo>
                  <a:lnTo>
                    <a:pt x="1292" y="568"/>
                  </a:lnTo>
                  <a:cubicBezTo>
                    <a:pt x="1418" y="442"/>
                    <a:pt x="1418" y="190"/>
                    <a:pt x="1292" y="95"/>
                  </a:cubicBezTo>
                  <a:cubicBezTo>
                    <a:pt x="1244" y="32"/>
                    <a:pt x="1158" y="1"/>
                    <a:pt x="10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7" name="Google Shape;4407;p58"/>
            <p:cNvSpPr/>
            <p:nvPr/>
          </p:nvSpPr>
          <p:spPr>
            <a:xfrm>
              <a:off x="3962775" y="1990700"/>
              <a:ext cx="226075" cy="224500"/>
            </a:xfrm>
            <a:custGeom>
              <a:avLst/>
              <a:gdLst/>
              <a:ahLst/>
              <a:cxnLst/>
              <a:rect l="l" t="t" r="r" b="b"/>
              <a:pathLst>
                <a:path w="9043" h="8980" extrusionOk="0">
                  <a:moveTo>
                    <a:pt x="1419" y="3403"/>
                  </a:moveTo>
                  <a:lnTo>
                    <a:pt x="1419" y="4790"/>
                  </a:lnTo>
                  <a:cubicBezTo>
                    <a:pt x="1009" y="4790"/>
                    <a:pt x="694" y="4506"/>
                    <a:pt x="694" y="4097"/>
                  </a:cubicBezTo>
                  <a:cubicBezTo>
                    <a:pt x="694" y="3719"/>
                    <a:pt x="1009" y="3403"/>
                    <a:pt x="1419" y="3403"/>
                  </a:cubicBezTo>
                  <a:close/>
                  <a:moveTo>
                    <a:pt x="4191" y="2710"/>
                  </a:moveTo>
                  <a:lnTo>
                    <a:pt x="4191" y="5483"/>
                  </a:lnTo>
                  <a:lnTo>
                    <a:pt x="2490" y="5483"/>
                  </a:lnTo>
                  <a:cubicBezTo>
                    <a:pt x="2269" y="5483"/>
                    <a:pt x="2112" y="5325"/>
                    <a:pt x="2112" y="5105"/>
                  </a:cubicBezTo>
                  <a:lnTo>
                    <a:pt x="2112" y="3088"/>
                  </a:lnTo>
                  <a:cubicBezTo>
                    <a:pt x="2112" y="2868"/>
                    <a:pt x="2269" y="2710"/>
                    <a:pt x="2490" y="2710"/>
                  </a:cubicBezTo>
                  <a:close/>
                  <a:moveTo>
                    <a:pt x="6995" y="1828"/>
                  </a:moveTo>
                  <a:lnTo>
                    <a:pt x="6995" y="6428"/>
                  </a:lnTo>
                  <a:cubicBezTo>
                    <a:pt x="6428" y="5924"/>
                    <a:pt x="5672" y="5609"/>
                    <a:pt x="4884" y="5514"/>
                  </a:cubicBezTo>
                  <a:lnTo>
                    <a:pt x="4884" y="2710"/>
                  </a:lnTo>
                  <a:cubicBezTo>
                    <a:pt x="5672" y="2647"/>
                    <a:pt x="6428" y="2332"/>
                    <a:pt x="6995" y="1828"/>
                  </a:cubicBezTo>
                  <a:close/>
                  <a:moveTo>
                    <a:pt x="8066" y="631"/>
                  </a:moveTo>
                  <a:cubicBezTo>
                    <a:pt x="8255" y="631"/>
                    <a:pt x="8413" y="789"/>
                    <a:pt x="8413" y="978"/>
                  </a:cubicBezTo>
                  <a:lnTo>
                    <a:pt x="8413" y="7216"/>
                  </a:lnTo>
                  <a:cubicBezTo>
                    <a:pt x="8413" y="7405"/>
                    <a:pt x="8255" y="7562"/>
                    <a:pt x="8066" y="7562"/>
                  </a:cubicBezTo>
                  <a:cubicBezTo>
                    <a:pt x="7877" y="7562"/>
                    <a:pt x="7720" y="7405"/>
                    <a:pt x="7720" y="7216"/>
                  </a:cubicBezTo>
                  <a:lnTo>
                    <a:pt x="7720" y="978"/>
                  </a:lnTo>
                  <a:cubicBezTo>
                    <a:pt x="7720" y="789"/>
                    <a:pt x="7877" y="631"/>
                    <a:pt x="8066" y="631"/>
                  </a:cubicBezTo>
                  <a:close/>
                  <a:moveTo>
                    <a:pt x="3498" y="6176"/>
                  </a:moveTo>
                  <a:lnTo>
                    <a:pt x="3498" y="7909"/>
                  </a:lnTo>
                  <a:cubicBezTo>
                    <a:pt x="3498" y="8129"/>
                    <a:pt x="3340" y="8287"/>
                    <a:pt x="3151" y="8287"/>
                  </a:cubicBezTo>
                  <a:cubicBezTo>
                    <a:pt x="2962" y="8287"/>
                    <a:pt x="2805" y="8129"/>
                    <a:pt x="2805" y="7909"/>
                  </a:cubicBezTo>
                  <a:lnTo>
                    <a:pt x="2805" y="6176"/>
                  </a:lnTo>
                  <a:close/>
                  <a:moveTo>
                    <a:pt x="8035" y="1"/>
                  </a:moveTo>
                  <a:cubicBezTo>
                    <a:pt x="7531" y="1"/>
                    <a:pt x="7090" y="411"/>
                    <a:pt x="6995" y="883"/>
                  </a:cubicBezTo>
                  <a:lnTo>
                    <a:pt x="6680" y="1198"/>
                  </a:lnTo>
                  <a:cubicBezTo>
                    <a:pt x="6144" y="1734"/>
                    <a:pt x="5325" y="2049"/>
                    <a:pt x="4538" y="2049"/>
                  </a:cubicBezTo>
                  <a:lnTo>
                    <a:pt x="2427" y="2049"/>
                  </a:lnTo>
                  <a:cubicBezTo>
                    <a:pt x="2017" y="2049"/>
                    <a:pt x="1608" y="2332"/>
                    <a:pt x="1450" y="2773"/>
                  </a:cubicBezTo>
                  <a:lnTo>
                    <a:pt x="1387" y="2773"/>
                  </a:lnTo>
                  <a:cubicBezTo>
                    <a:pt x="631" y="2773"/>
                    <a:pt x="1" y="3403"/>
                    <a:pt x="1" y="4128"/>
                  </a:cubicBezTo>
                  <a:cubicBezTo>
                    <a:pt x="1" y="4884"/>
                    <a:pt x="631" y="5514"/>
                    <a:pt x="1387" y="5514"/>
                  </a:cubicBezTo>
                  <a:lnTo>
                    <a:pt x="1450" y="5514"/>
                  </a:lnTo>
                  <a:cubicBezTo>
                    <a:pt x="1576" y="5798"/>
                    <a:pt x="1797" y="6018"/>
                    <a:pt x="2080" y="6144"/>
                  </a:cubicBezTo>
                  <a:lnTo>
                    <a:pt x="2080" y="7940"/>
                  </a:lnTo>
                  <a:cubicBezTo>
                    <a:pt x="2112" y="8507"/>
                    <a:pt x="2584" y="8980"/>
                    <a:pt x="3151" y="8980"/>
                  </a:cubicBezTo>
                  <a:cubicBezTo>
                    <a:pt x="3750" y="8980"/>
                    <a:pt x="4160" y="8507"/>
                    <a:pt x="4160" y="7972"/>
                  </a:cubicBezTo>
                  <a:lnTo>
                    <a:pt x="4160" y="6239"/>
                  </a:lnTo>
                  <a:lnTo>
                    <a:pt x="4538" y="6239"/>
                  </a:lnTo>
                  <a:cubicBezTo>
                    <a:pt x="5325" y="6239"/>
                    <a:pt x="6144" y="6554"/>
                    <a:pt x="6680" y="7090"/>
                  </a:cubicBezTo>
                  <a:lnTo>
                    <a:pt x="6995" y="7405"/>
                  </a:lnTo>
                  <a:cubicBezTo>
                    <a:pt x="7090" y="7909"/>
                    <a:pt x="7531" y="8287"/>
                    <a:pt x="8035" y="8287"/>
                  </a:cubicBezTo>
                  <a:cubicBezTo>
                    <a:pt x="8633" y="8287"/>
                    <a:pt x="9043" y="7814"/>
                    <a:pt x="9043" y="7247"/>
                  </a:cubicBezTo>
                  <a:lnTo>
                    <a:pt x="9043" y="1041"/>
                  </a:lnTo>
                  <a:cubicBezTo>
                    <a:pt x="9043" y="442"/>
                    <a:pt x="8570" y="1"/>
                    <a:pt x="80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8" name="Google Shape;2378;p42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Kosten und Kapital schlugen Propaganda</a:t>
            </a:r>
            <a:endParaRPr/>
          </a:p>
        </p:txBody>
      </p:sp>
      <p:sp>
        <p:nvSpPr>
          <p:cNvPr id="2379" name="Google Shape;2379;p42"/>
          <p:cNvSpPr txBox="1">
            <a:spLocks noGrp="1"/>
          </p:cNvSpPr>
          <p:nvPr>
            <p:ph type="subTitle" idx="1"/>
          </p:nvPr>
        </p:nvSpPr>
        <p:spPr>
          <a:xfrm>
            <a:off x="937625" y="3117025"/>
            <a:ext cx="2175300" cy="96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Wechselstromnetze waren billiger; neue Versorger und ab 1892 auch GE setzten darauf [2]</a:t>
            </a:r>
            <a:endParaRPr/>
          </a:p>
        </p:txBody>
      </p:sp>
      <p:sp>
        <p:nvSpPr>
          <p:cNvPr id="2380" name="Google Shape;2380;p42"/>
          <p:cNvSpPr txBox="1">
            <a:spLocks noGrp="1"/>
          </p:cNvSpPr>
          <p:nvPr>
            <p:ph type="subTitle" idx="2"/>
          </p:nvPr>
        </p:nvSpPr>
        <p:spPr>
          <a:xfrm>
            <a:off x="3484347" y="3117025"/>
            <a:ext cx="2175300" cy="96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Wechselstrom liess sich öffentlich nicht mit dem Tod verbinden [10]</a:t>
            </a:r>
            <a:endParaRPr/>
          </a:p>
        </p:txBody>
      </p:sp>
      <p:sp>
        <p:nvSpPr>
          <p:cNvPr id="2381" name="Google Shape;2381;p42"/>
          <p:cNvSpPr txBox="1">
            <a:spLocks noGrp="1"/>
          </p:cNvSpPr>
          <p:nvPr>
            <p:ph type="subTitle" idx="3"/>
          </p:nvPr>
        </p:nvSpPr>
        <p:spPr>
          <a:xfrm>
            <a:off x="6031075" y="3117025"/>
            <a:ext cx="2175300" cy="96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1891: Drehstrom über 175 km (MFO Oerlikon, AEG); Brown gründet BBC in Baden [11]</a:t>
            </a:r>
            <a:endParaRPr/>
          </a:p>
        </p:txBody>
      </p:sp>
      <p:sp>
        <p:nvSpPr>
          <p:cNvPr id="2382" name="Google Shape;2382;p42"/>
          <p:cNvSpPr txBox="1">
            <a:spLocks noGrp="1"/>
          </p:cNvSpPr>
          <p:nvPr>
            <p:ph type="subTitle" idx="4"/>
          </p:nvPr>
        </p:nvSpPr>
        <p:spPr>
          <a:xfrm>
            <a:off x="937625" y="2669922"/>
            <a:ext cx="2175300" cy="44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Kosten</a:t>
            </a:r>
            <a:endParaRPr/>
          </a:p>
        </p:txBody>
      </p:sp>
      <p:sp>
        <p:nvSpPr>
          <p:cNvPr id="2383" name="Google Shape;2383;p42"/>
          <p:cNvSpPr txBox="1">
            <a:spLocks noGrp="1"/>
          </p:cNvSpPr>
          <p:nvPr>
            <p:ph type="subTitle" idx="5"/>
          </p:nvPr>
        </p:nvSpPr>
        <p:spPr>
          <a:xfrm>
            <a:off x="3484350" y="2669922"/>
            <a:ext cx="2175300" cy="44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Propaganda scheitert</a:t>
            </a:r>
            <a:endParaRPr/>
          </a:p>
        </p:txBody>
      </p:sp>
      <p:sp>
        <p:nvSpPr>
          <p:cNvPr id="2384" name="Google Shape;2384;p42"/>
          <p:cNvSpPr txBox="1">
            <a:spLocks noGrp="1"/>
          </p:cNvSpPr>
          <p:nvPr>
            <p:ph type="subTitle" idx="6"/>
          </p:nvPr>
        </p:nvSpPr>
        <p:spPr>
          <a:xfrm>
            <a:off x="6031075" y="2669922"/>
            <a:ext cx="2175300" cy="44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Schweizer Bezug</a:t>
            </a:r>
            <a:endParaRPr/>
          </a:p>
        </p:txBody>
      </p:sp>
      <p:grpSp>
        <p:nvGrpSpPr>
          <p:cNvPr id="2385" name="Google Shape;2385;p42"/>
          <p:cNvGrpSpPr/>
          <p:nvPr/>
        </p:nvGrpSpPr>
        <p:grpSpPr>
          <a:xfrm>
            <a:off x="1652989" y="1824750"/>
            <a:ext cx="744564" cy="624959"/>
            <a:chOff x="2361225" y="3521900"/>
            <a:chExt cx="4421400" cy="589250"/>
          </a:xfrm>
        </p:grpSpPr>
        <p:cxnSp>
          <p:nvCxnSpPr>
            <p:cNvPr id="2386" name="Google Shape;2386;p42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87" name="Google Shape;2387;p42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388" name="Google Shape;2388;p42"/>
          <p:cNvGrpSpPr/>
          <p:nvPr/>
        </p:nvGrpSpPr>
        <p:grpSpPr>
          <a:xfrm>
            <a:off x="4199714" y="1824750"/>
            <a:ext cx="744564" cy="624959"/>
            <a:chOff x="2361225" y="3521900"/>
            <a:chExt cx="4421400" cy="589250"/>
          </a:xfrm>
        </p:grpSpPr>
        <p:cxnSp>
          <p:nvCxnSpPr>
            <p:cNvPr id="2389" name="Google Shape;2389;p42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90" name="Google Shape;2390;p42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391" name="Google Shape;2391;p42"/>
          <p:cNvGrpSpPr/>
          <p:nvPr/>
        </p:nvGrpSpPr>
        <p:grpSpPr>
          <a:xfrm>
            <a:off x="6746439" y="1824750"/>
            <a:ext cx="744564" cy="624959"/>
            <a:chOff x="2361225" y="3521900"/>
            <a:chExt cx="4421400" cy="589250"/>
          </a:xfrm>
        </p:grpSpPr>
        <p:cxnSp>
          <p:nvCxnSpPr>
            <p:cNvPr id="2392" name="Google Shape;2392;p42"/>
            <p:cNvCxnSpPr/>
            <p:nvPr/>
          </p:nvCxnSpPr>
          <p:spPr>
            <a:xfrm>
              <a:off x="2361225" y="352190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93" name="Google Shape;2393;p42"/>
            <p:cNvCxnSpPr/>
            <p:nvPr/>
          </p:nvCxnSpPr>
          <p:spPr>
            <a:xfrm>
              <a:off x="2361225" y="4111150"/>
              <a:ext cx="44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394" name="Google Shape;2394;p42"/>
          <p:cNvGrpSpPr/>
          <p:nvPr/>
        </p:nvGrpSpPr>
        <p:grpSpPr>
          <a:xfrm>
            <a:off x="1852843" y="1984131"/>
            <a:ext cx="340186" cy="318904"/>
            <a:chOff x="3865000" y="847675"/>
            <a:chExt cx="483150" cy="452925"/>
          </a:xfrm>
        </p:grpSpPr>
        <p:sp>
          <p:nvSpPr>
            <p:cNvPr id="2395" name="Google Shape;2395;p42"/>
            <p:cNvSpPr/>
            <p:nvPr/>
          </p:nvSpPr>
          <p:spPr>
            <a:xfrm>
              <a:off x="3865000" y="847675"/>
              <a:ext cx="483150" cy="452925"/>
            </a:xfrm>
            <a:custGeom>
              <a:avLst/>
              <a:gdLst/>
              <a:ahLst/>
              <a:cxnLst/>
              <a:rect l="l" t="t" r="r" b="b"/>
              <a:pathLst>
                <a:path w="19326" h="18117" extrusionOk="0">
                  <a:moveTo>
                    <a:pt x="9627" y="1132"/>
                  </a:moveTo>
                  <a:cubicBezTo>
                    <a:pt x="14349" y="1132"/>
                    <a:pt x="18193" y="4436"/>
                    <a:pt x="18193" y="8494"/>
                  </a:cubicBezTo>
                  <a:cubicBezTo>
                    <a:pt x="18193" y="12552"/>
                    <a:pt x="14349" y="15852"/>
                    <a:pt x="9627" y="15852"/>
                  </a:cubicBezTo>
                  <a:cubicBezTo>
                    <a:pt x="9619" y="15852"/>
                    <a:pt x="9611" y="15852"/>
                    <a:pt x="9603" y="15852"/>
                  </a:cubicBezTo>
                  <a:cubicBezTo>
                    <a:pt x="8397" y="15852"/>
                    <a:pt x="7207" y="15626"/>
                    <a:pt x="6088" y="15185"/>
                  </a:cubicBezTo>
                  <a:cubicBezTo>
                    <a:pt x="6019" y="15158"/>
                    <a:pt x="5947" y="15144"/>
                    <a:pt x="5876" y="15144"/>
                  </a:cubicBezTo>
                  <a:cubicBezTo>
                    <a:pt x="5720" y="15144"/>
                    <a:pt x="5568" y="15208"/>
                    <a:pt x="5460" y="15327"/>
                  </a:cubicBezTo>
                  <a:cubicBezTo>
                    <a:pt x="4780" y="16070"/>
                    <a:pt x="3896" y="16595"/>
                    <a:pt x="2917" y="16837"/>
                  </a:cubicBezTo>
                  <a:cubicBezTo>
                    <a:pt x="3461" y="15801"/>
                    <a:pt x="3582" y="14593"/>
                    <a:pt x="3262" y="13467"/>
                  </a:cubicBezTo>
                  <a:cubicBezTo>
                    <a:pt x="3238" y="13379"/>
                    <a:pt x="3189" y="13295"/>
                    <a:pt x="3126" y="13228"/>
                  </a:cubicBezTo>
                  <a:cubicBezTo>
                    <a:pt x="1843" y="11906"/>
                    <a:pt x="1133" y="10224"/>
                    <a:pt x="1133" y="8494"/>
                  </a:cubicBezTo>
                  <a:cubicBezTo>
                    <a:pt x="1133" y="4436"/>
                    <a:pt x="4944" y="1132"/>
                    <a:pt x="9627" y="1132"/>
                  </a:cubicBezTo>
                  <a:close/>
                  <a:moveTo>
                    <a:pt x="9627" y="0"/>
                  </a:moveTo>
                  <a:cubicBezTo>
                    <a:pt x="7066" y="0"/>
                    <a:pt x="4663" y="876"/>
                    <a:pt x="2848" y="2461"/>
                  </a:cubicBezTo>
                  <a:cubicBezTo>
                    <a:pt x="1012" y="4067"/>
                    <a:pt x="1" y="6211"/>
                    <a:pt x="1" y="8494"/>
                  </a:cubicBezTo>
                  <a:cubicBezTo>
                    <a:pt x="1" y="10472"/>
                    <a:pt x="783" y="12389"/>
                    <a:pt x="2208" y="13908"/>
                  </a:cubicBezTo>
                  <a:cubicBezTo>
                    <a:pt x="2492" y="15073"/>
                    <a:pt x="2148" y="16302"/>
                    <a:pt x="1299" y="17151"/>
                  </a:cubicBezTo>
                  <a:cubicBezTo>
                    <a:pt x="943" y="17507"/>
                    <a:pt x="1193" y="18117"/>
                    <a:pt x="1701" y="18117"/>
                  </a:cubicBezTo>
                  <a:cubicBezTo>
                    <a:pt x="3313" y="18114"/>
                    <a:pt x="4862" y="17489"/>
                    <a:pt x="6024" y="16372"/>
                  </a:cubicBezTo>
                  <a:cubicBezTo>
                    <a:pt x="7173" y="16776"/>
                    <a:pt x="8380" y="16985"/>
                    <a:pt x="9600" y="16985"/>
                  </a:cubicBezTo>
                  <a:cubicBezTo>
                    <a:pt x="9609" y="16985"/>
                    <a:pt x="9618" y="16985"/>
                    <a:pt x="9627" y="16985"/>
                  </a:cubicBezTo>
                  <a:cubicBezTo>
                    <a:pt x="12184" y="16985"/>
                    <a:pt x="14606" y="16112"/>
                    <a:pt x="16439" y="14524"/>
                  </a:cubicBezTo>
                  <a:cubicBezTo>
                    <a:pt x="18302" y="12914"/>
                    <a:pt x="19325" y="10773"/>
                    <a:pt x="19325" y="8494"/>
                  </a:cubicBezTo>
                  <a:cubicBezTo>
                    <a:pt x="19325" y="6211"/>
                    <a:pt x="18302" y="4070"/>
                    <a:pt x="16439" y="2461"/>
                  </a:cubicBezTo>
                  <a:cubicBezTo>
                    <a:pt x="14606" y="873"/>
                    <a:pt x="12184" y="0"/>
                    <a:pt x="96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96" name="Google Shape;2396;p42"/>
            <p:cNvSpPr/>
            <p:nvPr/>
          </p:nvSpPr>
          <p:spPr>
            <a:xfrm>
              <a:off x="4173600" y="1029775"/>
              <a:ext cx="78450" cy="75550"/>
            </a:xfrm>
            <a:custGeom>
              <a:avLst/>
              <a:gdLst/>
              <a:ahLst/>
              <a:cxnLst/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8" y="1855"/>
                    <a:pt x="1604" y="1889"/>
                    <a:pt x="1511" y="1889"/>
                  </a:cubicBezTo>
                  <a:cubicBezTo>
                    <a:pt x="1318" y="1889"/>
                    <a:pt x="1132" y="1738"/>
                    <a:pt x="1132" y="1512"/>
                  </a:cubicBezTo>
                  <a:cubicBezTo>
                    <a:pt x="1132" y="1300"/>
                    <a:pt x="1299" y="1134"/>
                    <a:pt x="1510" y="1134"/>
                  </a:cubicBezTo>
                  <a:close/>
                  <a:moveTo>
                    <a:pt x="1509" y="1"/>
                  </a:moveTo>
                  <a:cubicBezTo>
                    <a:pt x="1314" y="1"/>
                    <a:pt x="1118" y="39"/>
                    <a:pt x="930" y="117"/>
                  </a:cubicBezTo>
                  <a:cubicBezTo>
                    <a:pt x="366" y="349"/>
                    <a:pt x="0" y="899"/>
                    <a:pt x="0" y="1512"/>
                  </a:cubicBezTo>
                  <a:cubicBezTo>
                    <a:pt x="0" y="2345"/>
                    <a:pt x="674" y="3021"/>
                    <a:pt x="1510" y="3021"/>
                  </a:cubicBezTo>
                  <a:cubicBezTo>
                    <a:pt x="2120" y="3021"/>
                    <a:pt x="2669" y="2653"/>
                    <a:pt x="2902" y="2088"/>
                  </a:cubicBezTo>
                  <a:cubicBezTo>
                    <a:pt x="3137" y="1524"/>
                    <a:pt x="3008" y="875"/>
                    <a:pt x="2576" y="443"/>
                  </a:cubicBezTo>
                  <a:cubicBezTo>
                    <a:pt x="2287" y="154"/>
                    <a:pt x="1902" y="1"/>
                    <a:pt x="15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97" name="Google Shape;2397;p42"/>
            <p:cNvSpPr/>
            <p:nvPr/>
          </p:nvSpPr>
          <p:spPr>
            <a:xfrm>
              <a:off x="4068825" y="1029775"/>
              <a:ext cx="78450" cy="75550"/>
            </a:xfrm>
            <a:custGeom>
              <a:avLst/>
              <a:gdLst/>
              <a:ahLst/>
              <a:cxnLst/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9" y="1855"/>
                    <a:pt x="1605" y="1889"/>
                    <a:pt x="1513" y="1889"/>
                  </a:cubicBezTo>
                  <a:cubicBezTo>
                    <a:pt x="1319" y="1889"/>
                    <a:pt x="1132" y="1738"/>
                    <a:pt x="1132" y="1512"/>
                  </a:cubicBezTo>
                  <a:cubicBezTo>
                    <a:pt x="1132" y="1300"/>
                    <a:pt x="1302" y="1134"/>
                    <a:pt x="1510" y="1134"/>
                  </a:cubicBezTo>
                  <a:close/>
                  <a:moveTo>
                    <a:pt x="1511" y="1"/>
                  </a:moveTo>
                  <a:cubicBezTo>
                    <a:pt x="1316" y="1"/>
                    <a:pt x="1120" y="39"/>
                    <a:pt x="933" y="117"/>
                  </a:cubicBezTo>
                  <a:cubicBezTo>
                    <a:pt x="369" y="349"/>
                    <a:pt x="0" y="899"/>
                    <a:pt x="0" y="1512"/>
                  </a:cubicBezTo>
                  <a:cubicBezTo>
                    <a:pt x="0" y="2345"/>
                    <a:pt x="677" y="3021"/>
                    <a:pt x="1510" y="3021"/>
                  </a:cubicBezTo>
                  <a:cubicBezTo>
                    <a:pt x="2120" y="3021"/>
                    <a:pt x="2672" y="2653"/>
                    <a:pt x="2905" y="2088"/>
                  </a:cubicBezTo>
                  <a:cubicBezTo>
                    <a:pt x="3137" y="1524"/>
                    <a:pt x="3011" y="875"/>
                    <a:pt x="2579" y="443"/>
                  </a:cubicBezTo>
                  <a:cubicBezTo>
                    <a:pt x="2290" y="154"/>
                    <a:pt x="1903" y="1"/>
                    <a:pt x="151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98" name="Google Shape;2398;p42"/>
            <p:cNvSpPr/>
            <p:nvPr/>
          </p:nvSpPr>
          <p:spPr>
            <a:xfrm>
              <a:off x="3964125" y="1029775"/>
              <a:ext cx="78450" cy="75550"/>
            </a:xfrm>
            <a:custGeom>
              <a:avLst/>
              <a:gdLst/>
              <a:ahLst/>
              <a:cxnLst/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8" y="1855"/>
                    <a:pt x="1604" y="1889"/>
                    <a:pt x="1511" y="1889"/>
                  </a:cubicBezTo>
                  <a:cubicBezTo>
                    <a:pt x="1318" y="1889"/>
                    <a:pt x="1133" y="1738"/>
                    <a:pt x="1133" y="1512"/>
                  </a:cubicBezTo>
                  <a:cubicBezTo>
                    <a:pt x="1133" y="1300"/>
                    <a:pt x="1299" y="1134"/>
                    <a:pt x="1510" y="1134"/>
                  </a:cubicBezTo>
                  <a:close/>
                  <a:moveTo>
                    <a:pt x="1509" y="1"/>
                  </a:moveTo>
                  <a:cubicBezTo>
                    <a:pt x="1314" y="1"/>
                    <a:pt x="1118" y="39"/>
                    <a:pt x="930" y="117"/>
                  </a:cubicBezTo>
                  <a:cubicBezTo>
                    <a:pt x="366" y="349"/>
                    <a:pt x="0" y="899"/>
                    <a:pt x="0" y="1512"/>
                  </a:cubicBezTo>
                  <a:cubicBezTo>
                    <a:pt x="0" y="2345"/>
                    <a:pt x="674" y="3021"/>
                    <a:pt x="1510" y="3021"/>
                  </a:cubicBezTo>
                  <a:cubicBezTo>
                    <a:pt x="2120" y="3021"/>
                    <a:pt x="2669" y="2653"/>
                    <a:pt x="2902" y="2088"/>
                  </a:cubicBezTo>
                  <a:cubicBezTo>
                    <a:pt x="3137" y="1524"/>
                    <a:pt x="3008" y="875"/>
                    <a:pt x="2576" y="443"/>
                  </a:cubicBezTo>
                  <a:cubicBezTo>
                    <a:pt x="2287" y="154"/>
                    <a:pt x="1902" y="1"/>
                    <a:pt x="15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399" name="Google Shape;2399;p42"/>
          <p:cNvSpPr/>
          <p:nvPr/>
        </p:nvSpPr>
        <p:spPr>
          <a:xfrm>
            <a:off x="4401877" y="1973492"/>
            <a:ext cx="340239" cy="340168"/>
          </a:xfrm>
          <a:custGeom>
            <a:avLst/>
            <a:gdLst/>
            <a:ahLst/>
            <a:cxnLst/>
            <a:rect l="l" t="t" r="r" b="b"/>
            <a:pathLst>
              <a:path w="19329" h="19325" extrusionOk="0">
                <a:moveTo>
                  <a:pt x="9062" y="1229"/>
                </a:moveTo>
                <a:lnTo>
                  <a:pt x="9062" y="4539"/>
                </a:lnTo>
                <a:cubicBezTo>
                  <a:pt x="8470" y="4557"/>
                  <a:pt x="7885" y="4602"/>
                  <a:pt x="7311" y="4674"/>
                </a:cubicBezTo>
                <a:cubicBezTo>
                  <a:pt x="7223" y="4339"/>
                  <a:pt x="7036" y="4037"/>
                  <a:pt x="6773" y="3811"/>
                </a:cubicBezTo>
                <a:cubicBezTo>
                  <a:pt x="7392" y="2428"/>
                  <a:pt x="8211" y="1513"/>
                  <a:pt x="9062" y="1229"/>
                </a:cubicBezTo>
                <a:close/>
                <a:moveTo>
                  <a:pt x="10194" y="1226"/>
                </a:moveTo>
                <a:cubicBezTo>
                  <a:pt x="11278" y="1586"/>
                  <a:pt x="12272" y="2944"/>
                  <a:pt x="12912" y="4835"/>
                </a:cubicBezTo>
                <a:cubicBezTo>
                  <a:pt x="12015" y="4662"/>
                  <a:pt x="11106" y="4566"/>
                  <a:pt x="10194" y="4539"/>
                </a:cubicBezTo>
                <a:lnTo>
                  <a:pt x="10194" y="1226"/>
                </a:lnTo>
                <a:close/>
                <a:moveTo>
                  <a:pt x="5665" y="4530"/>
                </a:moveTo>
                <a:cubicBezTo>
                  <a:pt x="6170" y="4530"/>
                  <a:pt x="6423" y="5139"/>
                  <a:pt x="6067" y="5496"/>
                </a:cubicBezTo>
                <a:cubicBezTo>
                  <a:pt x="5950" y="5611"/>
                  <a:pt x="5808" y="5663"/>
                  <a:pt x="5669" y="5663"/>
                </a:cubicBezTo>
                <a:cubicBezTo>
                  <a:pt x="5378" y="5663"/>
                  <a:pt x="5101" y="5438"/>
                  <a:pt x="5101" y="5097"/>
                </a:cubicBezTo>
                <a:cubicBezTo>
                  <a:pt x="5101" y="4783"/>
                  <a:pt x="5351" y="4530"/>
                  <a:pt x="5665" y="4530"/>
                </a:cubicBezTo>
                <a:close/>
                <a:moveTo>
                  <a:pt x="6743" y="1643"/>
                </a:moveTo>
                <a:cubicBezTo>
                  <a:pt x="6363" y="2129"/>
                  <a:pt x="6019" y="2718"/>
                  <a:pt x="5717" y="3397"/>
                </a:cubicBezTo>
                <a:lnTo>
                  <a:pt x="5665" y="3397"/>
                </a:lnTo>
                <a:cubicBezTo>
                  <a:pt x="4578" y="3397"/>
                  <a:pt x="3769" y="4406"/>
                  <a:pt x="4008" y="5469"/>
                </a:cubicBezTo>
                <a:cubicBezTo>
                  <a:pt x="3075" y="5822"/>
                  <a:pt x="2277" y="6266"/>
                  <a:pt x="1646" y="6773"/>
                </a:cubicBezTo>
                <a:cubicBezTo>
                  <a:pt x="2507" y="4394"/>
                  <a:pt x="4373" y="2516"/>
                  <a:pt x="6743" y="1643"/>
                </a:cubicBezTo>
                <a:close/>
                <a:moveTo>
                  <a:pt x="12510" y="1631"/>
                </a:moveTo>
                <a:lnTo>
                  <a:pt x="12510" y="1631"/>
                </a:lnTo>
                <a:cubicBezTo>
                  <a:pt x="14926" y="2500"/>
                  <a:pt x="16828" y="4403"/>
                  <a:pt x="17698" y="6818"/>
                </a:cubicBezTo>
                <a:cubicBezTo>
                  <a:pt x="17269" y="6483"/>
                  <a:pt x="16810" y="6196"/>
                  <a:pt x="16327" y="5955"/>
                </a:cubicBezTo>
                <a:cubicBezTo>
                  <a:pt x="15645" y="5614"/>
                  <a:pt x="14932" y="5342"/>
                  <a:pt x="14195" y="5136"/>
                </a:cubicBezTo>
                <a:cubicBezTo>
                  <a:pt x="13933" y="4203"/>
                  <a:pt x="13585" y="3349"/>
                  <a:pt x="13169" y="2612"/>
                </a:cubicBezTo>
                <a:cubicBezTo>
                  <a:pt x="12975" y="2268"/>
                  <a:pt x="12755" y="1942"/>
                  <a:pt x="12510" y="1631"/>
                </a:cubicBezTo>
                <a:close/>
                <a:moveTo>
                  <a:pt x="4636" y="6444"/>
                </a:moveTo>
                <a:cubicBezTo>
                  <a:pt x="4684" y="6483"/>
                  <a:pt x="4738" y="6519"/>
                  <a:pt x="4793" y="6553"/>
                </a:cubicBezTo>
                <a:cubicBezTo>
                  <a:pt x="4651" y="7407"/>
                  <a:pt x="4566" y="8268"/>
                  <a:pt x="4542" y="9134"/>
                </a:cubicBezTo>
                <a:lnTo>
                  <a:pt x="1230" y="9134"/>
                </a:lnTo>
                <a:cubicBezTo>
                  <a:pt x="1568" y="8083"/>
                  <a:pt x="2821" y="7081"/>
                  <a:pt x="4636" y="6444"/>
                </a:cubicBezTo>
                <a:close/>
                <a:moveTo>
                  <a:pt x="9062" y="5674"/>
                </a:moveTo>
                <a:lnTo>
                  <a:pt x="9062" y="9134"/>
                </a:lnTo>
                <a:lnTo>
                  <a:pt x="5674" y="9134"/>
                </a:lnTo>
                <a:cubicBezTo>
                  <a:pt x="5698" y="8343"/>
                  <a:pt x="5774" y="7558"/>
                  <a:pt x="5904" y="6776"/>
                </a:cubicBezTo>
                <a:lnTo>
                  <a:pt x="5904" y="6779"/>
                </a:lnTo>
                <a:cubicBezTo>
                  <a:pt x="6462" y="6698"/>
                  <a:pt x="6949" y="6344"/>
                  <a:pt x="7196" y="5834"/>
                </a:cubicBezTo>
                <a:cubicBezTo>
                  <a:pt x="7815" y="5746"/>
                  <a:pt x="8437" y="5692"/>
                  <a:pt x="9062" y="5674"/>
                </a:cubicBezTo>
                <a:close/>
                <a:moveTo>
                  <a:pt x="10194" y="5671"/>
                </a:moveTo>
                <a:cubicBezTo>
                  <a:pt x="11227" y="5701"/>
                  <a:pt x="12257" y="5834"/>
                  <a:pt x="13265" y="6063"/>
                </a:cubicBezTo>
                <a:cubicBezTo>
                  <a:pt x="13422" y="6743"/>
                  <a:pt x="13534" y="7431"/>
                  <a:pt x="13597" y="8126"/>
                </a:cubicBezTo>
                <a:cubicBezTo>
                  <a:pt x="13144" y="8310"/>
                  <a:pt x="12794" y="8675"/>
                  <a:pt x="12631" y="9134"/>
                </a:cubicBezTo>
                <a:lnTo>
                  <a:pt x="10194" y="9134"/>
                </a:lnTo>
                <a:lnTo>
                  <a:pt x="10194" y="5671"/>
                </a:lnTo>
                <a:close/>
                <a:moveTo>
                  <a:pt x="14497" y="6417"/>
                </a:moveTo>
                <a:cubicBezTo>
                  <a:pt x="14950" y="6571"/>
                  <a:pt x="15391" y="6752"/>
                  <a:pt x="15817" y="6966"/>
                </a:cubicBezTo>
                <a:cubicBezTo>
                  <a:pt x="17037" y="7585"/>
                  <a:pt x="17837" y="8352"/>
                  <a:pt x="18099" y="9137"/>
                </a:cubicBezTo>
                <a:lnTo>
                  <a:pt x="15835" y="9134"/>
                </a:lnTo>
                <a:cubicBezTo>
                  <a:pt x="15654" y="8627"/>
                  <a:pt x="15243" y="8234"/>
                  <a:pt x="14730" y="8077"/>
                </a:cubicBezTo>
                <a:cubicBezTo>
                  <a:pt x="14678" y="7519"/>
                  <a:pt x="14603" y="6966"/>
                  <a:pt x="14497" y="6417"/>
                </a:cubicBezTo>
                <a:close/>
                <a:moveTo>
                  <a:pt x="14241" y="9137"/>
                </a:moveTo>
                <a:cubicBezTo>
                  <a:pt x="14555" y="9137"/>
                  <a:pt x="14808" y="9391"/>
                  <a:pt x="14808" y="9702"/>
                </a:cubicBezTo>
                <a:cubicBezTo>
                  <a:pt x="14808" y="10016"/>
                  <a:pt x="14555" y="10270"/>
                  <a:pt x="14241" y="10270"/>
                </a:cubicBezTo>
                <a:lnTo>
                  <a:pt x="14241" y="10267"/>
                </a:lnTo>
                <a:lnTo>
                  <a:pt x="14204" y="10267"/>
                </a:lnTo>
                <a:cubicBezTo>
                  <a:pt x="13902" y="10251"/>
                  <a:pt x="13667" y="10004"/>
                  <a:pt x="13667" y="9702"/>
                </a:cubicBezTo>
                <a:cubicBezTo>
                  <a:pt x="13667" y="9403"/>
                  <a:pt x="13899" y="9155"/>
                  <a:pt x="14195" y="9137"/>
                </a:cubicBezTo>
                <a:close/>
                <a:moveTo>
                  <a:pt x="18099" y="10270"/>
                </a:moveTo>
                <a:cubicBezTo>
                  <a:pt x="17861" y="10967"/>
                  <a:pt x="17194" y="11643"/>
                  <a:pt x="16161" y="12217"/>
                </a:cubicBezTo>
                <a:cubicBezTo>
                  <a:pt x="15632" y="12504"/>
                  <a:pt x="15080" y="12742"/>
                  <a:pt x="14506" y="12930"/>
                </a:cubicBezTo>
                <a:cubicBezTo>
                  <a:pt x="14606" y="12407"/>
                  <a:pt x="14678" y="11873"/>
                  <a:pt x="14730" y="11323"/>
                </a:cubicBezTo>
                <a:lnTo>
                  <a:pt x="14730" y="11326"/>
                </a:lnTo>
                <a:cubicBezTo>
                  <a:pt x="15243" y="11166"/>
                  <a:pt x="15654" y="10774"/>
                  <a:pt x="15835" y="10270"/>
                </a:cubicBezTo>
                <a:close/>
                <a:moveTo>
                  <a:pt x="4542" y="10267"/>
                </a:moveTo>
                <a:cubicBezTo>
                  <a:pt x="4566" y="11163"/>
                  <a:pt x="4660" y="12060"/>
                  <a:pt x="4820" y="12945"/>
                </a:cubicBezTo>
                <a:cubicBezTo>
                  <a:pt x="2927" y="12320"/>
                  <a:pt x="1583" y="11351"/>
                  <a:pt x="1230" y="10267"/>
                </a:cubicBezTo>
                <a:close/>
                <a:moveTo>
                  <a:pt x="9062" y="10267"/>
                </a:moveTo>
                <a:lnTo>
                  <a:pt x="9062" y="12628"/>
                </a:lnTo>
                <a:cubicBezTo>
                  <a:pt x="8603" y="12791"/>
                  <a:pt x="8238" y="13141"/>
                  <a:pt x="8054" y="13594"/>
                </a:cubicBezTo>
                <a:cubicBezTo>
                  <a:pt x="7377" y="13534"/>
                  <a:pt x="6707" y="13428"/>
                  <a:pt x="6046" y="13280"/>
                </a:cubicBezTo>
                <a:cubicBezTo>
                  <a:pt x="5828" y="12290"/>
                  <a:pt x="5702" y="11281"/>
                  <a:pt x="5674" y="10267"/>
                </a:cubicBezTo>
                <a:close/>
                <a:moveTo>
                  <a:pt x="12631" y="10267"/>
                </a:moveTo>
                <a:cubicBezTo>
                  <a:pt x="12794" y="10725"/>
                  <a:pt x="13144" y="11091"/>
                  <a:pt x="13597" y="11275"/>
                </a:cubicBezTo>
                <a:cubicBezTo>
                  <a:pt x="13534" y="11945"/>
                  <a:pt x="13431" y="12613"/>
                  <a:pt x="13280" y="13268"/>
                </a:cubicBezTo>
                <a:cubicBezTo>
                  <a:pt x="12595" y="13422"/>
                  <a:pt x="11900" y="13531"/>
                  <a:pt x="11203" y="13594"/>
                </a:cubicBezTo>
                <a:cubicBezTo>
                  <a:pt x="11019" y="13141"/>
                  <a:pt x="10653" y="12791"/>
                  <a:pt x="10194" y="12628"/>
                </a:cubicBezTo>
                <a:lnTo>
                  <a:pt x="10194" y="10267"/>
                </a:lnTo>
                <a:close/>
                <a:moveTo>
                  <a:pt x="9627" y="13678"/>
                </a:moveTo>
                <a:cubicBezTo>
                  <a:pt x="9923" y="13678"/>
                  <a:pt x="10170" y="13905"/>
                  <a:pt x="10191" y="14201"/>
                </a:cubicBezTo>
                <a:lnTo>
                  <a:pt x="10191" y="14231"/>
                </a:lnTo>
                <a:cubicBezTo>
                  <a:pt x="10191" y="14231"/>
                  <a:pt x="10191" y="14234"/>
                  <a:pt x="10191" y="14237"/>
                </a:cubicBezTo>
                <a:cubicBezTo>
                  <a:pt x="10188" y="14545"/>
                  <a:pt x="9938" y="14793"/>
                  <a:pt x="9630" y="14796"/>
                </a:cubicBezTo>
                <a:cubicBezTo>
                  <a:pt x="9319" y="14796"/>
                  <a:pt x="9065" y="14545"/>
                  <a:pt x="9062" y="14237"/>
                </a:cubicBezTo>
                <a:lnTo>
                  <a:pt x="9062" y="14231"/>
                </a:lnTo>
                <a:lnTo>
                  <a:pt x="9062" y="14201"/>
                </a:lnTo>
                <a:cubicBezTo>
                  <a:pt x="9083" y="13905"/>
                  <a:pt x="9331" y="13678"/>
                  <a:pt x="9627" y="13678"/>
                </a:cubicBezTo>
                <a:close/>
                <a:moveTo>
                  <a:pt x="1640" y="12579"/>
                </a:moveTo>
                <a:lnTo>
                  <a:pt x="1640" y="12579"/>
                </a:lnTo>
                <a:cubicBezTo>
                  <a:pt x="1936" y="12812"/>
                  <a:pt x="2250" y="13020"/>
                  <a:pt x="2579" y="13204"/>
                </a:cubicBezTo>
                <a:cubicBezTo>
                  <a:pt x="3313" y="13615"/>
                  <a:pt x="4168" y="13953"/>
                  <a:pt x="5110" y="14213"/>
                </a:cubicBezTo>
                <a:cubicBezTo>
                  <a:pt x="5496" y="15620"/>
                  <a:pt x="6061" y="16813"/>
                  <a:pt x="6752" y="17691"/>
                </a:cubicBezTo>
                <a:cubicBezTo>
                  <a:pt x="4373" y="16828"/>
                  <a:pt x="2501" y="14956"/>
                  <a:pt x="1640" y="12579"/>
                </a:cubicBezTo>
                <a:close/>
                <a:moveTo>
                  <a:pt x="17698" y="12555"/>
                </a:moveTo>
                <a:cubicBezTo>
                  <a:pt x="16837" y="14938"/>
                  <a:pt x="14932" y="16831"/>
                  <a:pt x="12535" y="17691"/>
                </a:cubicBezTo>
                <a:cubicBezTo>
                  <a:pt x="12770" y="17395"/>
                  <a:pt x="12981" y="17081"/>
                  <a:pt x="13169" y="16752"/>
                </a:cubicBezTo>
                <a:cubicBezTo>
                  <a:pt x="13594" y="16013"/>
                  <a:pt x="13945" y="15149"/>
                  <a:pt x="14213" y="14201"/>
                </a:cubicBezTo>
                <a:cubicBezTo>
                  <a:pt x="15140" y="13944"/>
                  <a:pt x="15986" y="13609"/>
                  <a:pt x="16713" y="13204"/>
                </a:cubicBezTo>
                <a:cubicBezTo>
                  <a:pt x="17058" y="13014"/>
                  <a:pt x="17387" y="12797"/>
                  <a:pt x="17698" y="12555"/>
                </a:cubicBezTo>
                <a:close/>
                <a:moveTo>
                  <a:pt x="6381" y="14503"/>
                </a:moveTo>
                <a:cubicBezTo>
                  <a:pt x="6906" y="14602"/>
                  <a:pt x="7450" y="14678"/>
                  <a:pt x="8005" y="14726"/>
                </a:cubicBezTo>
                <a:cubicBezTo>
                  <a:pt x="8162" y="15240"/>
                  <a:pt x="8555" y="15650"/>
                  <a:pt x="9062" y="15831"/>
                </a:cubicBezTo>
                <a:lnTo>
                  <a:pt x="9062" y="18096"/>
                </a:lnTo>
                <a:cubicBezTo>
                  <a:pt x="8286" y="17833"/>
                  <a:pt x="7531" y="17048"/>
                  <a:pt x="6933" y="15853"/>
                </a:cubicBezTo>
                <a:cubicBezTo>
                  <a:pt x="6716" y="15415"/>
                  <a:pt x="6532" y="14965"/>
                  <a:pt x="6381" y="14503"/>
                </a:cubicBezTo>
                <a:close/>
                <a:moveTo>
                  <a:pt x="12933" y="14497"/>
                </a:moveTo>
                <a:cubicBezTo>
                  <a:pt x="12740" y="15083"/>
                  <a:pt x="12486" y="15650"/>
                  <a:pt x="12184" y="16188"/>
                </a:cubicBezTo>
                <a:cubicBezTo>
                  <a:pt x="11595" y="17211"/>
                  <a:pt x="10904" y="17869"/>
                  <a:pt x="10194" y="18099"/>
                </a:cubicBezTo>
                <a:lnTo>
                  <a:pt x="10194" y="15831"/>
                </a:lnTo>
                <a:cubicBezTo>
                  <a:pt x="10702" y="15650"/>
                  <a:pt x="11094" y="15240"/>
                  <a:pt x="11251" y="14726"/>
                </a:cubicBezTo>
                <a:cubicBezTo>
                  <a:pt x="11828" y="14675"/>
                  <a:pt x="12390" y="14596"/>
                  <a:pt x="12933" y="14497"/>
                </a:cubicBezTo>
                <a:close/>
                <a:moveTo>
                  <a:pt x="9630" y="0"/>
                </a:moveTo>
                <a:cubicBezTo>
                  <a:pt x="7063" y="0"/>
                  <a:pt x="4645" y="1015"/>
                  <a:pt x="2821" y="2860"/>
                </a:cubicBezTo>
                <a:cubicBezTo>
                  <a:pt x="1012" y="4678"/>
                  <a:pt x="1" y="7138"/>
                  <a:pt x="4" y="9702"/>
                </a:cubicBezTo>
                <a:cubicBezTo>
                  <a:pt x="4" y="15016"/>
                  <a:pt x="4313" y="19325"/>
                  <a:pt x="9630" y="19325"/>
                </a:cubicBezTo>
                <a:cubicBezTo>
                  <a:pt x="9634" y="19325"/>
                  <a:pt x="9637" y="19325"/>
                  <a:pt x="9641" y="19325"/>
                </a:cubicBezTo>
                <a:cubicBezTo>
                  <a:pt x="12198" y="19325"/>
                  <a:pt x="14654" y="18314"/>
                  <a:pt x="16469" y="16508"/>
                </a:cubicBezTo>
                <a:cubicBezTo>
                  <a:pt x="18314" y="14687"/>
                  <a:pt x="19328" y="12268"/>
                  <a:pt x="19328" y="9702"/>
                </a:cubicBezTo>
                <a:cubicBezTo>
                  <a:pt x="19328" y="8407"/>
                  <a:pt x="19069" y="7129"/>
                  <a:pt x="18558" y="5940"/>
                </a:cubicBezTo>
                <a:cubicBezTo>
                  <a:pt x="18066" y="4789"/>
                  <a:pt x="17360" y="3741"/>
                  <a:pt x="16472" y="2857"/>
                </a:cubicBezTo>
                <a:cubicBezTo>
                  <a:pt x="15587" y="1969"/>
                  <a:pt x="14539" y="1263"/>
                  <a:pt x="13389" y="770"/>
                </a:cubicBezTo>
                <a:cubicBezTo>
                  <a:pt x="12199" y="260"/>
                  <a:pt x="10922" y="0"/>
                  <a:pt x="963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2400" name="Google Shape;2400;p42"/>
          <p:cNvGrpSpPr/>
          <p:nvPr/>
        </p:nvGrpSpPr>
        <p:grpSpPr>
          <a:xfrm>
            <a:off x="6950973" y="2050591"/>
            <a:ext cx="335504" cy="185953"/>
            <a:chOff x="896050" y="2725450"/>
            <a:chExt cx="476500" cy="264100"/>
          </a:xfrm>
        </p:grpSpPr>
        <p:sp>
          <p:nvSpPr>
            <p:cNvPr id="2401" name="Google Shape;2401;p42"/>
            <p:cNvSpPr/>
            <p:nvPr/>
          </p:nvSpPr>
          <p:spPr>
            <a:xfrm>
              <a:off x="896050" y="2725450"/>
              <a:ext cx="476500" cy="264100"/>
            </a:xfrm>
            <a:custGeom>
              <a:avLst/>
              <a:gdLst/>
              <a:ahLst/>
              <a:cxnLst/>
              <a:rect l="l" t="t" r="r" b="b"/>
              <a:pathLst>
                <a:path w="19060" h="10564" extrusionOk="0">
                  <a:moveTo>
                    <a:pt x="17927" y="1133"/>
                  </a:moveTo>
                  <a:lnTo>
                    <a:pt x="17927" y="9431"/>
                  </a:lnTo>
                  <a:lnTo>
                    <a:pt x="1133" y="9431"/>
                  </a:lnTo>
                  <a:lnTo>
                    <a:pt x="1133" y="1133"/>
                  </a:lnTo>
                  <a:close/>
                  <a:moveTo>
                    <a:pt x="565" y="1"/>
                  </a:moveTo>
                  <a:cubicBezTo>
                    <a:pt x="254" y="1"/>
                    <a:pt x="1" y="255"/>
                    <a:pt x="1" y="569"/>
                  </a:cubicBezTo>
                  <a:lnTo>
                    <a:pt x="1" y="9995"/>
                  </a:lnTo>
                  <a:cubicBezTo>
                    <a:pt x="1" y="10309"/>
                    <a:pt x="254" y="10563"/>
                    <a:pt x="565" y="10563"/>
                  </a:cubicBezTo>
                  <a:lnTo>
                    <a:pt x="18495" y="10563"/>
                  </a:lnTo>
                  <a:cubicBezTo>
                    <a:pt x="18806" y="10563"/>
                    <a:pt x="19060" y="10309"/>
                    <a:pt x="19060" y="9995"/>
                  </a:cubicBezTo>
                  <a:lnTo>
                    <a:pt x="19060" y="569"/>
                  </a:lnTo>
                  <a:cubicBezTo>
                    <a:pt x="19060" y="255"/>
                    <a:pt x="18806" y="1"/>
                    <a:pt x="184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02" name="Google Shape;2402;p42"/>
            <p:cNvSpPr/>
            <p:nvPr/>
          </p:nvSpPr>
          <p:spPr>
            <a:xfrm>
              <a:off x="951625" y="2774675"/>
              <a:ext cx="365450" cy="165650"/>
            </a:xfrm>
            <a:custGeom>
              <a:avLst/>
              <a:gdLst/>
              <a:ahLst/>
              <a:cxnLst/>
              <a:rect l="l" t="t" r="r" b="b"/>
              <a:pathLst>
                <a:path w="14618" h="6626" extrusionOk="0">
                  <a:moveTo>
                    <a:pt x="12063" y="1133"/>
                  </a:moveTo>
                  <a:cubicBezTo>
                    <a:pt x="12259" y="1818"/>
                    <a:pt x="12797" y="2356"/>
                    <a:pt x="13485" y="2552"/>
                  </a:cubicBezTo>
                  <a:lnTo>
                    <a:pt x="13485" y="4074"/>
                  </a:lnTo>
                  <a:cubicBezTo>
                    <a:pt x="12797" y="4273"/>
                    <a:pt x="12259" y="4808"/>
                    <a:pt x="12063" y="5496"/>
                  </a:cubicBezTo>
                  <a:lnTo>
                    <a:pt x="2552" y="5496"/>
                  </a:lnTo>
                  <a:cubicBezTo>
                    <a:pt x="2355" y="4808"/>
                    <a:pt x="1818" y="4270"/>
                    <a:pt x="1129" y="4074"/>
                  </a:cubicBezTo>
                  <a:lnTo>
                    <a:pt x="1129" y="2552"/>
                  </a:lnTo>
                  <a:cubicBezTo>
                    <a:pt x="1818" y="2356"/>
                    <a:pt x="2355" y="1818"/>
                    <a:pt x="2552" y="1133"/>
                  </a:cubicBezTo>
                  <a:close/>
                  <a:moveTo>
                    <a:pt x="2065" y="1"/>
                  </a:moveTo>
                  <a:cubicBezTo>
                    <a:pt x="1751" y="1"/>
                    <a:pt x="1498" y="254"/>
                    <a:pt x="1498" y="568"/>
                  </a:cubicBezTo>
                  <a:cubicBezTo>
                    <a:pt x="1498" y="1082"/>
                    <a:pt x="1081" y="1501"/>
                    <a:pt x="565" y="1501"/>
                  </a:cubicBezTo>
                  <a:cubicBezTo>
                    <a:pt x="251" y="1501"/>
                    <a:pt x="0" y="1755"/>
                    <a:pt x="0" y="2069"/>
                  </a:cubicBezTo>
                  <a:lnTo>
                    <a:pt x="0" y="4560"/>
                  </a:lnTo>
                  <a:cubicBezTo>
                    <a:pt x="0" y="4871"/>
                    <a:pt x="251" y="5125"/>
                    <a:pt x="565" y="5125"/>
                  </a:cubicBezTo>
                  <a:cubicBezTo>
                    <a:pt x="1081" y="5125"/>
                    <a:pt x="1498" y="5544"/>
                    <a:pt x="1498" y="6061"/>
                  </a:cubicBezTo>
                  <a:cubicBezTo>
                    <a:pt x="1498" y="6372"/>
                    <a:pt x="1751" y="6625"/>
                    <a:pt x="2065" y="6625"/>
                  </a:cubicBezTo>
                  <a:lnTo>
                    <a:pt x="12549" y="6625"/>
                  </a:lnTo>
                  <a:cubicBezTo>
                    <a:pt x="12863" y="6625"/>
                    <a:pt x="13117" y="6372"/>
                    <a:pt x="13117" y="6061"/>
                  </a:cubicBezTo>
                  <a:cubicBezTo>
                    <a:pt x="13117" y="5544"/>
                    <a:pt x="13533" y="5125"/>
                    <a:pt x="14050" y="5125"/>
                  </a:cubicBezTo>
                  <a:cubicBezTo>
                    <a:pt x="14364" y="5125"/>
                    <a:pt x="14617" y="4871"/>
                    <a:pt x="14617" y="4560"/>
                  </a:cubicBezTo>
                  <a:lnTo>
                    <a:pt x="14617" y="2069"/>
                  </a:lnTo>
                  <a:cubicBezTo>
                    <a:pt x="14617" y="1755"/>
                    <a:pt x="14364" y="1501"/>
                    <a:pt x="14050" y="1501"/>
                  </a:cubicBezTo>
                  <a:cubicBezTo>
                    <a:pt x="13533" y="1501"/>
                    <a:pt x="13117" y="1082"/>
                    <a:pt x="13117" y="568"/>
                  </a:cubicBezTo>
                  <a:cubicBezTo>
                    <a:pt x="13117" y="254"/>
                    <a:pt x="12863" y="1"/>
                    <a:pt x="1254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03" name="Google Shape;2403;p42"/>
            <p:cNvSpPr/>
            <p:nvPr/>
          </p:nvSpPr>
          <p:spPr>
            <a:xfrm>
              <a:off x="1088625" y="2815075"/>
              <a:ext cx="88200" cy="84850"/>
            </a:xfrm>
            <a:custGeom>
              <a:avLst/>
              <a:gdLst/>
              <a:ahLst/>
              <a:cxnLst/>
              <a:rect l="l" t="t" r="r" b="b"/>
              <a:pathLst>
                <a:path w="3528" h="3394" extrusionOk="0">
                  <a:moveTo>
                    <a:pt x="1826" y="1132"/>
                  </a:moveTo>
                  <a:cubicBezTo>
                    <a:pt x="2115" y="1132"/>
                    <a:pt x="2393" y="1358"/>
                    <a:pt x="2395" y="1697"/>
                  </a:cubicBezTo>
                  <a:cubicBezTo>
                    <a:pt x="2395" y="2011"/>
                    <a:pt x="2141" y="2265"/>
                    <a:pt x="1827" y="2265"/>
                  </a:cubicBezTo>
                  <a:lnTo>
                    <a:pt x="1827" y="2262"/>
                  </a:lnTo>
                  <a:cubicBezTo>
                    <a:pt x="1326" y="2259"/>
                    <a:pt x="1075" y="1652"/>
                    <a:pt x="1432" y="1298"/>
                  </a:cubicBezTo>
                  <a:cubicBezTo>
                    <a:pt x="1547" y="1183"/>
                    <a:pt x="1688" y="1132"/>
                    <a:pt x="1826" y="1132"/>
                  </a:cubicBezTo>
                  <a:close/>
                  <a:moveTo>
                    <a:pt x="1827" y="0"/>
                  </a:moveTo>
                  <a:cubicBezTo>
                    <a:pt x="1142" y="0"/>
                    <a:pt x="523" y="414"/>
                    <a:pt x="260" y="1048"/>
                  </a:cubicBezTo>
                  <a:cubicBezTo>
                    <a:pt x="0" y="1682"/>
                    <a:pt x="145" y="2413"/>
                    <a:pt x="632" y="2899"/>
                  </a:cubicBezTo>
                  <a:cubicBezTo>
                    <a:pt x="954" y="3222"/>
                    <a:pt x="1388" y="3393"/>
                    <a:pt x="1829" y="3393"/>
                  </a:cubicBezTo>
                  <a:cubicBezTo>
                    <a:pt x="2048" y="3393"/>
                    <a:pt x="2269" y="3351"/>
                    <a:pt x="2479" y="3264"/>
                  </a:cubicBezTo>
                  <a:cubicBezTo>
                    <a:pt x="3114" y="3001"/>
                    <a:pt x="3524" y="2382"/>
                    <a:pt x="3527" y="1697"/>
                  </a:cubicBezTo>
                  <a:cubicBezTo>
                    <a:pt x="3524" y="761"/>
                    <a:pt x="2763" y="0"/>
                    <a:pt x="18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6" name="Google Shape;4456;p62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Die USA überholen Grossbritannien</a:t>
            </a:r>
            <a:endParaRPr/>
          </a:p>
        </p:txBody>
      </p:sp>
      <p:sp>
        <p:nvSpPr>
          <p:cNvPr id="4457" name="Google Shape;4457;p62"/>
          <p:cNvSpPr txBox="1"/>
          <p:nvPr/>
        </p:nvSpPr>
        <p:spPr>
          <a:xfrm>
            <a:off x="981900" y="4270575"/>
            <a:ext cx="7180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Anteil an der Weltindustrieproduktion in %, Stichjahre (Zeitachse nicht massstäblich). Daten: Bairoch [18]</a:t>
            </a:r>
            <a:endParaRPr sz="1000" b="1" u="sng">
              <a:solidFill>
                <a:schemeClr val="dk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458" name="Google Shape;4458;p62"/>
          <p:cNvSpPr txBox="1">
            <a:spLocks noGrp="1"/>
          </p:cNvSpPr>
          <p:nvPr>
            <p:ph type="title" idx="4294967295"/>
          </p:nvPr>
        </p:nvSpPr>
        <p:spPr>
          <a:xfrm>
            <a:off x="6206075" y="1569000"/>
            <a:ext cx="16731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USA</a:t>
            </a:r>
            <a:endParaRPr sz="1700"/>
          </a:p>
        </p:txBody>
      </p:sp>
      <p:sp>
        <p:nvSpPr>
          <p:cNvPr id="4459" name="Google Shape;4459;p62"/>
          <p:cNvSpPr txBox="1">
            <a:spLocks noGrp="1"/>
          </p:cNvSpPr>
          <p:nvPr>
            <p:ph type="subTitle" idx="4294967295"/>
          </p:nvPr>
        </p:nvSpPr>
        <p:spPr>
          <a:xfrm>
            <a:off x="6206075" y="2096700"/>
            <a:ext cx="1673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1913: 32 % der Weltindustrie</a:t>
            </a:r>
            <a:endParaRPr/>
          </a:p>
        </p:txBody>
      </p:sp>
      <p:sp>
        <p:nvSpPr>
          <p:cNvPr id="4460" name="Google Shape;4460;p62"/>
          <p:cNvSpPr txBox="1">
            <a:spLocks noGrp="1"/>
          </p:cNvSpPr>
          <p:nvPr>
            <p:ph type="title" idx="4294967295"/>
          </p:nvPr>
        </p:nvSpPr>
        <p:spPr>
          <a:xfrm>
            <a:off x="6206075" y="2876099"/>
            <a:ext cx="16731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Grossbritannien</a:t>
            </a:r>
            <a:endParaRPr sz="1700"/>
          </a:p>
        </p:txBody>
      </p:sp>
      <p:sp>
        <p:nvSpPr>
          <p:cNvPr id="4461" name="Google Shape;4461;p62"/>
          <p:cNvSpPr txBox="1">
            <a:spLocks noGrp="1"/>
          </p:cNvSpPr>
          <p:nvPr>
            <p:ph type="subTitle" idx="4294967295"/>
          </p:nvPr>
        </p:nvSpPr>
        <p:spPr>
          <a:xfrm>
            <a:off x="6206075" y="3403788"/>
            <a:ext cx="1673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1880: 22,9 %, 1913: 13,6 %</a:t>
            </a:r>
            <a:endParaRPr/>
          </a:p>
        </p:txBody>
      </p:sp>
      <p:sp>
        <p:nvSpPr>
          <p:cNvPr id="4462" name="Google Shape;4462;p62"/>
          <p:cNvSpPr/>
          <p:nvPr/>
        </p:nvSpPr>
        <p:spPr>
          <a:xfrm>
            <a:off x="8007683" y="1776427"/>
            <a:ext cx="185700" cy="185700"/>
          </a:xfrm>
          <a:prstGeom prst="rect">
            <a:avLst/>
          </a:prstGeom>
          <a:solidFill>
            <a:srgbClr val="0A1C5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3" name="Google Shape;4463;p62"/>
          <p:cNvSpPr/>
          <p:nvPr/>
        </p:nvSpPr>
        <p:spPr>
          <a:xfrm>
            <a:off x="8007683" y="3081993"/>
            <a:ext cx="185700" cy="185700"/>
          </a:xfrm>
          <a:prstGeom prst="rect">
            <a:avLst/>
          </a:prstGeom>
          <a:solidFill>
            <a:srgbClr val="4E5B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64" name="Google Shape;4464;p62" title="Gráfico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50600" y="1322524"/>
            <a:ext cx="5115452" cy="27956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2" name="Google Shape;3952;p52"/>
          <p:cNvSpPr txBox="1">
            <a:spLocks noGrp="1"/>
          </p:cNvSpPr>
          <p:nvPr>
            <p:ph type="subTitle" idx="1"/>
          </p:nvPr>
        </p:nvSpPr>
        <p:spPr>
          <a:xfrm>
            <a:off x="2223600" y="1327276"/>
            <a:ext cx="4696800" cy="38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Elektromotoren an der Antriebsleistung der US-Industrie, 1899 → 1929 [19]</a:t>
            </a:r>
            <a:endParaRPr/>
          </a:p>
        </p:txBody>
      </p:sp>
      <p:sp>
        <p:nvSpPr>
          <p:cNvPr id="3953" name="Google Shape;3953;p52"/>
          <p:cNvSpPr txBox="1">
            <a:spLocks noGrp="1"/>
          </p:cNvSpPr>
          <p:nvPr>
            <p:ph type="title"/>
          </p:nvPr>
        </p:nvSpPr>
        <p:spPr>
          <a:xfrm>
            <a:off x="2223600" y="638357"/>
            <a:ext cx="4696800" cy="76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5 % → 78 %</a:t>
            </a:r>
            <a:endParaRPr/>
          </a:p>
        </p:txBody>
      </p:sp>
      <p:sp>
        <p:nvSpPr>
          <p:cNvPr id="3954" name="Google Shape;3954;p52"/>
          <p:cNvSpPr txBox="1">
            <a:spLocks noGrp="1"/>
          </p:cNvSpPr>
          <p:nvPr>
            <p:ph type="title" idx="2"/>
          </p:nvPr>
        </p:nvSpPr>
        <p:spPr>
          <a:xfrm>
            <a:off x="2223600" y="1990612"/>
            <a:ext cx="4696800" cy="76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1,3 % → 3,1 %</a:t>
            </a:r>
            <a:endParaRPr/>
          </a:p>
        </p:txBody>
      </p:sp>
      <p:sp>
        <p:nvSpPr>
          <p:cNvPr id="3955" name="Google Shape;3955;p52"/>
          <p:cNvSpPr txBox="1">
            <a:spLocks noGrp="1"/>
          </p:cNvSpPr>
          <p:nvPr>
            <p:ph type="subTitle" idx="3"/>
          </p:nvPr>
        </p:nvSpPr>
        <p:spPr>
          <a:xfrm>
            <a:off x="2223600" y="2679528"/>
            <a:ext cx="4696800" cy="38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Produktivitätswachstum pro Jahr, vor → nach 1919 [20]</a:t>
            </a:r>
            <a:endParaRPr/>
          </a:p>
        </p:txBody>
      </p:sp>
      <p:sp>
        <p:nvSpPr>
          <p:cNvPr id="3956" name="Google Shape;3956;p52"/>
          <p:cNvSpPr txBox="1">
            <a:spLocks noGrp="1"/>
          </p:cNvSpPr>
          <p:nvPr>
            <p:ph type="title" idx="4"/>
          </p:nvPr>
        </p:nvSpPr>
        <p:spPr>
          <a:xfrm>
            <a:off x="2223600" y="3342868"/>
            <a:ext cx="4696800" cy="76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1896</a:t>
            </a:r>
            <a:endParaRPr/>
          </a:p>
        </p:txBody>
      </p:sp>
      <p:sp>
        <p:nvSpPr>
          <p:cNvPr id="3957" name="Google Shape;3957;p52"/>
          <p:cNvSpPr txBox="1">
            <a:spLocks noGrp="1"/>
          </p:cNvSpPr>
          <p:nvPr>
            <p:ph type="subTitle" idx="5"/>
          </p:nvPr>
        </p:nvSpPr>
        <p:spPr>
          <a:xfrm>
            <a:off x="2223600" y="4031797"/>
            <a:ext cx="4696800" cy="38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 unter den zwölf ersten Werten des Dow Jones</a:t>
            </a:r>
            <a:endParaRPr/>
          </a:p>
        </p:txBody>
      </p:sp>
      <p:grpSp>
        <p:nvGrpSpPr>
          <p:cNvPr id="3958" name="Google Shape;3958;p52"/>
          <p:cNvGrpSpPr/>
          <p:nvPr/>
        </p:nvGrpSpPr>
        <p:grpSpPr>
          <a:xfrm>
            <a:off x="565056" y="519563"/>
            <a:ext cx="8012737" cy="4104778"/>
            <a:chOff x="565056" y="519563"/>
            <a:chExt cx="8012737" cy="4104778"/>
          </a:xfrm>
        </p:grpSpPr>
        <p:sp>
          <p:nvSpPr>
            <p:cNvPr id="3959" name="Google Shape;3959;p52"/>
            <p:cNvSpPr/>
            <p:nvPr/>
          </p:nvSpPr>
          <p:spPr>
            <a:xfrm>
              <a:off x="881261" y="519563"/>
              <a:ext cx="686096" cy="236873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1819" y="2949"/>
                  </a:moveTo>
                  <a:cubicBezTo>
                    <a:pt x="16996" y="7611"/>
                    <a:pt x="10597" y="0"/>
                    <a:pt x="4949" y="1300"/>
                  </a:cubicBezTo>
                  <a:cubicBezTo>
                    <a:pt x="1962" y="2000"/>
                    <a:pt x="0" y="4312"/>
                    <a:pt x="100" y="7373"/>
                  </a:cubicBezTo>
                  <a:cubicBezTo>
                    <a:pt x="113" y="7461"/>
                    <a:pt x="225" y="7461"/>
                    <a:pt x="238" y="7373"/>
                  </a:cubicBezTo>
                  <a:cubicBezTo>
                    <a:pt x="513" y="1100"/>
                    <a:pt x="7511" y="887"/>
                    <a:pt x="11872" y="2724"/>
                  </a:cubicBezTo>
                  <a:cubicBezTo>
                    <a:pt x="13597" y="3449"/>
                    <a:pt x="15309" y="4437"/>
                    <a:pt x="17208" y="4661"/>
                  </a:cubicBezTo>
                  <a:cubicBezTo>
                    <a:pt x="19108" y="4886"/>
                    <a:pt x="20620" y="4387"/>
                    <a:pt x="21957" y="3087"/>
                  </a:cubicBezTo>
                  <a:cubicBezTo>
                    <a:pt x="22044" y="2999"/>
                    <a:pt x="21919" y="2874"/>
                    <a:pt x="21832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0" name="Google Shape;3960;p52"/>
            <p:cNvSpPr/>
            <p:nvPr/>
          </p:nvSpPr>
          <p:spPr>
            <a:xfrm>
              <a:off x="887080" y="727617"/>
              <a:ext cx="225234" cy="151349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13" y="1688"/>
                  </a:moveTo>
                  <a:cubicBezTo>
                    <a:pt x="151" y="3700"/>
                    <a:pt x="2612" y="4862"/>
                    <a:pt x="4412" y="4325"/>
                  </a:cubicBezTo>
                  <a:cubicBezTo>
                    <a:pt x="5924" y="3875"/>
                    <a:pt x="7236" y="1338"/>
                    <a:pt x="5849" y="88"/>
                  </a:cubicBezTo>
                  <a:cubicBezTo>
                    <a:pt x="5774" y="1"/>
                    <a:pt x="5649" y="126"/>
                    <a:pt x="5737" y="201"/>
                  </a:cubicBezTo>
                  <a:cubicBezTo>
                    <a:pt x="7124" y="1725"/>
                    <a:pt x="5474" y="4025"/>
                    <a:pt x="3837" y="4225"/>
                  </a:cubicBezTo>
                  <a:cubicBezTo>
                    <a:pt x="2288" y="4425"/>
                    <a:pt x="326" y="3413"/>
                    <a:pt x="201" y="1688"/>
                  </a:cubicBezTo>
                  <a:cubicBezTo>
                    <a:pt x="201" y="1563"/>
                    <a:pt x="1" y="1563"/>
                    <a:pt x="13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1" name="Google Shape;3961;p52"/>
            <p:cNvSpPr/>
            <p:nvPr/>
          </p:nvSpPr>
          <p:spPr>
            <a:xfrm>
              <a:off x="954772" y="700790"/>
              <a:ext cx="91033" cy="96106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49" y="488"/>
                  </a:moveTo>
                  <a:cubicBezTo>
                    <a:pt x="2025" y="1"/>
                    <a:pt x="800" y="351"/>
                    <a:pt x="387" y="1238"/>
                  </a:cubicBezTo>
                  <a:cubicBezTo>
                    <a:pt x="0" y="2063"/>
                    <a:pt x="612" y="2987"/>
                    <a:pt x="1487" y="3075"/>
                  </a:cubicBezTo>
                  <a:cubicBezTo>
                    <a:pt x="1600" y="3087"/>
                    <a:pt x="1625" y="2900"/>
                    <a:pt x="1512" y="2887"/>
                  </a:cubicBezTo>
                  <a:cubicBezTo>
                    <a:pt x="700" y="2737"/>
                    <a:pt x="200" y="1913"/>
                    <a:pt x="675" y="1163"/>
                  </a:cubicBezTo>
                  <a:cubicBezTo>
                    <a:pt x="1137" y="476"/>
                    <a:pt x="2037" y="251"/>
                    <a:pt x="2774" y="625"/>
                  </a:cubicBezTo>
                  <a:cubicBezTo>
                    <a:pt x="2862" y="663"/>
                    <a:pt x="2924" y="551"/>
                    <a:pt x="2849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2" name="Google Shape;3962;p52"/>
            <p:cNvSpPr/>
            <p:nvPr/>
          </p:nvSpPr>
          <p:spPr>
            <a:xfrm>
              <a:off x="1012317" y="789084"/>
              <a:ext cx="31" cy="40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3" name="Google Shape;3963;p52"/>
            <p:cNvSpPr/>
            <p:nvPr/>
          </p:nvSpPr>
          <p:spPr>
            <a:xfrm>
              <a:off x="772736" y="567399"/>
              <a:ext cx="257508" cy="129532"/>
            </a:xfrm>
            <a:custGeom>
              <a:avLst/>
              <a:gdLst/>
              <a:ahLst/>
              <a:cxnLst/>
              <a:rect l="l" t="t" r="r" b="b"/>
              <a:pathLst>
                <a:path w="8274" h="4162" extrusionOk="0">
                  <a:moveTo>
                    <a:pt x="8123" y="25"/>
                  </a:moveTo>
                  <a:cubicBezTo>
                    <a:pt x="6999" y="263"/>
                    <a:pt x="5937" y="725"/>
                    <a:pt x="4987" y="1375"/>
                  </a:cubicBezTo>
                  <a:cubicBezTo>
                    <a:pt x="3537" y="2387"/>
                    <a:pt x="2063" y="4162"/>
                    <a:pt x="176" y="2875"/>
                  </a:cubicBezTo>
                  <a:cubicBezTo>
                    <a:pt x="101" y="2825"/>
                    <a:pt x="1" y="2950"/>
                    <a:pt x="76" y="3012"/>
                  </a:cubicBezTo>
                  <a:cubicBezTo>
                    <a:pt x="825" y="3699"/>
                    <a:pt x="1775" y="3699"/>
                    <a:pt x="2700" y="3299"/>
                  </a:cubicBezTo>
                  <a:cubicBezTo>
                    <a:pt x="3375" y="2999"/>
                    <a:pt x="3912" y="2475"/>
                    <a:pt x="4474" y="2025"/>
                  </a:cubicBezTo>
                  <a:cubicBezTo>
                    <a:pt x="5549" y="1137"/>
                    <a:pt x="6811" y="500"/>
                    <a:pt x="8173" y="175"/>
                  </a:cubicBezTo>
                  <a:cubicBezTo>
                    <a:pt x="8273" y="150"/>
                    <a:pt x="8223" y="0"/>
                    <a:pt x="812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4" name="Google Shape;3964;p52"/>
            <p:cNvSpPr/>
            <p:nvPr/>
          </p:nvSpPr>
          <p:spPr>
            <a:xfrm>
              <a:off x="1096722" y="573623"/>
              <a:ext cx="110485" cy="99592"/>
            </a:xfrm>
            <a:custGeom>
              <a:avLst/>
              <a:gdLst/>
              <a:ahLst/>
              <a:cxnLst/>
              <a:rect l="l" t="t" r="r" b="b"/>
              <a:pathLst>
                <a:path w="3550" h="3200" extrusionOk="0">
                  <a:moveTo>
                    <a:pt x="3437" y="313"/>
                  </a:moveTo>
                  <a:cubicBezTo>
                    <a:pt x="2562" y="113"/>
                    <a:pt x="1700" y="0"/>
                    <a:pt x="900" y="488"/>
                  </a:cubicBezTo>
                  <a:cubicBezTo>
                    <a:pt x="363" y="813"/>
                    <a:pt x="0" y="1325"/>
                    <a:pt x="100" y="1975"/>
                  </a:cubicBezTo>
                  <a:cubicBezTo>
                    <a:pt x="200" y="2587"/>
                    <a:pt x="700" y="3062"/>
                    <a:pt x="1325" y="3137"/>
                  </a:cubicBezTo>
                  <a:cubicBezTo>
                    <a:pt x="1787" y="3187"/>
                    <a:pt x="2462" y="3024"/>
                    <a:pt x="2512" y="2475"/>
                  </a:cubicBezTo>
                  <a:cubicBezTo>
                    <a:pt x="2525" y="2387"/>
                    <a:pt x="2400" y="2387"/>
                    <a:pt x="2387" y="2475"/>
                  </a:cubicBezTo>
                  <a:cubicBezTo>
                    <a:pt x="2312" y="3199"/>
                    <a:pt x="1100" y="2937"/>
                    <a:pt x="788" y="2712"/>
                  </a:cubicBezTo>
                  <a:cubicBezTo>
                    <a:pt x="300" y="2362"/>
                    <a:pt x="150" y="1700"/>
                    <a:pt x="450" y="1175"/>
                  </a:cubicBezTo>
                  <a:cubicBezTo>
                    <a:pt x="1063" y="163"/>
                    <a:pt x="2412" y="263"/>
                    <a:pt x="3387" y="488"/>
                  </a:cubicBezTo>
                  <a:cubicBezTo>
                    <a:pt x="3499" y="513"/>
                    <a:pt x="3549" y="338"/>
                    <a:pt x="3437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5" name="Google Shape;3965;p52"/>
            <p:cNvSpPr/>
            <p:nvPr/>
          </p:nvSpPr>
          <p:spPr>
            <a:xfrm>
              <a:off x="1234781" y="606271"/>
              <a:ext cx="41642" cy="54495"/>
            </a:xfrm>
            <a:custGeom>
              <a:avLst/>
              <a:gdLst/>
              <a:ahLst/>
              <a:cxnLst/>
              <a:rect l="l" t="t" r="r" b="b"/>
              <a:pathLst>
                <a:path w="1338" h="1751" extrusionOk="0">
                  <a:moveTo>
                    <a:pt x="1238" y="188"/>
                  </a:moveTo>
                  <a:cubicBezTo>
                    <a:pt x="688" y="1"/>
                    <a:pt x="1" y="326"/>
                    <a:pt x="76" y="976"/>
                  </a:cubicBezTo>
                  <a:cubicBezTo>
                    <a:pt x="126" y="1413"/>
                    <a:pt x="825" y="1750"/>
                    <a:pt x="1088" y="1326"/>
                  </a:cubicBezTo>
                  <a:cubicBezTo>
                    <a:pt x="1163" y="1213"/>
                    <a:pt x="975" y="1101"/>
                    <a:pt x="900" y="1213"/>
                  </a:cubicBezTo>
                  <a:cubicBezTo>
                    <a:pt x="788" y="1288"/>
                    <a:pt x="651" y="1301"/>
                    <a:pt x="538" y="1263"/>
                  </a:cubicBezTo>
                  <a:cubicBezTo>
                    <a:pt x="263" y="1026"/>
                    <a:pt x="213" y="813"/>
                    <a:pt x="388" y="613"/>
                  </a:cubicBezTo>
                  <a:cubicBezTo>
                    <a:pt x="551" y="301"/>
                    <a:pt x="888" y="263"/>
                    <a:pt x="1188" y="351"/>
                  </a:cubicBezTo>
                  <a:cubicBezTo>
                    <a:pt x="1288" y="376"/>
                    <a:pt x="1338" y="226"/>
                    <a:pt x="123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6" name="Google Shape;3966;p52"/>
            <p:cNvSpPr/>
            <p:nvPr/>
          </p:nvSpPr>
          <p:spPr>
            <a:xfrm>
              <a:off x="748616" y="631169"/>
              <a:ext cx="39712" cy="39712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51" y="925"/>
                  </a:moveTo>
                  <a:cubicBezTo>
                    <a:pt x="1275" y="563"/>
                    <a:pt x="826" y="1"/>
                    <a:pt x="413" y="326"/>
                  </a:cubicBezTo>
                  <a:cubicBezTo>
                    <a:pt x="1" y="651"/>
                    <a:pt x="476" y="1275"/>
                    <a:pt x="888" y="975"/>
                  </a:cubicBezTo>
                  <a:cubicBezTo>
                    <a:pt x="963" y="925"/>
                    <a:pt x="913" y="813"/>
                    <a:pt x="826" y="826"/>
                  </a:cubicBezTo>
                  <a:lnTo>
                    <a:pt x="826" y="826"/>
                  </a:lnTo>
                  <a:cubicBezTo>
                    <a:pt x="788" y="901"/>
                    <a:pt x="888" y="1000"/>
                    <a:pt x="951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7" name="Google Shape;3967;p52"/>
            <p:cNvSpPr/>
            <p:nvPr/>
          </p:nvSpPr>
          <p:spPr>
            <a:xfrm>
              <a:off x="843540" y="609788"/>
              <a:ext cx="96853" cy="140829"/>
            </a:xfrm>
            <a:custGeom>
              <a:avLst/>
              <a:gdLst/>
              <a:ahLst/>
              <a:cxnLst/>
              <a:rect l="l" t="t" r="r" b="b"/>
              <a:pathLst>
                <a:path w="3112" h="4525" extrusionOk="0">
                  <a:moveTo>
                    <a:pt x="2949" y="63"/>
                  </a:moveTo>
                  <a:cubicBezTo>
                    <a:pt x="1550" y="1163"/>
                    <a:pt x="525" y="2675"/>
                    <a:pt x="25" y="4374"/>
                  </a:cubicBezTo>
                  <a:cubicBezTo>
                    <a:pt x="0" y="4462"/>
                    <a:pt x="125" y="4524"/>
                    <a:pt x="175" y="4437"/>
                  </a:cubicBezTo>
                  <a:cubicBezTo>
                    <a:pt x="925" y="2825"/>
                    <a:pt x="1687" y="1338"/>
                    <a:pt x="3049" y="150"/>
                  </a:cubicBezTo>
                  <a:cubicBezTo>
                    <a:pt x="3112" y="100"/>
                    <a:pt x="3012" y="0"/>
                    <a:pt x="2949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8" name="Google Shape;3968;p52"/>
            <p:cNvSpPr/>
            <p:nvPr/>
          </p:nvSpPr>
          <p:spPr>
            <a:xfrm>
              <a:off x="822906" y="735803"/>
              <a:ext cx="38156" cy="40490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725" y="500"/>
                  </a:moveTo>
                  <a:lnTo>
                    <a:pt x="725" y="563"/>
                  </a:lnTo>
                  <a:cubicBezTo>
                    <a:pt x="800" y="638"/>
                    <a:pt x="913" y="550"/>
                    <a:pt x="875" y="450"/>
                  </a:cubicBezTo>
                  <a:cubicBezTo>
                    <a:pt x="626" y="0"/>
                    <a:pt x="1" y="550"/>
                    <a:pt x="338" y="925"/>
                  </a:cubicBezTo>
                  <a:cubicBezTo>
                    <a:pt x="688" y="1300"/>
                    <a:pt x="1225" y="750"/>
                    <a:pt x="838" y="388"/>
                  </a:cubicBezTo>
                  <a:cubicBezTo>
                    <a:pt x="763" y="325"/>
                    <a:pt x="663" y="425"/>
                    <a:pt x="725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9" name="Google Shape;3969;p52"/>
            <p:cNvSpPr/>
            <p:nvPr/>
          </p:nvSpPr>
          <p:spPr>
            <a:xfrm>
              <a:off x="883595" y="757184"/>
              <a:ext cx="7034" cy="12107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13" y="126"/>
                  </a:moveTo>
                  <a:cubicBezTo>
                    <a:pt x="0" y="201"/>
                    <a:pt x="13" y="276"/>
                    <a:pt x="63" y="326"/>
                  </a:cubicBezTo>
                  <a:cubicBezTo>
                    <a:pt x="100" y="388"/>
                    <a:pt x="225" y="376"/>
                    <a:pt x="225" y="288"/>
                  </a:cubicBezTo>
                  <a:cubicBezTo>
                    <a:pt x="213" y="238"/>
                    <a:pt x="213" y="176"/>
                    <a:pt x="213" y="126"/>
                  </a:cubicBezTo>
                  <a:cubicBezTo>
                    <a:pt x="200" y="1"/>
                    <a:pt x="13" y="1"/>
                    <a:pt x="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0" name="Google Shape;3970;p52"/>
            <p:cNvSpPr/>
            <p:nvPr/>
          </p:nvSpPr>
          <p:spPr>
            <a:xfrm>
              <a:off x="1048108" y="720241"/>
              <a:ext cx="12076" cy="8590"/>
            </a:xfrm>
            <a:custGeom>
              <a:avLst/>
              <a:gdLst/>
              <a:ahLst/>
              <a:cxnLst/>
              <a:rect l="l" t="t" r="r" b="b"/>
              <a:pathLst>
                <a:path w="388" h="276" extrusionOk="0">
                  <a:moveTo>
                    <a:pt x="75" y="188"/>
                  </a:moveTo>
                  <a:cubicBezTo>
                    <a:pt x="138" y="225"/>
                    <a:pt x="213" y="250"/>
                    <a:pt x="288" y="263"/>
                  </a:cubicBezTo>
                  <a:cubicBezTo>
                    <a:pt x="350" y="275"/>
                    <a:pt x="388" y="213"/>
                    <a:pt x="350" y="163"/>
                  </a:cubicBezTo>
                  <a:cubicBezTo>
                    <a:pt x="300" y="100"/>
                    <a:pt x="225" y="50"/>
                    <a:pt x="138" y="25"/>
                  </a:cubicBezTo>
                  <a:cubicBezTo>
                    <a:pt x="50" y="0"/>
                    <a:pt x="0" y="138"/>
                    <a:pt x="75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1" name="Google Shape;3971;p52"/>
            <p:cNvSpPr/>
            <p:nvPr/>
          </p:nvSpPr>
          <p:spPr>
            <a:xfrm>
              <a:off x="871924" y="558840"/>
              <a:ext cx="195263" cy="34266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6174" y="13"/>
                  </a:moveTo>
                  <a:cubicBezTo>
                    <a:pt x="5324" y="0"/>
                    <a:pt x="4462" y="75"/>
                    <a:pt x="3624" y="250"/>
                  </a:cubicBezTo>
                  <a:cubicBezTo>
                    <a:pt x="2475" y="488"/>
                    <a:pt x="1350" y="925"/>
                    <a:pt x="163" y="613"/>
                  </a:cubicBezTo>
                  <a:cubicBezTo>
                    <a:pt x="50" y="575"/>
                    <a:pt x="0" y="763"/>
                    <a:pt x="113" y="788"/>
                  </a:cubicBezTo>
                  <a:cubicBezTo>
                    <a:pt x="913" y="1100"/>
                    <a:pt x="1625" y="950"/>
                    <a:pt x="2450" y="775"/>
                  </a:cubicBezTo>
                  <a:cubicBezTo>
                    <a:pt x="3687" y="500"/>
                    <a:pt x="4899" y="250"/>
                    <a:pt x="6174" y="188"/>
                  </a:cubicBezTo>
                  <a:cubicBezTo>
                    <a:pt x="6274" y="175"/>
                    <a:pt x="6274" y="25"/>
                    <a:pt x="6174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2" name="Google Shape;3972;p52"/>
            <p:cNvSpPr/>
            <p:nvPr/>
          </p:nvSpPr>
          <p:spPr>
            <a:xfrm>
              <a:off x="845470" y="558435"/>
              <a:ext cx="41268" cy="38561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875" y="688"/>
                  </a:moveTo>
                  <a:lnTo>
                    <a:pt x="763" y="651"/>
                  </a:lnTo>
                  <a:cubicBezTo>
                    <a:pt x="700" y="726"/>
                    <a:pt x="763" y="826"/>
                    <a:pt x="850" y="813"/>
                  </a:cubicBezTo>
                  <a:cubicBezTo>
                    <a:pt x="1325" y="651"/>
                    <a:pt x="850" y="1"/>
                    <a:pt x="463" y="226"/>
                  </a:cubicBezTo>
                  <a:cubicBezTo>
                    <a:pt x="0" y="526"/>
                    <a:pt x="550" y="1238"/>
                    <a:pt x="975" y="801"/>
                  </a:cubicBezTo>
                  <a:cubicBezTo>
                    <a:pt x="1038" y="738"/>
                    <a:pt x="950" y="638"/>
                    <a:pt x="875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3" name="Google Shape;3973;p52"/>
            <p:cNvSpPr/>
            <p:nvPr/>
          </p:nvSpPr>
          <p:spPr>
            <a:xfrm>
              <a:off x="790227" y="630017"/>
              <a:ext cx="91064" cy="28041"/>
            </a:xfrm>
            <a:custGeom>
              <a:avLst/>
              <a:gdLst/>
              <a:ahLst/>
              <a:cxnLst/>
              <a:rect l="l" t="t" r="r" b="b"/>
              <a:pathLst>
                <a:path w="2926" h="901" extrusionOk="0">
                  <a:moveTo>
                    <a:pt x="2813" y="638"/>
                  </a:moveTo>
                  <a:cubicBezTo>
                    <a:pt x="2500" y="338"/>
                    <a:pt x="2113" y="150"/>
                    <a:pt x="1688" y="100"/>
                  </a:cubicBezTo>
                  <a:cubicBezTo>
                    <a:pt x="1226" y="38"/>
                    <a:pt x="526" y="0"/>
                    <a:pt x="113" y="263"/>
                  </a:cubicBezTo>
                  <a:cubicBezTo>
                    <a:pt x="1" y="325"/>
                    <a:pt x="76" y="488"/>
                    <a:pt x="201" y="463"/>
                  </a:cubicBezTo>
                  <a:cubicBezTo>
                    <a:pt x="976" y="263"/>
                    <a:pt x="2025" y="213"/>
                    <a:pt x="2650" y="800"/>
                  </a:cubicBezTo>
                  <a:cubicBezTo>
                    <a:pt x="2763" y="900"/>
                    <a:pt x="2925" y="738"/>
                    <a:pt x="28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4" name="Google Shape;3974;p52"/>
            <p:cNvSpPr/>
            <p:nvPr/>
          </p:nvSpPr>
          <p:spPr>
            <a:xfrm>
              <a:off x="791410" y="637020"/>
              <a:ext cx="87921" cy="29193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63" y="200"/>
                  </a:moveTo>
                  <a:cubicBezTo>
                    <a:pt x="575" y="887"/>
                    <a:pt x="2012" y="937"/>
                    <a:pt x="2712" y="575"/>
                  </a:cubicBezTo>
                  <a:cubicBezTo>
                    <a:pt x="2825" y="513"/>
                    <a:pt x="2737" y="375"/>
                    <a:pt x="2637" y="388"/>
                  </a:cubicBezTo>
                  <a:cubicBezTo>
                    <a:pt x="1925" y="500"/>
                    <a:pt x="763" y="762"/>
                    <a:pt x="213" y="88"/>
                  </a:cubicBezTo>
                  <a:cubicBezTo>
                    <a:pt x="150" y="0"/>
                    <a:pt x="0" y="113"/>
                    <a:pt x="63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5" name="Google Shape;3975;p52"/>
            <p:cNvSpPr/>
            <p:nvPr/>
          </p:nvSpPr>
          <p:spPr>
            <a:xfrm>
              <a:off x="980821" y="577514"/>
              <a:ext cx="22595" cy="70804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325" y="163"/>
                  </a:moveTo>
                  <a:cubicBezTo>
                    <a:pt x="488" y="800"/>
                    <a:pt x="400" y="1475"/>
                    <a:pt x="75" y="2037"/>
                  </a:cubicBezTo>
                  <a:cubicBezTo>
                    <a:pt x="0" y="2162"/>
                    <a:pt x="188" y="2275"/>
                    <a:pt x="263" y="2150"/>
                  </a:cubicBezTo>
                  <a:cubicBezTo>
                    <a:pt x="638" y="1537"/>
                    <a:pt x="725" y="800"/>
                    <a:pt x="500" y="113"/>
                  </a:cubicBezTo>
                  <a:cubicBezTo>
                    <a:pt x="463" y="0"/>
                    <a:pt x="288" y="50"/>
                    <a:pt x="3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6" name="Google Shape;3976;p52"/>
            <p:cNvSpPr/>
            <p:nvPr/>
          </p:nvSpPr>
          <p:spPr>
            <a:xfrm>
              <a:off x="974597" y="579848"/>
              <a:ext cx="20261" cy="67691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463" y="1987"/>
                  </a:moveTo>
                  <a:cubicBezTo>
                    <a:pt x="338" y="1625"/>
                    <a:pt x="288" y="1225"/>
                    <a:pt x="350" y="850"/>
                  </a:cubicBezTo>
                  <a:cubicBezTo>
                    <a:pt x="400" y="563"/>
                    <a:pt x="538" y="388"/>
                    <a:pt x="638" y="150"/>
                  </a:cubicBezTo>
                  <a:cubicBezTo>
                    <a:pt x="650" y="100"/>
                    <a:pt x="625" y="63"/>
                    <a:pt x="588" y="50"/>
                  </a:cubicBezTo>
                  <a:cubicBezTo>
                    <a:pt x="288" y="0"/>
                    <a:pt x="188" y="325"/>
                    <a:pt x="113" y="563"/>
                  </a:cubicBezTo>
                  <a:cubicBezTo>
                    <a:pt x="0" y="1062"/>
                    <a:pt x="50" y="1575"/>
                    <a:pt x="250" y="2050"/>
                  </a:cubicBezTo>
                  <a:cubicBezTo>
                    <a:pt x="300" y="2175"/>
                    <a:pt x="500" y="2125"/>
                    <a:pt x="463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7" name="Google Shape;3977;p52"/>
            <p:cNvSpPr/>
            <p:nvPr/>
          </p:nvSpPr>
          <p:spPr>
            <a:xfrm>
              <a:off x="1313739" y="653733"/>
              <a:ext cx="103482" cy="33488"/>
            </a:xfrm>
            <a:custGeom>
              <a:avLst/>
              <a:gdLst/>
              <a:ahLst/>
              <a:cxnLst/>
              <a:rect l="l" t="t" r="r" b="b"/>
              <a:pathLst>
                <a:path w="3325" h="1076" extrusionOk="0">
                  <a:moveTo>
                    <a:pt x="3200" y="151"/>
                  </a:moveTo>
                  <a:cubicBezTo>
                    <a:pt x="2187" y="1"/>
                    <a:pt x="813" y="151"/>
                    <a:pt x="63" y="913"/>
                  </a:cubicBezTo>
                  <a:cubicBezTo>
                    <a:pt x="1" y="963"/>
                    <a:pt x="63" y="1075"/>
                    <a:pt x="138" y="1050"/>
                  </a:cubicBezTo>
                  <a:cubicBezTo>
                    <a:pt x="613" y="888"/>
                    <a:pt x="1013" y="600"/>
                    <a:pt x="1500" y="475"/>
                  </a:cubicBezTo>
                  <a:cubicBezTo>
                    <a:pt x="2050" y="338"/>
                    <a:pt x="2612" y="300"/>
                    <a:pt x="3162" y="363"/>
                  </a:cubicBezTo>
                  <a:cubicBezTo>
                    <a:pt x="3287" y="375"/>
                    <a:pt x="3325" y="163"/>
                    <a:pt x="3200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8" name="Google Shape;3978;p52"/>
            <p:cNvSpPr/>
            <p:nvPr/>
          </p:nvSpPr>
          <p:spPr>
            <a:xfrm>
              <a:off x="1314143" y="659552"/>
              <a:ext cx="125237" cy="38561"/>
            </a:xfrm>
            <a:custGeom>
              <a:avLst/>
              <a:gdLst/>
              <a:ahLst/>
              <a:cxnLst/>
              <a:rect l="l" t="t" r="r" b="b"/>
              <a:pathLst>
                <a:path w="4024" h="1239" extrusionOk="0">
                  <a:moveTo>
                    <a:pt x="138" y="1001"/>
                  </a:moveTo>
                  <a:cubicBezTo>
                    <a:pt x="762" y="1113"/>
                    <a:pt x="1412" y="1238"/>
                    <a:pt x="2049" y="1151"/>
                  </a:cubicBezTo>
                  <a:cubicBezTo>
                    <a:pt x="2724" y="1038"/>
                    <a:pt x="3312" y="688"/>
                    <a:pt x="3887" y="313"/>
                  </a:cubicBezTo>
                  <a:cubicBezTo>
                    <a:pt x="4024" y="226"/>
                    <a:pt x="3887" y="1"/>
                    <a:pt x="3749" y="88"/>
                  </a:cubicBezTo>
                  <a:cubicBezTo>
                    <a:pt x="3287" y="401"/>
                    <a:pt x="2787" y="713"/>
                    <a:pt x="2237" y="851"/>
                  </a:cubicBezTo>
                  <a:cubicBezTo>
                    <a:pt x="1575" y="1013"/>
                    <a:pt x="862" y="901"/>
                    <a:pt x="187" y="788"/>
                  </a:cubicBezTo>
                  <a:cubicBezTo>
                    <a:pt x="50" y="776"/>
                    <a:pt x="0" y="976"/>
                    <a:pt x="138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52"/>
            <p:cNvSpPr/>
            <p:nvPr/>
          </p:nvSpPr>
          <p:spPr>
            <a:xfrm>
              <a:off x="565056" y="841183"/>
              <a:ext cx="248949" cy="686127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3487" y="21958"/>
                  </a:moveTo>
                  <a:cubicBezTo>
                    <a:pt x="4799" y="20621"/>
                    <a:pt x="5299" y="19108"/>
                    <a:pt x="5074" y="17209"/>
                  </a:cubicBezTo>
                  <a:cubicBezTo>
                    <a:pt x="4912" y="15809"/>
                    <a:pt x="4287" y="14560"/>
                    <a:pt x="3749" y="13285"/>
                  </a:cubicBezTo>
                  <a:cubicBezTo>
                    <a:pt x="1875" y="8811"/>
                    <a:pt x="0" y="576"/>
                    <a:pt x="7786" y="238"/>
                  </a:cubicBezTo>
                  <a:cubicBezTo>
                    <a:pt x="7861" y="238"/>
                    <a:pt x="7861" y="113"/>
                    <a:pt x="7786" y="101"/>
                  </a:cubicBezTo>
                  <a:cubicBezTo>
                    <a:pt x="4737" y="1"/>
                    <a:pt x="2400" y="1975"/>
                    <a:pt x="1712" y="4962"/>
                  </a:cubicBezTo>
                  <a:cubicBezTo>
                    <a:pt x="400" y="10611"/>
                    <a:pt x="7998" y="17034"/>
                    <a:pt x="3362" y="21833"/>
                  </a:cubicBezTo>
                  <a:cubicBezTo>
                    <a:pt x="3274" y="21908"/>
                    <a:pt x="3412" y="22045"/>
                    <a:pt x="3487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52"/>
            <p:cNvSpPr/>
            <p:nvPr/>
          </p:nvSpPr>
          <p:spPr>
            <a:xfrm>
              <a:off x="785963" y="847408"/>
              <a:ext cx="151318" cy="225234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1688" y="201"/>
                  </a:moveTo>
                  <a:cubicBezTo>
                    <a:pt x="3412" y="326"/>
                    <a:pt x="4424" y="2288"/>
                    <a:pt x="4224" y="3837"/>
                  </a:cubicBezTo>
                  <a:cubicBezTo>
                    <a:pt x="4024" y="5462"/>
                    <a:pt x="1725" y="7124"/>
                    <a:pt x="200" y="5724"/>
                  </a:cubicBezTo>
                  <a:cubicBezTo>
                    <a:pt x="125" y="5649"/>
                    <a:pt x="0" y="5774"/>
                    <a:pt x="88" y="5849"/>
                  </a:cubicBezTo>
                  <a:cubicBezTo>
                    <a:pt x="1338" y="7237"/>
                    <a:pt x="3874" y="5924"/>
                    <a:pt x="4324" y="4412"/>
                  </a:cubicBezTo>
                  <a:cubicBezTo>
                    <a:pt x="4862" y="2600"/>
                    <a:pt x="3700" y="151"/>
                    <a:pt x="1688" y="13"/>
                  </a:cubicBezTo>
                  <a:cubicBezTo>
                    <a:pt x="1563" y="1"/>
                    <a:pt x="1563" y="201"/>
                    <a:pt x="16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52"/>
            <p:cNvSpPr/>
            <p:nvPr/>
          </p:nvSpPr>
          <p:spPr>
            <a:xfrm>
              <a:off x="759136" y="915099"/>
              <a:ext cx="96075" cy="91033"/>
            </a:xfrm>
            <a:custGeom>
              <a:avLst/>
              <a:gdLst/>
              <a:ahLst/>
              <a:cxnLst/>
              <a:rect l="l" t="t" r="r" b="b"/>
              <a:pathLst>
                <a:path w="3087" h="2925" extrusionOk="0">
                  <a:moveTo>
                    <a:pt x="625" y="2775"/>
                  </a:moveTo>
                  <a:cubicBezTo>
                    <a:pt x="250" y="2037"/>
                    <a:pt x="475" y="1138"/>
                    <a:pt x="1162" y="675"/>
                  </a:cubicBezTo>
                  <a:cubicBezTo>
                    <a:pt x="1900" y="188"/>
                    <a:pt x="2737" y="713"/>
                    <a:pt x="2874" y="1512"/>
                  </a:cubicBezTo>
                  <a:cubicBezTo>
                    <a:pt x="2899" y="1625"/>
                    <a:pt x="3087" y="1600"/>
                    <a:pt x="3074" y="1487"/>
                  </a:cubicBezTo>
                  <a:cubicBezTo>
                    <a:pt x="2987" y="613"/>
                    <a:pt x="2062" y="0"/>
                    <a:pt x="1237" y="388"/>
                  </a:cubicBezTo>
                  <a:cubicBezTo>
                    <a:pt x="350" y="800"/>
                    <a:pt x="0" y="2025"/>
                    <a:pt x="488" y="2850"/>
                  </a:cubicBezTo>
                  <a:cubicBezTo>
                    <a:pt x="538" y="2925"/>
                    <a:pt x="663" y="2862"/>
                    <a:pt x="625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52"/>
            <p:cNvSpPr/>
            <p:nvPr/>
          </p:nvSpPr>
          <p:spPr>
            <a:xfrm>
              <a:off x="847399" y="972645"/>
              <a:ext cx="31" cy="436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52"/>
            <p:cNvSpPr/>
            <p:nvPr/>
          </p:nvSpPr>
          <p:spPr>
            <a:xfrm>
              <a:off x="625340" y="733064"/>
              <a:ext cx="129532" cy="257134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175" y="8174"/>
                  </a:moveTo>
                  <a:cubicBezTo>
                    <a:pt x="463" y="6974"/>
                    <a:pt x="988" y="5862"/>
                    <a:pt x="1725" y="4887"/>
                  </a:cubicBezTo>
                  <a:cubicBezTo>
                    <a:pt x="2250" y="4187"/>
                    <a:pt x="2937" y="3525"/>
                    <a:pt x="3312" y="2700"/>
                  </a:cubicBezTo>
                  <a:cubicBezTo>
                    <a:pt x="3712" y="1788"/>
                    <a:pt x="3699" y="826"/>
                    <a:pt x="3025" y="76"/>
                  </a:cubicBezTo>
                  <a:cubicBezTo>
                    <a:pt x="2962" y="1"/>
                    <a:pt x="2837" y="88"/>
                    <a:pt x="2887" y="176"/>
                  </a:cubicBezTo>
                  <a:cubicBezTo>
                    <a:pt x="4162" y="2050"/>
                    <a:pt x="2400" y="3537"/>
                    <a:pt x="1387" y="4987"/>
                  </a:cubicBezTo>
                  <a:cubicBezTo>
                    <a:pt x="738" y="5937"/>
                    <a:pt x="275" y="6999"/>
                    <a:pt x="25" y="8124"/>
                  </a:cubicBezTo>
                  <a:cubicBezTo>
                    <a:pt x="0" y="8224"/>
                    <a:pt x="150" y="8261"/>
                    <a:pt x="188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4" name="Google Shape;3984;p52"/>
            <p:cNvSpPr/>
            <p:nvPr/>
          </p:nvSpPr>
          <p:spPr>
            <a:xfrm>
              <a:off x="631565" y="1057049"/>
              <a:ext cx="101522" cy="110111"/>
            </a:xfrm>
            <a:custGeom>
              <a:avLst/>
              <a:gdLst/>
              <a:ahLst/>
              <a:cxnLst/>
              <a:rect l="l" t="t" r="r" b="b"/>
              <a:pathLst>
                <a:path w="3262" h="3538" extrusionOk="0">
                  <a:moveTo>
                    <a:pt x="488" y="3387"/>
                  </a:moveTo>
                  <a:cubicBezTo>
                    <a:pt x="275" y="2413"/>
                    <a:pt x="175" y="1050"/>
                    <a:pt x="1187" y="438"/>
                  </a:cubicBezTo>
                  <a:cubicBezTo>
                    <a:pt x="1650" y="176"/>
                    <a:pt x="2250" y="263"/>
                    <a:pt x="2625" y="650"/>
                  </a:cubicBezTo>
                  <a:cubicBezTo>
                    <a:pt x="2937" y="975"/>
                    <a:pt x="3262" y="2300"/>
                    <a:pt x="2475" y="2388"/>
                  </a:cubicBezTo>
                  <a:cubicBezTo>
                    <a:pt x="2400" y="2388"/>
                    <a:pt x="2400" y="2525"/>
                    <a:pt x="2475" y="2512"/>
                  </a:cubicBezTo>
                  <a:cubicBezTo>
                    <a:pt x="3024" y="2462"/>
                    <a:pt x="3199" y="1788"/>
                    <a:pt x="3137" y="1313"/>
                  </a:cubicBezTo>
                  <a:cubicBezTo>
                    <a:pt x="3074" y="700"/>
                    <a:pt x="2600" y="201"/>
                    <a:pt x="1975" y="101"/>
                  </a:cubicBezTo>
                  <a:cubicBezTo>
                    <a:pt x="1337" y="1"/>
                    <a:pt x="825" y="363"/>
                    <a:pt x="500" y="900"/>
                  </a:cubicBezTo>
                  <a:cubicBezTo>
                    <a:pt x="0" y="1700"/>
                    <a:pt x="125" y="2562"/>
                    <a:pt x="325" y="3425"/>
                  </a:cubicBezTo>
                  <a:cubicBezTo>
                    <a:pt x="350" y="3537"/>
                    <a:pt x="525" y="3500"/>
                    <a:pt x="488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5" name="Google Shape;3985;p52"/>
            <p:cNvSpPr/>
            <p:nvPr/>
          </p:nvSpPr>
          <p:spPr>
            <a:xfrm>
              <a:off x="664243" y="1195513"/>
              <a:ext cx="54869" cy="41268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350" y="1175"/>
                  </a:moveTo>
                  <a:cubicBezTo>
                    <a:pt x="262" y="863"/>
                    <a:pt x="312" y="538"/>
                    <a:pt x="625" y="363"/>
                  </a:cubicBezTo>
                  <a:cubicBezTo>
                    <a:pt x="825" y="188"/>
                    <a:pt x="1037" y="238"/>
                    <a:pt x="1262" y="525"/>
                  </a:cubicBezTo>
                  <a:cubicBezTo>
                    <a:pt x="1312" y="650"/>
                    <a:pt x="1300" y="788"/>
                    <a:pt x="1225" y="900"/>
                  </a:cubicBezTo>
                  <a:cubicBezTo>
                    <a:pt x="1112" y="975"/>
                    <a:pt x="1212" y="1150"/>
                    <a:pt x="1325" y="1075"/>
                  </a:cubicBezTo>
                  <a:cubicBezTo>
                    <a:pt x="1762" y="813"/>
                    <a:pt x="1412" y="113"/>
                    <a:pt x="987" y="63"/>
                  </a:cubicBezTo>
                  <a:cubicBezTo>
                    <a:pt x="325" y="0"/>
                    <a:pt x="0" y="688"/>
                    <a:pt x="200" y="1225"/>
                  </a:cubicBezTo>
                  <a:cubicBezTo>
                    <a:pt x="237" y="1325"/>
                    <a:pt x="387" y="1288"/>
                    <a:pt x="3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52"/>
            <p:cNvSpPr/>
            <p:nvPr/>
          </p:nvSpPr>
          <p:spPr>
            <a:xfrm>
              <a:off x="689110" y="708975"/>
              <a:ext cx="40086" cy="39681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838" y="825"/>
                  </a:moveTo>
                  <a:lnTo>
                    <a:pt x="838" y="825"/>
                  </a:lnTo>
                  <a:cubicBezTo>
                    <a:pt x="826" y="900"/>
                    <a:pt x="926" y="950"/>
                    <a:pt x="988" y="887"/>
                  </a:cubicBezTo>
                  <a:cubicBezTo>
                    <a:pt x="1288" y="475"/>
                    <a:pt x="663" y="0"/>
                    <a:pt x="326" y="412"/>
                  </a:cubicBezTo>
                  <a:cubicBezTo>
                    <a:pt x="1" y="825"/>
                    <a:pt x="563" y="1275"/>
                    <a:pt x="938" y="950"/>
                  </a:cubicBezTo>
                  <a:cubicBezTo>
                    <a:pt x="1001" y="887"/>
                    <a:pt x="913" y="775"/>
                    <a:pt x="838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52"/>
            <p:cNvSpPr/>
            <p:nvPr/>
          </p:nvSpPr>
          <p:spPr>
            <a:xfrm>
              <a:off x="668103" y="803463"/>
              <a:ext cx="140829" cy="9648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1" y="3050"/>
                  </a:moveTo>
                  <a:cubicBezTo>
                    <a:pt x="1338" y="1688"/>
                    <a:pt x="2813" y="926"/>
                    <a:pt x="4437" y="176"/>
                  </a:cubicBezTo>
                  <a:cubicBezTo>
                    <a:pt x="4525" y="138"/>
                    <a:pt x="4462" y="1"/>
                    <a:pt x="4375" y="26"/>
                  </a:cubicBezTo>
                  <a:cubicBezTo>
                    <a:pt x="2663" y="538"/>
                    <a:pt x="1163" y="1550"/>
                    <a:pt x="51" y="2950"/>
                  </a:cubicBezTo>
                  <a:cubicBezTo>
                    <a:pt x="1" y="3012"/>
                    <a:pt x="88" y="3100"/>
                    <a:pt x="151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52"/>
            <p:cNvSpPr/>
            <p:nvPr/>
          </p:nvSpPr>
          <p:spPr>
            <a:xfrm>
              <a:off x="794118" y="782860"/>
              <a:ext cx="40490" cy="3853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850"/>
                  </a:moveTo>
                  <a:cubicBezTo>
                    <a:pt x="751" y="1238"/>
                    <a:pt x="1301" y="700"/>
                    <a:pt x="926" y="350"/>
                  </a:cubicBezTo>
                  <a:cubicBezTo>
                    <a:pt x="551" y="0"/>
                    <a:pt x="1" y="638"/>
                    <a:pt x="451" y="888"/>
                  </a:cubicBezTo>
                  <a:cubicBezTo>
                    <a:pt x="538" y="925"/>
                    <a:pt x="626" y="813"/>
                    <a:pt x="563" y="738"/>
                  </a:cubicBezTo>
                  <a:lnTo>
                    <a:pt x="501" y="738"/>
                  </a:lnTo>
                  <a:cubicBezTo>
                    <a:pt x="426" y="675"/>
                    <a:pt x="326" y="775"/>
                    <a:pt x="3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52"/>
            <p:cNvSpPr/>
            <p:nvPr/>
          </p:nvSpPr>
          <p:spPr>
            <a:xfrm>
              <a:off x="815125" y="843518"/>
              <a:ext cx="12480" cy="7438"/>
            </a:xfrm>
            <a:custGeom>
              <a:avLst/>
              <a:gdLst/>
              <a:ahLst/>
              <a:cxnLst/>
              <a:rect l="l" t="t" r="r" b="b"/>
              <a:pathLst>
                <a:path w="401" h="239" extrusionOk="0">
                  <a:moveTo>
                    <a:pt x="126" y="213"/>
                  </a:moveTo>
                  <a:cubicBezTo>
                    <a:pt x="188" y="213"/>
                    <a:pt x="238" y="213"/>
                    <a:pt x="301" y="226"/>
                  </a:cubicBezTo>
                  <a:cubicBezTo>
                    <a:pt x="388" y="238"/>
                    <a:pt x="401" y="113"/>
                    <a:pt x="338" y="76"/>
                  </a:cubicBezTo>
                  <a:cubicBezTo>
                    <a:pt x="276" y="26"/>
                    <a:pt x="201" y="1"/>
                    <a:pt x="126" y="13"/>
                  </a:cubicBezTo>
                  <a:cubicBezTo>
                    <a:pt x="1" y="13"/>
                    <a:pt x="1" y="201"/>
                    <a:pt x="126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0" name="Google Shape;3990;p52"/>
            <p:cNvSpPr/>
            <p:nvPr/>
          </p:nvSpPr>
          <p:spPr>
            <a:xfrm>
              <a:off x="778183" y="1008062"/>
              <a:ext cx="8963" cy="12449"/>
            </a:xfrm>
            <a:custGeom>
              <a:avLst/>
              <a:gdLst/>
              <a:ahLst/>
              <a:cxnLst/>
              <a:rect l="l" t="t" r="r" b="b"/>
              <a:pathLst>
                <a:path w="288" h="400" extrusionOk="0">
                  <a:moveTo>
                    <a:pt x="38" y="150"/>
                  </a:moveTo>
                  <a:cubicBezTo>
                    <a:pt x="63" y="237"/>
                    <a:pt x="101" y="312"/>
                    <a:pt x="176" y="362"/>
                  </a:cubicBezTo>
                  <a:cubicBezTo>
                    <a:pt x="213" y="400"/>
                    <a:pt x="288" y="362"/>
                    <a:pt x="275" y="300"/>
                  </a:cubicBezTo>
                  <a:cubicBezTo>
                    <a:pt x="263" y="225"/>
                    <a:pt x="238" y="150"/>
                    <a:pt x="188" y="88"/>
                  </a:cubicBezTo>
                  <a:cubicBezTo>
                    <a:pt x="151" y="0"/>
                    <a:pt x="1" y="63"/>
                    <a:pt x="38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1" name="Google Shape;3991;p52"/>
            <p:cNvSpPr/>
            <p:nvPr/>
          </p:nvSpPr>
          <p:spPr>
            <a:xfrm>
              <a:off x="616782" y="832251"/>
              <a:ext cx="34639" cy="195263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188" y="6174"/>
                  </a:moveTo>
                  <a:cubicBezTo>
                    <a:pt x="250" y="4899"/>
                    <a:pt x="500" y="3675"/>
                    <a:pt x="775" y="2437"/>
                  </a:cubicBezTo>
                  <a:cubicBezTo>
                    <a:pt x="950" y="1625"/>
                    <a:pt x="1113" y="913"/>
                    <a:pt x="788" y="113"/>
                  </a:cubicBezTo>
                  <a:cubicBezTo>
                    <a:pt x="750" y="1"/>
                    <a:pt x="588" y="51"/>
                    <a:pt x="613" y="163"/>
                  </a:cubicBezTo>
                  <a:cubicBezTo>
                    <a:pt x="925" y="1338"/>
                    <a:pt x="488" y="2462"/>
                    <a:pt x="250" y="3625"/>
                  </a:cubicBezTo>
                  <a:cubicBezTo>
                    <a:pt x="75" y="4462"/>
                    <a:pt x="0" y="5312"/>
                    <a:pt x="0" y="6174"/>
                  </a:cubicBezTo>
                  <a:cubicBezTo>
                    <a:pt x="25" y="6274"/>
                    <a:pt x="175" y="6274"/>
                    <a:pt x="188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2" name="Google Shape;3992;p52"/>
            <p:cNvSpPr/>
            <p:nvPr/>
          </p:nvSpPr>
          <p:spPr>
            <a:xfrm>
              <a:off x="616782" y="805797"/>
              <a:ext cx="38530" cy="41268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800" y="976"/>
                  </a:moveTo>
                  <a:cubicBezTo>
                    <a:pt x="1238" y="551"/>
                    <a:pt x="513" y="1"/>
                    <a:pt x="225" y="476"/>
                  </a:cubicBezTo>
                  <a:cubicBezTo>
                    <a:pt x="0" y="851"/>
                    <a:pt x="663" y="1325"/>
                    <a:pt x="813" y="851"/>
                  </a:cubicBezTo>
                  <a:cubicBezTo>
                    <a:pt x="825" y="763"/>
                    <a:pt x="725" y="701"/>
                    <a:pt x="650" y="763"/>
                  </a:cubicBezTo>
                  <a:cubicBezTo>
                    <a:pt x="663" y="801"/>
                    <a:pt x="675" y="838"/>
                    <a:pt x="688" y="876"/>
                  </a:cubicBezTo>
                  <a:cubicBezTo>
                    <a:pt x="638" y="963"/>
                    <a:pt x="738" y="1038"/>
                    <a:pt x="813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3" name="Google Shape;3993;p52"/>
            <p:cNvSpPr/>
            <p:nvPr/>
          </p:nvSpPr>
          <p:spPr>
            <a:xfrm>
              <a:off x="688332" y="750586"/>
              <a:ext cx="28041" cy="90629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1" y="2650"/>
                  </a:moveTo>
                  <a:cubicBezTo>
                    <a:pt x="213" y="2012"/>
                    <a:pt x="263" y="975"/>
                    <a:pt x="451" y="188"/>
                  </a:cubicBezTo>
                  <a:cubicBezTo>
                    <a:pt x="488" y="63"/>
                    <a:pt x="326" y="0"/>
                    <a:pt x="251" y="113"/>
                  </a:cubicBezTo>
                  <a:cubicBezTo>
                    <a:pt x="1" y="525"/>
                    <a:pt x="26" y="1225"/>
                    <a:pt x="101" y="1687"/>
                  </a:cubicBezTo>
                  <a:cubicBezTo>
                    <a:pt x="151" y="2112"/>
                    <a:pt x="338" y="2500"/>
                    <a:pt x="638" y="2812"/>
                  </a:cubicBezTo>
                  <a:cubicBezTo>
                    <a:pt x="738" y="2912"/>
                    <a:pt x="901" y="2750"/>
                    <a:pt x="7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4" name="Google Shape;3994;p52"/>
            <p:cNvSpPr/>
            <p:nvPr/>
          </p:nvSpPr>
          <p:spPr>
            <a:xfrm>
              <a:off x="695335" y="751737"/>
              <a:ext cx="29597" cy="87921"/>
            </a:xfrm>
            <a:custGeom>
              <a:avLst/>
              <a:gdLst/>
              <a:ahLst/>
              <a:cxnLst/>
              <a:rect l="l" t="t" r="r" b="b"/>
              <a:pathLst>
                <a:path w="951" h="2825" extrusionOk="0">
                  <a:moveTo>
                    <a:pt x="88" y="213"/>
                  </a:moveTo>
                  <a:cubicBezTo>
                    <a:pt x="763" y="763"/>
                    <a:pt x="501" y="1938"/>
                    <a:pt x="401" y="2650"/>
                  </a:cubicBezTo>
                  <a:cubicBezTo>
                    <a:pt x="376" y="2750"/>
                    <a:pt x="513" y="2825"/>
                    <a:pt x="576" y="2725"/>
                  </a:cubicBezTo>
                  <a:cubicBezTo>
                    <a:pt x="951" y="2013"/>
                    <a:pt x="888" y="588"/>
                    <a:pt x="201" y="63"/>
                  </a:cubicBezTo>
                  <a:cubicBezTo>
                    <a:pt x="113" y="1"/>
                    <a:pt x="1" y="138"/>
                    <a:pt x="88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5" name="Google Shape;3995;p52"/>
            <p:cNvSpPr/>
            <p:nvPr/>
          </p:nvSpPr>
          <p:spPr>
            <a:xfrm>
              <a:off x="635455" y="941149"/>
              <a:ext cx="70804" cy="22595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113" y="500"/>
                  </a:moveTo>
                  <a:cubicBezTo>
                    <a:pt x="800" y="725"/>
                    <a:pt x="1537" y="638"/>
                    <a:pt x="2150" y="251"/>
                  </a:cubicBezTo>
                  <a:cubicBezTo>
                    <a:pt x="2275" y="188"/>
                    <a:pt x="2162" y="1"/>
                    <a:pt x="2037" y="63"/>
                  </a:cubicBezTo>
                  <a:cubicBezTo>
                    <a:pt x="1475" y="401"/>
                    <a:pt x="800" y="488"/>
                    <a:pt x="163" y="313"/>
                  </a:cubicBezTo>
                  <a:cubicBezTo>
                    <a:pt x="50" y="288"/>
                    <a:pt x="0" y="463"/>
                    <a:pt x="113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6" name="Google Shape;3996;p52"/>
            <p:cNvSpPr/>
            <p:nvPr/>
          </p:nvSpPr>
          <p:spPr>
            <a:xfrm>
              <a:off x="635828" y="928700"/>
              <a:ext cx="69652" cy="26081"/>
            </a:xfrm>
            <a:custGeom>
              <a:avLst/>
              <a:gdLst/>
              <a:ahLst/>
              <a:cxnLst/>
              <a:rect l="l" t="t" r="r" b="b"/>
              <a:pathLst>
                <a:path w="2238" h="838" extrusionOk="0">
                  <a:moveTo>
                    <a:pt x="2113" y="438"/>
                  </a:moveTo>
                  <a:cubicBezTo>
                    <a:pt x="1763" y="313"/>
                    <a:pt x="1" y="1"/>
                    <a:pt x="113" y="776"/>
                  </a:cubicBezTo>
                  <a:cubicBezTo>
                    <a:pt x="126" y="813"/>
                    <a:pt x="176" y="838"/>
                    <a:pt x="213" y="826"/>
                  </a:cubicBezTo>
                  <a:cubicBezTo>
                    <a:pt x="463" y="738"/>
                    <a:pt x="626" y="588"/>
                    <a:pt x="913" y="538"/>
                  </a:cubicBezTo>
                  <a:cubicBezTo>
                    <a:pt x="1300" y="488"/>
                    <a:pt x="1688" y="526"/>
                    <a:pt x="2050" y="663"/>
                  </a:cubicBezTo>
                  <a:cubicBezTo>
                    <a:pt x="2188" y="701"/>
                    <a:pt x="2238" y="501"/>
                    <a:pt x="2113" y="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7" name="Google Shape;3997;p52"/>
            <p:cNvSpPr/>
            <p:nvPr/>
          </p:nvSpPr>
          <p:spPr>
            <a:xfrm>
              <a:off x="712079" y="1274066"/>
              <a:ext cx="33457" cy="103109"/>
            </a:xfrm>
            <a:custGeom>
              <a:avLst/>
              <a:gdLst/>
              <a:ahLst/>
              <a:cxnLst/>
              <a:rect l="l" t="t" r="r" b="b"/>
              <a:pathLst>
                <a:path w="1075" h="3313" extrusionOk="0">
                  <a:moveTo>
                    <a:pt x="350" y="3162"/>
                  </a:moveTo>
                  <a:cubicBezTo>
                    <a:pt x="288" y="2600"/>
                    <a:pt x="325" y="2038"/>
                    <a:pt x="462" y="1500"/>
                  </a:cubicBezTo>
                  <a:cubicBezTo>
                    <a:pt x="600" y="1013"/>
                    <a:pt x="887" y="613"/>
                    <a:pt x="1050" y="138"/>
                  </a:cubicBezTo>
                  <a:cubicBezTo>
                    <a:pt x="1075" y="63"/>
                    <a:pt x="962" y="1"/>
                    <a:pt x="912" y="63"/>
                  </a:cubicBezTo>
                  <a:cubicBezTo>
                    <a:pt x="138" y="813"/>
                    <a:pt x="0" y="2175"/>
                    <a:pt x="138" y="3187"/>
                  </a:cubicBezTo>
                  <a:cubicBezTo>
                    <a:pt x="163" y="3312"/>
                    <a:pt x="363" y="3287"/>
                    <a:pt x="350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8" name="Google Shape;3998;p52"/>
            <p:cNvSpPr/>
            <p:nvPr/>
          </p:nvSpPr>
          <p:spPr>
            <a:xfrm>
              <a:off x="717899" y="1274066"/>
              <a:ext cx="38530" cy="125673"/>
            </a:xfrm>
            <a:custGeom>
              <a:avLst/>
              <a:gdLst/>
              <a:ahLst/>
              <a:cxnLst/>
              <a:rect l="l" t="t" r="r" b="b"/>
              <a:pathLst>
                <a:path w="1238" h="4038" extrusionOk="0">
                  <a:moveTo>
                    <a:pt x="788" y="201"/>
                  </a:moveTo>
                  <a:cubicBezTo>
                    <a:pt x="900" y="876"/>
                    <a:pt x="1000" y="1575"/>
                    <a:pt x="850" y="2250"/>
                  </a:cubicBezTo>
                  <a:cubicBezTo>
                    <a:pt x="713" y="2800"/>
                    <a:pt x="400" y="3287"/>
                    <a:pt x="88" y="3762"/>
                  </a:cubicBezTo>
                  <a:cubicBezTo>
                    <a:pt x="1" y="3900"/>
                    <a:pt x="226" y="4037"/>
                    <a:pt x="313" y="3887"/>
                  </a:cubicBezTo>
                  <a:cubicBezTo>
                    <a:pt x="688" y="3325"/>
                    <a:pt x="1038" y="2738"/>
                    <a:pt x="1138" y="2050"/>
                  </a:cubicBezTo>
                  <a:cubicBezTo>
                    <a:pt x="1238" y="1425"/>
                    <a:pt x="1113" y="763"/>
                    <a:pt x="1000" y="138"/>
                  </a:cubicBezTo>
                  <a:cubicBezTo>
                    <a:pt x="975" y="1"/>
                    <a:pt x="763" y="63"/>
                    <a:pt x="7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9" name="Google Shape;3999;p52"/>
            <p:cNvSpPr/>
            <p:nvPr/>
          </p:nvSpPr>
          <p:spPr>
            <a:xfrm>
              <a:off x="940362" y="885159"/>
              <a:ext cx="10551" cy="1011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251" y="13"/>
                  </a:moveTo>
                  <a:cubicBezTo>
                    <a:pt x="163" y="0"/>
                    <a:pt x="76" y="38"/>
                    <a:pt x="38" y="113"/>
                  </a:cubicBezTo>
                  <a:cubicBezTo>
                    <a:pt x="13" y="125"/>
                    <a:pt x="1" y="163"/>
                    <a:pt x="13" y="188"/>
                  </a:cubicBezTo>
                  <a:cubicBezTo>
                    <a:pt x="26" y="213"/>
                    <a:pt x="26" y="250"/>
                    <a:pt x="38" y="275"/>
                  </a:cubicBezTo>
                  <a:cubicBezTo>
                    <a:pt x="51" y="300"/>
                    <a:pt x="113" y="325"/>
                    <a:pt x="138" y="288"/>
                  </a:cubicBezTo>
                  <a:lnTo>
                    <a:pt x="276" y="150"/>
                  </a:lnTo>
                  <a:cubicBezTo>
                    <a:pt x="338" y="125"/>
                    <a:pt x="338" y="0"/>
                    <a:pt x="25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0" name="Google Shape;4000;p52"/>
            <p:cNvSpPr/>
            <p:nvPr/>
          </p:nvSpPr>
          <p:spPr>
            <a:xfrm>
              <a:off x="948547" y="885159"/>
              <a:ext cx="73138" cy="18674"/>
            </a:xfrm>
            <a:custGeom>
              <a:avLst/>
              <a:gdLst/>
              <a:ahLst/>
              <a:cxnLst/>
              <a:rect l="l" t="t" r="r" b="b"/>
              <a:pathLst>
                <a:path w="2350" h="600" extrusionOk="0">
                  <a:moveTo>
                    <a:pt x="50" y="125"/>
                  </a:moveTo>
                  <a:cubicBezTo>
                    <a:pt x="725" y="462"/>
                    <a:pt x="1525" y="600"/>
                    <a:pt x="2262" y="375"/>
                  </a:cubicBezTo>
                  <a:cubicBezTo>
                    <a:pt x="2350" y="350"/>
                    <a:pt x="2337" y="188"/>
                    <a:pt x="2237" y="200"/>
                  </a:cubicBezTo>
                  <a:cubicBezTo>
                    <a:pt x="1487" y="288"/>
                    <a:pt x="812" y="288"/>
                    <a:pt x="100" y="25"/>
                  </a:cubicBezTo>
                  <a:cubicBezTo>
                    <a:pt x="38" y="0"/>
                    <a:pt x="0" y="100"/>
                    <a:pt x="5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4001;p52"/>
            <p:cNvSpPr/>
            <p:nvPr/>
          </p:nvSpPr>
          <p:spPr>
            <a:xfrm>
              <a:off x="990158" y="891384"/>
              <a:ext cx="31527" cy="21412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825" y="75"/>
                  </a:moveTo>
                  <a:cubicBezTo>
                    <a:pt x="613" y="337"/>
                    <a:pt x="375" y="412"/>
                    <a:pt x="75" y="525"/>
                  </a:cubicBezTo>
                  <a:cubicBezTo>
                    <a:pt x="0" y="562"/>
                    <a:pt x="0" y="687"/>
                    <a:pt x="100" y="675"/>
                  </a:cubicBezTo>
                  <a:cubicBezTo>
                    <a:pt x="450" y="662"/>
                    <a:pt x="763" y="475"/>
                    <a:pt x="963" y="187"/>
                  </a:cubicBezTo>
                  <a:cubicBezTo>
                    <a:pt x="1013" y="100"/>
                    <a:pt x="888" y="0"/>
                    <a:pt x="82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2" name="Google Shape;4002;p52"/>
            <p:cNvSpPr/>
            <p:nvPr/>
          </p:nvSpPr>
          <p:spPr>
            <a:xfrm>
              <a:off x="939989" y="891384"/>
              <a:ext cx="33083" cy="68843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38" y="138"/>
                  </a:moveTo>
                  <a:cubicBezTo>
                    <a:pt x="213" y="437"/>
                    <a:pt x="363" y="750"/>
                    <a:pt x="488" y="1087"/>
                  </a:cubicBezTo>
                  <a:cubicBezTo>
                    <a:pt x="600" y="1437"/>
                    <a:pt x="525" y="1737"/>
                    <a:pt x="488" y="2099"/>
                  </a:cubicBezTo>
                  <a:cubicBezTo>
                    <a:pt x="475" y="2187"/>
                    <a:pt x="600" y="2212"/>
                    <a:pt x="638" y="2137"/>
                  </a:cubicBezTo>
                  <a:cubicBezTo>
                    <a:pt x="1062" y="1437"/>
                    <a:pt x="600" y="600"/>
                    <a:pt x="125" y="50"/>
                  </a:cubicBezTo>
                  <a:cubicBezTo>
                    <a:pt x="75" y="0"/>
                    <a:pt x="0" y="75"/>
                    <a:pt x="25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3" name="Google Shape;4003;p52"/>
            <p:cNvSpPr/>
            <p:nvPr/>
          </p:nvSpPr>
          <p:spPr>
            <a:xfrm>
              <a:off x="952811" y="918585"/>
              <a:ext cx="21412" cy="43198"/>
            </a:xfrm>
            <a:custGeom>
              <a:avLst/>
              <a:gdLst/>
              <a:ahLst/>
              <a:cxnLst/>
              <a:rect l="l" t="t" r="r" b="b"/>
              <a:pathLst>
                <a:path w="688" h="1388" extrusionOk="0">
                  <a:moveTo>
                    <a:pt x="301" y="1263"/>
                  </a:moveTo>
                  <a:cubicBezTo>
                    <a:pt x="563" y="938"/>
                    <a:pt x="688" y="513"/>
                    <a:pt x="638" y="101"/>
                  </a:cubicBezTo>
                  <a:cubicBezTo>
                    <a:pt x="613" y="1"/>
                    <a:pt x="463" y="38"/>
                    <a:pt x="463" y="126"/>
                  </a:cubicBezTo>
                  <a:cubicBezTo>
                    <a:pt x="438" y="513"/>
                    <a:pt x="375" y="813"/>
                    <a:pt x="113" y="1101"/>
                  </a:cubicBezTo>
                  <a:cubicBezTo>
                    <a:pt x="1" y="1238"/>
                    <a:pt x="201" y="1388"/>
                    <a:pt x="301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4" name="Google Shape;4004;p52"/>
            <p:cNvSpPr/>
            <p:nvPr/>
          </p:nvSpPr>
          <p:spPr>
            <a:xfrm>
              <a:off x="966412" y="916655"/>
              <a:ext cx="28446" cy="14036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126" y="213"/>
                  </a:moveTo>
                  <a:cubicBezTo>
                    <a:pt x="351" y="275"/>
                    <a:pt x="551" y="388"/>
                    <a:pt x="776" y="425"/>
                  </a:cubicBezTo>
                  <a:cubicBezTo>
                    <a:pt x="863" y="450"/>
                    <a:pt x="913" y="338"/>
                    <a:pt x="838" y="288"/>
                  </a:cubicBezTo>
                  <a:cubicBezTo>
                    <a:pt x="638" y="163"/>
                    <a:pt x="413" y="75"/>
                    <a:pt x="176" y="38"/>
                  </a:cubicBezTo>
                  <a:cubicBezTo>
                    <a:pt x="51" y="0"/>
                    <a:pt x="1" y="175"/>
                    <a:pt x="12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5" name="Google Shape;4005;p52"/>
            <p:cNvSpPr/>
            <p:nvPr/>
          </p:nvSpPr>
          <p:spPr>
            <a:xfrm>
              <a:off x="975748" y="906136"/>
              <a:ext cx="20261" cy="24556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588" y="563"/>
                  </a:moveTo>
                  <a:cubicBezTo>
                    <a:pt x="501" y="376"/>
                    <a:pt x="376" y="201"/>
                    <a:pt x="213" y="63"/>
                  </a:cubicBezTo>
                  <a:cubicBezTo>
                    <a:pt x="138" y="1"/>
                    <a:pt x="1" y="88"/>
                    <a:pt x="63" y="176"/>
                  </a:cubicBezTo>
                  <a:cubicBezTo>
                    <a:pt x="176" y="351"/>
                    <a:pt x="288" y="501"/>
                    <a:pt x="401" y="663"/>
                  </a:cubicBezTo>
                  <a:cubicBezTo>
                    <a:pt x="476" y="788"/>
                    <a:pt x="651" y="688"/>
                    <a:pt x="588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6" name="Google Shape;4006;p52"/>
            <p:cNvSpPr/>
            <p:nvPr/>
          </p:nvSpPr>
          <p:spPr>
            <a:xfrm>
              <a:off x="978083" y="906541"/>
              <a:ext cx="21443" cy="8590"/>
            </a:xfrm>
            <a:custGeom>
              <a:avLst/>
              <a:gdLst/>
              <a:ahLst/>
              <a:cxnLst/>
              <a:rect l="l" t="t" r="r" b="b"/>
              <a:pathLst>
                <a:path w="689" h="276" extrusionOk="0">
                  <a:moveTo>
                    <a:pt x="126" y="225"/>
                  </a:moveTo>
                  <a:cubicBezTo>
                    <a:pt x="288" y="275"/>
                    <a:pt x="463" y="250"/>
                    <a:pt x="613" y="163"/>
                  </a:cubicBezTo>
                  <a:cubicBezTo>
                    <a:pt x="688" y="113"/>
                    <a:pt x="626" y="0"/>
                    <a:pt x="551" y="25"/>
                  </a:cubicBezTo>
                  <a:lnTo>
                    <a:pt x="176" y="38"/>
                  </a:lnTo>
                  <a:cubicBezTo>
                    <a:pt x="51" y="13"/>
                    <a:pt x="1" y="188"/>
                    <a:pt x="126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4007;p52"/>
            <p:cNvSpPr/>
            <p:nvPr/>
          </p:nvSpPr>
          <p:spPr>
            <a:xfrm>
              <a:off x="988976" y="925992"/>
              <a:ext cx="35822" cy="29193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501" y="163"/>
                  </a:moveTo>
                  <a:cubicBezTo>
                    <a:pt x="1" y="263"/>
                    <a:pt x="276" y="937"/>
                    <a:pt x="713" y="838"/>
                  </a:cubicBezTo>
                  <a:cubicBezTo>
                    <a:pt x="1150" y="750"/>
                    <a:pt x="1013" y="0"/>
                    <a:pt x="513" y="150"/>
                  </a:cubicBezTo>
                  <a:cubicBezTo>
                    <a:pt x="401" y="188"/>
                    <a:pt x="426" y="350"/>
                    <a:pt x="538" y="350"/>
                  </a:cubicBezTo>
                  <a:cubicBezTo>
                    <a:pt x="538" y="350"/>
                    <a:pt x="538" y="325"/>
                    <a:pt x="551" y="325"/>
                  </a:cubicBezTo>
                  <a:cubicBezTo>
                    <a:pt x="663" y="288"/>
                    <a:pt x="613" y="125"/>
                    <a:pt x="50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4008;p52"/>
            <p:cNvSpPr/>
            <p:nvPr/>
          </p:nvSpPr>
          <p:spPr>
            <a:xfrm>
              <a:off x="7566560" y="519563"/>
              <a:ext cx="686096" cy="236873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25" y="2949"/>
                  </a:moveTo>
                  <a:cubicBezTo>
                    <a:pt x="5049" y="7611"/>
                    <a:pt x="11447" y="0"/>
                    <a:pt x="17096" y="1300"/>
                  </a:cubicBezTo>
                  <a:cubicBezTo>
                    <a:pt x="20083" y="2000"/>
                    <a:pt x="22045" y="4312"/>
                    <a:pt x="21945" y="7373"/>
                  </a:cubicBezTo>
                  <a:cubicBezTo>
                    <a:pt x="21932" y="7461"/>
                    <a:pt x="21820" y="7461"/>
                    <a:pt x="21807" y="7373"/>
                  </a:cubicBezTo>
                  <a:cubicBezTo>
                    <a:pt x="21532" y="1100"/>
                    <a:pt x="14534" y="887"/>
                    <a:pt x="10173" y="2724"/>
                  </a:cubicBezTo>
                  <a:cubicBezTo>
                    <a:pt x="8448" y="3449"/>
                    <a:pt x="6736" y="4437"/>
                    <a:pt x="4837" y="4661"/>
                  </a:cubicBezTo>
                  <a:cubicBezTo>
                    <a:pt x="2937" y="4886"/>
                    <a:pt x="1425" y="4387"/>
                    <a:pt x="88" y="3087"/>
                  </a:cubicBezTo>
                  <a:cubicBezTo>
                    <a:pt x="0" y="2999"/>
                    <a:pt x="125" y="2874"/>
                    <a:pt x="213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9" name="Google Shape;4009;p52"/>
            <p:cNvSpPr/>
            <p:nvPr/>
          </p:nvSpPr>
          <p:spPr>
            <a:xfrm>
              <a:off x="8021602" y="727617"/>
              <a:ext cx="225234" cy="151349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7224" y="1688"/>
                  </a:moveTo>
                  <a:cubicBezTo>
                    <a:pt x="7086" y="3700"/>
                    <a:pt x="4624" y="4862"/>
                    <a:pt x="2825" y="4325"/>
                  </a:cubicBezTo>
                  <a:cubicBezTo>
                    <a:pt x="1313" y="3875"/>
                    <a:pt x="0" y="1338"/>
                    <a:pt x="1388" y="88"/>
                  </a:cubicBezTo>
                  <a:cubicBezTo>
                    <a:pt x="1463" y="1"/>
                    <a:pt x="1588" y="126"/>
                    <a:pt x="1500" y="201"/>
                  </a:cubicBezTo>
                  <a:cubicBezTo>
                    <a:pt x="113" y="1725"/>
                    <a:pt x="1775" y="4025"/>
                    <a:pt x="3400" y="4225"/>
                  </a:cubicBezTo>
                  <a:cubicBezTo>
                    <a:pt x="4949" y="4425"/>
                    <a:pt x="6911" y="3413"/>
                    <a:pt x="7024" y="1688"/>
                  </a:cubicBezTo>
                  <a:cubicBezTo>
                    <a:pt x="7036" y="1563"/>
                    <a:pt x="7236" y="1563"/>
                    <a:pt x="7224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0" name="Google Shape;4010;p52"/>
            <p:cNvSpPr/>
            <p:nvPr/>
          </p:nvSpPr>
          <p:spPr>
            <a:xfrm>
              <a:off x="8087707" y="700790"/>
              <a:ext cx="91438" cy="96106"/>
            </a:xfrm>
            <a:custGeom>
              <a:avLst/>
              <a:gdLst/>
              <a:ahLst/>
              <a:cxnLst/>
              <a:rect l="l" t="t" r="r" b="b"/>
              <a:pathLst>
                <a:path w="2938" h="3088" extrusionOk="0">
                  <a:moveTo>
                    <a:pt x="88" y="488"/>
                  </a:moveTo>
                  <a:cubicBezTo>
                    <a:pt x="913" y="1"/>
                    <a:pt x="2138" y="351"/>
                    <a:pt x="2550" y="1238"/>
                  </a:cubicBezTo>
                  <a:cubicBezTo>
                    <a:pt x="2938" y="2063"/>
                    <a:pt x="2325" y="2987"/>
                    <a:pt x="1451" y="3075"/>
                  </a:cubicBezTo>
                  <a:cubicBezTo>
                    <a:pt x="1338" y="3087"/>
                    <a:pt x="1313" y="2900"/>
                    <a:pt x="1426" y="2887"/>
                  </a:cubicBezTo>
                  <a:cubicBezTo>
                    <a:pt x="2238" y="2737"/>
                    <a:pt x="2738" y="1913"/>
                    <a:pt x="2275" y="1163"/>
                  </a:cubicBezTo>
                  <a:cubicBezTo>
                    <a:pt x="1800" y="476"/>
                    <a:pt x="901" y="251"/>
                    <a:pt x="163" y="625"/>
                  </a:cubicBezTo>
                  <a:cubicBezTo>
                    <a:pt x="76" y="675"/>
                    <a:pt x="1" y="538"/>
                    <a:pt x="88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1" name="Google Shape;4011;p52"/>
            <p:cNvSpPr/>
            <p:nvPr/>
          </p:nvSpPr>
          <p:spPr>
            <a:xfrm>
              <a:off x="8121568" y="789084"/>
              <a:ext cx="31" cy="40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2" name="Google Shape;4012;p52"/>
            <p:cNvSpPr/>
            <p:nvPr/>
          </p:nvSpPr>
          <p:spPr>
            <a:xfrm>
              <a:off x="8104046" y="567399"/>
              <a:ext cx="257134" cy="129532"/>
            </a:xfrm>
            <a:custGeom>
              <a:avLst/>
              <a:gdLst/>
              <a:ahLst/>
              <a:cxnLst/>
              <a:rect l="l" t="t" r="r" b="b"/>
              <a:pathLst>
                <a:path w="8262" h="4162" extrusionOk="0">
                  <a:moveTo>
                    <a:pt x="138" y="25"/>
                  </a:moveTo>
                  <a:cubicBezTo>
                    <a:pt x="1263" y="263"/>
                    <a:pt x="2325" y="725"/>
                    <a:pt x="3275" y="1375"/>
                  </a:cubicBezTo>
                  <a:cubicBezTo>
                    <a:pt x="4725" y="2387"/>
                    <a:pt x="6199" y="4162"/>
                    <a:pt x="8086" y="2875"/>
                  </a:cubicBezTo>
                  <a:cubicBezTo>
                    <a:pt x="8161" y="2825"/>
                    <a:pt x="8261" y="2950"/>
                    <a:pt x="8186" y="3012"/>
                  </a:cubicBezTo>
                  <a:cubicBezTo>
                    <a:pt x="7436" y="3699"/>
                    <a:pt x="6487" y="3699"/>
                    <a:pt x="5562" y="3299"/>
                  </a:cubicBezTo>
                  <a:cubicBezTo>
                    <a:pt x="4887" y="2999"/>
                    <a:pt x="4362" y="2475"/>
                    <a:pt x="3787" y="2025"/>
                  </a:cubicBezTo>
                  <a:cubicBezTo>
                    <a:pt x="2713" y="1137"/>
                    <a:pt x="1450" y="500"/>
                    <a:pt x="88" y="175"/>
                  </a:cubicBezTo>
                  <a:cubicBezTo>
                    <a:pt x="1" y="150"/>
                    <a:pt x="38" y="0"/>
                    <a:pt x="13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3" name="Google Shape;4013;p52"/>
            <p:cNvSpPr/>
            <p:nvPr/>
          </p:nvSpPr>
          <p:spPr>
            <a:xfrm>
              <a:off x="7927083" y="573623"/>
              <a:ext cx="110111" cy="99592"/>
            </a:xfrm>
            <a:custGeom>
              <a:avLst/>
              <a:gdLst/>
              <a:ahLst/>
              <a:cxnLst/>
              <a:rect l="l" t="t" r="r" b="b"/>
              <a:pathLst>
                <a:path w="3538" h="3200" extrusionOk="0">
                  <a:moveTo>
                    <a:pt x="101" y="313"/>
                  </a:moveTo>
                  <a:cubicBezTo>
                    <a:pt x="988" y="113"/>
                    <a:pt x="1838" y="0"/>
                    <a:pt x="2638" y="488"/>
                  </a:cubicBezTo>
                  <a:cubicBezTo>
                    <a:pt x="3175" y="813"/>
                    <a:pt x="3537" y="1325"/>
                    <a:pt x="3437" y="1975"/>
                  </a:cubicBezTo>
                  <a:cubicBezTo>
                    <a:pt x="3337" y="2587"/>
                    <a:pt x="2838" y="3062"/>
                    <a:pt x="2225" y="3137"/>
                  </a:cubicBezTo>
                  <a:cubicBezTo>
                    <a:pt x="1750" y="3187"/>
                    <a:pt x="1075" y="3024"/>
                    <a:pt x="1026" y="2475"/>
                  </a:cubicBezTo>
                  <a:cubicBezTo>
                    <a:pt x="1013" y="2387"/>
                    <a:pt x="1150" y="2387"/>
                    <a:pt x="1150" y="2475"/>
                  </a:cubicBezTo>
                  <a:cubicBezTo>
                    <a:pt x="1225" y="3199"/>
                    <a:pt x="2438" y="2937"/>
                    <a:pt x="2750" y="2712"/>
                  </a:cubicBezTo>
                  <a:cubicBezTo>
                    <a:pt x="3237" y="2362"/>
                    <a:pt x="3387" y="1700"/>
                    <a:pt x="3087" y="1175"/>
                  </a:cubicBezTo>
                  <a:cubicBezTo>
                    <a:pt x="2475" y="163"/>
                    <a:pt x="1125" y="263"/>
                    <a:pt x="151" y="488"/>
                  </a:cubicBezTo>
                  <a:cubicBezTo>
                    <a:pt x="38" y="513"/>
                    <a:pt x="1" y="338"/>
                    <a:pt x="101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4" name="Google Shape;4014;p52"/>
            <p:cNvSpPr/>
            <p:nvPr/>
          </p:nvSpPr>
          <p:spPr>
            <a:xfrm>
              <a:off x="7857867" y="606271"/>
              <a:ext cx="41237" cy="54495"/>
            </a:xfrm>
            <a:custGeom>
              <a:avLst/>
              <a:gdLst/>
              <a:ahLst/>
              <a:cxnLst/>
              <a:rect l="l" t="t" r="r" b="b"/>
              <a:pathLst>
                <a:path w="1325" h="1751" extrusionOk="0">
                  <a:moveTo>
                    <a:pt x="88" y="188"/>
                  </a:moveTo>
                  <a:cubicBezTo>
                    <a:pt x="638" y="1"/>
                    <a:pt x="1325" y="326"/>
                    <a:pt x="1250" y="976"/>
                  </a:cubicBezTo>
                  <a:cubicBezTo>
                    <a:pt x="1200" y="1413"/>
                    <a:pt x="500" y="1750"/>
                    <a:pt x="238" y="1326"/>
                  </a:cubicBezTo>
                  <a:cubicBezTo>
                    <a:pt x="175" y="1213"/>
                    <a:pt x="350" y="1101"/>
                    <a:pt x="425" y="1213"/>
                  </a:cubicBezTo>
                  <a:cubicBezTo>
                    <a:pt x="538" y="1288"/>
                    <a:pt x="675" y="1301"/>
                    <a:pt x="800" y="1263"/>
                  </a:cubicBezTo>
                  <a:cubicBezTo>
                    <a:pt x="1075" y="1026"/>
                    <a:pt x="1125" y="813"/>
                    <a:pt x="950" y="613"/>
                  </a:cubicBezTo>
                  <a:cubicBezTo>
                    <a:pt x="788" y="301"/>
                    <a:pt x="450" y="263"/>
                    <a:pt x="138" y="351"/>
                  </a:cubicBezTo>
                  <a:cubicBezTo>
                    <a:pt x="38" y="376"/>
                    <a:pt x="0" y="226"/>
                    <a:pt x="10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5" name="Google Shape;4015;p52"/>
            <p:cNvSpPr/>
            <p:nvPr/>
          </p:nvSpPr>
          <p:spPr>
            <a:xfrm>
              <a:off x="8345588" y="631169"/>
              <a:ext cx="39681" cy="39712"/>
            </a:xfrm>
            <a:custGeom>
              <a:avLst/>
              <a:gdLst/>
              <a:ahLst/>
              <a:cxnLst/>
              <a:rect l="l" t="t" r="r" b="b"/>
              <a:pathLst>
                <a:path w="1275" h="1276" extrusionOk="0">
                  <a:moveTo>
                    <a:pt x="325" y="925"/>
                  </a:moveTo>
                  <a:cubicBezTo>
                    <a:pt x="0" y="563"/>
                    <a:pt x="450" y="1"/>
                    <a:pt x="863" y="326"/>
                  </a:cubicBezTo>
                  <a:cubicBezTo>
                    <a:pt x="1275" y="651"/>
                    <a:pt x="800" y="1275"/>
                    <a:pt x="388" y="975"/>
                  </a:cubicBezTo>
                  <a:cubicBezTo>
                    <a:pt x="325" y="925"/>
                    <a:pt x="375" y="813"/>
                    <a:pt x="463" y="826"/>
                  </a:cubicBezTo>
                  <a:lnTo>
                    <a:pt x="463" y="826"/>
                  </a:lnTo>
                  <a:cubicBezTo>
                    <a:pt x="500" y="901"/>
                    <a:pt x="400" y="1000"/>
                    <a:pt x="338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6" name="Google Shape;4016;p52"/>
            <p:cNvSpPr/>
            <p:nvPr/>
          </p:nvSpPr>
          <p:spPr>
            <a:xfrm>
              <a:off x="8193897" y="609788"/>
              <a:ext cx="96884" cy="140829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63"/>
                  </a:moveTo>
                  <a:cubicBezTo>
                    <a:pt x="1550" y="1163"/>
                    <a:pt x="2575" y="2675"/>
                    <a:pt x="3087" y="4374"/>
                  </a:cubicBezTo>
                  <a:cubicBezTo>
                    <a:pt x="3112" y="4462"/>
                    <a:pt x="2975" y="4524"/>
                    <a:pt x="2925" y="4437"/>
                  </a:cubicBezTo>
                  <a:cubicBezTo>
                    <a:pt x="2175" y="2825"/>
                    <a:pt x="1413" y="1338"/>
                    <a:pt x="63" y="150"/>
                  </a:cubicBezTo>
                  <a:cubicBezTo>
                    <a:pt x="1" y="100"/>
                    <a:pt x="88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7" name="Google Shape;4017;p52"/>
            <p:cNvSpPr/>
            <p:nvPr/>
          </p:nvSpPr>
          <p:spPr>
            <a:xfrm>
              <a:off x="8272854" y="735803"/>
              <a:ext cx="38156" cy="40490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500" y="500"/>
                  </a:moveTo>
                  <a:lnTo>
                    <a:pt x="500" y="563"/>
                  </a:lnTo>
                  <a:cubicBezTo>
                    <a:pt x="425" y="638"/>
                    <a:pt x="313" y="550"/>
                    <a:pt x="350" y="450"/>
                  </a:cubicBezTo>
                  <a:cubicBezTo>
                    <a:pt x="600" y="0"/>
                    <a:pt x="1225" y="550"/>
                    <a:pt x="888" y="925"/>
                  </a:cubicBezTo>
                  <a:cubicBezTo>
                    <a:pt x="550" y="1300"/>
                    <a:pt x="0" y="750"/>
                    <a:pt x="388" y="388"/>
                  </a:cubicBezTo>
                  <a:cubicBezTo>
                    <a:pt x="463" y="325"/>
                    <a:pt x="563" y="425"/>
                    <a:pt x="500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8" name="Google Shape;4018;p52"/>
            <p:cNvSpPr/>
            <p:nvPr/>
          </p:nvSpPr>
          <p:spPr>
            <a:xfrm>
              <a:off x="8243288" y="757184"/>
              <a:ext cx="7034" cy="12107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213" y="126"/>
                  </a:moveTo>
                  <a:cubicBezTo>
                    <a:pt x="226" y="201"/>
                    <a:pt x="213" y="276"/>
                    <a:pt x="163" y="326"/>
                  </a:cubicBezTo>
                  <a:cubicBezTo>
                    <a:pt x="126" y="388"/>
                    <a:pt x="1" y="376"/>
                    <a:pt x="1" y="288"/>
                  </a:cubicBezTo>
                  <a:cubicBezTo>
                    <a:pt x="13" y="238"/>
                    <a:pt x="13" y="176"/>
                    <a:pt x="26" y="126"/>
                  </a:cubicBezTo>
                  <a:cubicBezTo>
                    <a:pt x="26" y="1"/>
                    <a:pt x="213" y="1"/>
                    <a:pt x="2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9" name="Google Shape;4019;p52"/>
            <p:cNvSpPr/>
            <p:nvPr/>
          </p:nvSpPr>
          <p:spPr>
            <a:xfrm>
              <a:off x="8073733" y="720241"/>
              <a:ext cx="12449" cy="8590"/>
            </a:xfrm>
            <a:custGeom>
              <a:avLst/>
              <a:gdLst/>
              <a:ahLst/>
              <a:cxnLst/>
              <a:rect l="l" t="t" r="r" b="b"/>
              <a:pathLst>
                <a:path w="400" h="276" extrusionOk="0">
                  <a:moveTo>
                    <a:pt x="312" y="188"/>
                  </a:moveTo>
                  <a:cubicBezTo>
                    <a:pt x="250" y="225"/>
                    <a:pt x="175" y="250"/>
                    <a:pt x="100" y="263"/>
                  </a:cubicBezTo>
                  <a:cubicBezTo>
                    <a:pt x="38" y="275"/>
                    <a:pt x="0" y="213"/>
                    <a:pt x="38" y="163"/>
                  </a:cubicBezTo>
                  <a:cubicBezTo>
                    <a:pt x="88" y="100"/>
                    <a:pt x="163" y="50"/>
                    <a:pt x="250" y="25"/>
                  </a:cubicBezTo>
                  <a:cubicBezTo>
                    <a:pt x="337" y="0"/>
                    <a:pt x="400" y="138"/>
                    <a:pt x="312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0" name="Google Shape;4020;p52"/>
            <p:cNvSpPr/>
            <p:nvPr/>
          </p:nvSpPr>
          <p:spPr>
            <a:xfrm>
              <a:off x="8066730" y="558840"/>
              <a:ext cx="195263" cy="34266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100" y="13"/>
                  </a:moveTo>
                  <a:cubicBezTo>
                    <a:pt x="950" y="0"/>
                    <a:pt x="1812" y="75"/>
                    <a:pt x="2649" y="250"/>
                  </a:cubicBezTo>
                  <a:cubicBezTo>
                    <a:pt x="3812" y="488"/>
                    <a:pt x="4924" y="925"/>
                    <a:pt x="6111" y="613"/>
                  </a:cubicBezTo>
                  <a:cubicBezTo>
                    <a:pt x="6223" y="575"/>
                    <a:pt x="6273" y="763"/>
                    <a:pt x="6161" y="788"/>
                  </a:cubicBezTo>
                  <a:cubicBezTo>
                    <a:pt x="5361" y="1100"/>
                    <a:pt x="4636" y="950"/>
                    <a:pt x="3824" y="775"/>
                  </a:cubicBezTo>
                  <a:cubicBezTo>
                    <a:pt x="2587" y="500"/>
                    <a:pt x="1375" y="250"/>
                    <a:pt x="100" y="188"/>
                  </a:cubicBezTo>
                  <a:cubicBezTo>
                    <a:pt x="0" y="175"/>
                    <a:pt x="0" y="25"/>
                    <a:pt x="100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1" name="Google Shape;4021;p52"/>
            <p:cNvSpPr/>
            <p:nvPr/>
          </p:nvSpPr>
          <p:spPr>
            <a:xfrm>
              <a:off x="8247178" y="558435"/>
              <a:ext cx="41268" cy="38561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450" y="688"/>
                  </a:moveTo>
                  <a:lnTo>
                    <a:pt x="563" y="651"/>
                  </a:lnTo>
                  <a:cubicBezTo>
                    <a:pt x="625" y="726"/>
                    <a:pt x="563" y="826"/>
                    <a:pt x="475" y="813"/>
                  </a:cubicBezTo>
                  <a:cubicBezTo>
                    <a:pt x="1" y="651"/>
                    <a:pt x="475" y="1"/>
                    <a:pt x="863" y="226"/>
                  </a:cubicBezTo>
                  <a:cubicBezTo>
                    <a:pt x="1325" y="526"/>
                    <a:pt x="788" y="1238"/>
                    <a:pt x="350" y="801"/>
                  </a:cubicBezTo>
                  <a:cubicBezTo>
                    <a:pt x="301" y="738"/>
                    <a:pt x="375" y="638"/>
                    <a:pt x="450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2" name="Google Shape;4022;p52"/>
            <p:cNvSpPr/>
            <p:nvPr/>
          </p:nvSpPr>
          <p:spPr>
            <a:xfrm>
              <a:off x="8253029" y="630017"/>
              <a:ext cx="90629" cy="28041"/>
            </a:xfrm>
            <a:custGeom>
              <a:avLst/>
              <a:gdLst/>
              <a:ahLst/>
              <a:cxnLst/>
              <a:rect l="l" t="t" r="r" b="b"/>
              <a:pathLst>
                <a:path w="2912" h="901" extrusionOk="0">
                  <a:moveTo>
                    <a:pt x="100" y="638"/>
                  </a:moveTo>
                  <a:cubicBezTo>
                    <a:pt x="412" y="338"/>
                    <a:pt x="800" y="150"/>
                    <a:pt x="1225" y="100"/>
                  </a:cubicBezTo>
                  <a:cubicBezTo>
                    <a:pt x="1700" y="38"/>
                    <a:pt x="2387" y="0"/>
                    <a:pt x="2799" y="263"/>
                  </a:cubicBezTo>
                  <a:cubicBezTo>
                    <a:pt x="2912" y="325"/>
                    <a:pt x="2837" y="488"/>
                    <a:pt x="2724" y="463"/>
                  </a:cubicBezTo>
                  <a:cubicBezTo>
                    <a:pt x="1937" y="263"/>
                    <a:pt x="900" y="213"/>
                    <a:pt x="262" y="800"/>
                  </a:cubicBezTo>
                  <a:cubicBezTo>
                    <a:pt x="150" y="900"/>
                    <a:pt x="0" y="738"/>
                    <a:pt x="1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3" name="Google Shape;4023;p52"/>
            <p:cNvSpPr/>
            <p:nvPr/>
          </p:nvSpPr>
          <p:spPr>
            <a:xfrm>
              <a:off x="8254959" y="637020"/>
              <a:ext cx="87548" cy="29193"/>
            </a:xfrm>
            <a:custGeom>
              <a:avLst/>
              <a:gdLst/>
              <a:ahLst/>
              <a:cxnLst/>
              <a:rect l="l" t="t" r="r" b="b"/>
              <a:pathLst>
                <a:path w="2813" h="938" extrusionOk="0">
                  <a:moveTo>
                    <a:pt x="2750" y="200"/>
                  </a:moveTo>
                  <a:cubicBezTo>
                    <a:pt x="2237" y="887"/>
                    <a:pt x="800" y="937"/>
                    <a:pt x="100" y="575"/>
                  </a:cubicBezTo>
                  <a:cubicBezTo>
                    <a:pt x="1" y="513"/>
                    <a:pt x="75" y="375"/>
                    <a:pt x="175" y="388"/>
                  </a:cubicBezTo>
                  <a:cubicBezTo>
                    <a:pt x="888" y="500"/>
                    <a:pt x="2050" y="762"/>
                    <a:pt x="2600" y="88"/>
                  </a:cubicBezTo>
                  <a:cubicBezTo>
                    <a:pt x="2675" y="0"/>
                    <a:pt x="2812" y="113"/>
                    <a:pt x="2762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4" name="Google Shape;4024;p52"/>
            <p:cNvSpPr/>
            <p:nvPr/>
          </p:nvSpPr>
          <p:spPr>
            <a:xfrm>
              <a:off x="8130500" y="577514"/>
              <a:ext cx="22595" cy="70804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413" y="163"/>
                  </a:moveTo>
                  <a:cubicBezTo>
                    <a:pt x="238" y="800"/>
                    <a:pt x="325" y="1475"/>
                    <a:pt x="650" y="2037"/>
                  </a:cubicBezTo>
                  <a:cubicBezTo>
                    <a:pt x="725" y="2162"/>
                    <a:pt x="538" y="2275"/>
                    <a:pt x="463" y="2150"/>
                  </a:cubicBezTo>
                  <a:cubicBezTo>
                    <a:pt x="88" y="1537"/>
                    <a:pt x="1" y="800"/>
                    <a:pt x="226" y="113"/>
                  </a:cubicBezTo>
                  <a:cubicBezTo>
                    <a:pt x="263" y="0"/>
                    <a:pt x="438" y="50"/>
                    <a:pt x="413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5" name="Google Shape;4025;p52"/>
            <p:cNvSpPr/>
            <p:nvPr/>
          </p:nvSpPr>
          <p:spPr>
            <a:xfrm>
              <a:off x="8139432" y="579848"/>
              <a:ext cx="19887" cy="67691"/>
            </a:xfrm>
            <a:custGeom>
              <a:avLst/>
              <a:gdLst/>
              <a:ahLst/>
              <a:cxnLst/>
              <a:rect l="l" t="t" r="r" b="b"/>
              <a:pathLst>
                <a:path w="639" h="2175" extrusionOk="0">
                  <a:moveTo>
                    <a:pt x="176" y="1987"/>
                  </a:moveTo>
                  <a:cubicBezTo>
                    <a:pt x="313" y="1625"/>
                    <a:pt x="351" y="1225"/>
                    <a:pt x="301" y="850"/>
                  </a:cubicBezTo>
                  <a:cubicBezTo>
                    <a:pt x="251" y="563"/>
                    <a:pt x="101" y="388"/>
                    <a:pt x="13" y="150"/>
                  </a:cubicBezTo>
                  <a:cubicBezTo>
                    <a:pt x="1" y="100"/>
                    <a:pt x="26" y="63"/>
                    <a:pt x="63" y="50"/>
                  </a:cubicBezTo>
                  <a:cubicBezTo>
                    <a:pt x="363" y="0"/>
                    <a:pt x="463" y="325"/>
                    <a:pt x="526" y="563"/>
                  </a:cubicBezTo>
                  <a:cubicBezTo>
                    <a:pt x="638" y="1062"/>
                    <a:pt x="588" y="1575"/>
                    <a:pt x="401" y="2050"/>
                  </a:cubicBezTo>
                  <a:cubicBezTo>
                    <a:pt x="351" y="2175"/>
                    <a:pt x="138" y="2125"/>
                    <a:pt x="188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6" name="Google Shape;4026;p52"/>
            <p:cNvSpPr/>
            <p:nvPr/>
          </p:nvSpPr>
          <p:spPr>
            <a:xfrm>
              <a:off x="7716695" y="653733"/>
              <a:ext cx="103078" cy="33488"/>
            </a:xfrm>
            <a:custGeom>
              <a:avLst/>
              <a:gdLst/>
              <a:ahLst/>
              <a:cxnLst/>
              <a:rect l="l" t="t" r="r" b="b"/>
              <a:pathLst>
                <a:path w="3312" h="1076" extrusionOk="0">
                  <a:moveTo>
                    <a:pt x="138" y="151"/>
                  </a:moveTo>
                  <a:cubicBezTo>
                    <a:pt x="1150" y="1"/>
                    <a:pt x="2512" y="151"/>
                    <a:pt x="3262" y="913"/>
                  </a:cubicBezTo>
                  <a:cubicBezTo>
                    <a:pt x="3312" y="963"/>
                    <a:pt x="3262" y="1075"/>
                    <a:pt x="3174" y="1050"/>
                  </a:cubicBezTo>
                  <a:cubicBezTo>
                    <a:pt x="2712" y="888"/>
                    <a:pt x="2299" y="600"/>
                    <a:pt x="1812" y="475"/>
                  </a:cubicBezTo>
                  <a:cubicBezTo>
                    <a:pt x="1275" y="338"/>
                    <a:pt x="712" y="300"/>
                    <a:pt x="150" y="363"/>
                  </a:cubicBezTo>
                  <a:cubicBezTo>
                    <a:pt x="38" y="375"/>
                    <a:pt x="0" y="163"/>
                    <a:pt x="12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7" name="Google Shape;4027;p52"/>
            <p:cNvSpPr/>
            <p:nvPr/>
          </p:nvSpPr>
          <p:spPr>
            <a:xfrm>
              <a:off x="7694505" y="659552"/>
              <a:ext cx="125268" cy="38561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900" y="1001"/>
                  </a:moveTo>
                  <a:cubicBezTo>
                    <a:pt x="3275" y="1113"/>
                    <a:pt x="2613" y="1238"/>
                    <a:pt x="1975" y="1151"/>
                  </a:cubicBezTo>
                  <a:cubicBezTo>
                    <a:pt x="1300" y="1038"/>
                    <a:pt x="713" y="688"/>
                    <a:pt x="151" y="313"/>
                  </a:cubicBezTo>
                  <a:cubicBezTo>
                    <a:pt x="1" y="226"/>
                    <a:pt x="138" y="1"/>
                    <a:pt x="276" y="88"/>
                  </a:cubicBezTo>
                  <a:cubicBezTo>
                    <a:pt x="751" y="401"/>
                    <a:pt x="1238" y="713"/>
                    <a:pt x="1788" y="851"/>
                  </a:cubicBezTo>
                  <a:cubicBezTo>
                    <a:pt x="2463" y="1013"/>
                    <a:pt x="3175" y="901"/>
                    <a:pt x="3837" y="788"/>
                  </a:cubicBezTo>
                  <a:cubicBezTo>
                    <a:pt x="3975" y="776"/>
                    <a:pt x="4025" y="976"/>
                    <a:pt x="3900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8" name="Google Shape;4028;p52"/>
            <p:cNvSpPr/>
            <p:nvPr/>
          </p:nvSpPr>
          <p:spPr>
            <a:xfrm>
              <a:off x="8319912" y="841183"/>
              <a:ext cx="248949" cy="686127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4512" y="21958"/>
                  </a:moveTo>
                  <a:cubicBezTo>
                    <a:pt x="3200" y="20621"/>
                    <a:pt x="2700" y="19108"/>
                    <a:pt x="2925" y="17209"/>
                  </a:cubicBezTo>
                  <a:cubicBezTo>
                    <a:pt x="3087" y="15809"/>
                    <a:pt x="3712" y="14560"/>
                    <a:pt x="4249" y="13285"/>
                  </a:cubicBezTo>
                  <a:cubicBezTo>
                    <a:pt x="6124" y="8811"/>
                    <a:pt x="7998" y="576"/>
                    <a:pt x="213" y="238"/>
                  </a:cubicBezTo>
                  <a:cubicBezTo>
                    <a:pt x="138" y="238"/>
                    <a:pt x="138" y="113"/>
                    <a:pt x="213" y="101"/>
                  </a:cubicBezTo>
                  <a:cubicBezTo>
                    <a:pt x="3262" y="1"/>
                    <a:pt x="5599" y="1975"/>
                    <a:pt x="6286" y="4962"/>
                  </a:cubicBezTo>
                  <a:cubicBezTo>
                    <a:pt x="7598" y="10611"/>
                    <a:pt x="0" y="17034"/>
                    <a:pt x="4637" y="21833"/>
                  </a:cubicBezTo>
                  <a:cubicBezTo>
                    <a:pt x="4724" y="21908"/>
                    <a:pt x="4599" y="22045"/>
                    <a:pt x="4512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52"/>
            <p:cNvSpPr/>
            <p:nvPr/>
          </p:nvSpPr>
          <p:spPr>
            <a:xfrm>
              <a:off x="8196635" y="847408"/>
              <a:ext cx="151318" cy="225234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3187" y="201"/>
                  </a:moveTo>
                  <a:cubicBezTo>
                    <a:pt x="1450" y="326"/>
                    <a:pt x="450" y="2288"/>
                    <a:pt x="637" y="3837"/>
                  </a:cubicBezTo>
                  <a:cubicBezTo>
                    <a:pt x="850" y="5462"/>
                    <a:pt x="3137" y="7124"/>
                    <a:pt x="4661" y="5724"/>
                  </a:cubicBezTo>
                  <a:cubicBezTo>
                    <a:pt x="4736" y="5649"/>
                    <a:pt x="4861" y="5774"/>
                    <a:pt x="4786" y="5849"/>
                  </a:cubicBezTo>
                  <a:cubicBezTo>
                    <a:pt x="3537" y="7237"/>
                    <a:pt x="987" y="5924"/>
                    <a:pt x="537" y="4412"/>
                  </a:cubicBezTo>
                  <a:cubicBezTo>
                    <a:pt x="0" y="2600"/>
                    <a:pt x="1162" y="151"/>
                    <a:pt x="3187" y="13"/>
                  </a:cubicBezTo>
                  <a:cubicBezTo>
                    <a:pt x="3312" y="1"/>
                    <a:pt x="3312" y="201"/>
                    <a:pt x="3187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52"/>
            <p:cNvSpPr/>
            <p:nvPr/>
          </p:nvSpPr>
          <p:spPr>
            <a:xfrm>
              <a:off x="8278674" y="915099"/>
              <a:ext cx="96106" cy="91033"/>
            </a:xfrm>
            <a:custGeom>
              <a:avLst/>
              <a:gdLst/>
              <a:ahLst/>
              <a:cxnLst/>
              <a:rect l="l" t="t" r="r" b="b"/>
              <a:pathLst>
                <a:path w="3088" h="2925" extrusionOk="0">
                  <a:moveTo>
                    <a:pt x="2463" y="2775"/>
                  </a:moveTo>
                  <a:cubicBezTo>
                    <a:pt x="2838" y="2037"/>
                    <a:pt x="2613" y="1138"/>
                    <a:pt x="1925" y="675"/>
                  </a:cubicBezTo>
                  <a:cubicBezTo>
                    <a:pt x="1188" y="188"/>
                    <a:pt x="351" y="713"/>
                    <a:pt x="213" y="1512"/>
                  </a:cubicBezTo>
                  <a:cubicBezTo>
                    <a:pt x="188" y="1625"/>
                    <a:pt x="1" y="1600"/>
                    <a:pt x="13" y="1487"/>
                  </a:cubicBezTo>
                  <a:cubicBezTo>
                    <a:pt x="101" y="613"/>
                    <a:pt x="1026" y="0"/>
                    <a:pt x="1850" y="388"/>
                  </a:cubicBezTo>
                  <a:cubicBezTo>
                    <a:pt x="2738" y="800"/>
                    <a:pt x="3088" y="2025"/>
                    <a:pt x="2600" y="2850"/>
                  </a:cubicBezTo>
                  <a:cubicBezTo>
                    <a:pt x="2550" y="2925"/>
                    <a:pt x="2425" y="2862"/>
                    <a:pt x="2463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52"/>
            <p:cNvSpPr/>
            <p:nvPr/>
          </p:nvSpPr>
          <p:spPr>
            <a:xfrm>
              <a:off x="8286455" y="972645"/>
              <a:ext cx="31" cy="436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52"/>
            <p:cNvSpPr/>
            <p:nvPr/>
          </p:nvSpPr>
          <p:spPr>
            <a:xfrm>
              <a:off x="8379013" y="733064"/>
              <a:ext cx="129563" cy="257134"/>
            </a:xfrm>
            <a:custGeom>
              <a:avLst/>
              <a:gdLst/>
              <a:ahLst/>
              <a:cxnLst/>
              <a:rect l="l" t="t" r="r" b="b"/>
              <a:pathLst>
                <a:path w="4163" h="8262" extrusionOk="0">
                  <a:moveTo>
                    <a:pt x="3987" y="8174"/>
                  </a:moveTo>
                  <a:cubicBezTo>
                    <a:pt x="3700" y="6974"/>
                    <a:pt x="3175" y="5862"/>
                    <a:pt x="2438" y="4887"/>
                  </a:cubicBezTo>
                  <a:cubicBezTo>
                    <a:pt x="1913" y="4187"/>
                    <a:pt x="1226" y="3525"/>
                    <a:pt x="851" y="2700"/>
                  </a:cubicBezTo>
                  <a:cubicBezTo>
                    <a:pt x="451" y="1788"/>
                    <a:pt x="463" y="826"/>
                    <a:pt x="1138" y="76"/>
                  </a:cubicBezTo>
                  <a:cubicBezTo>
                    <a:pt x="1201" y="1"/>
                    <a:pt x="1338" y="88"/>
                    <a:pt x="1276" y="176"/>
                  </a:cubicBezTo>
                  <a:cubicBezTo>
                    <a:pt x="1" y="2050"/>
                    <a:pt x="1763" y="3537"/>
                    <a:pt x="2775" y="4987"/>
                  </a:cubicBezTo>
                  <a:cubicBezTo>
                    <a:pt x="3425" y="5937"/>
                    <a:pt x="3887" y="6999"/>
                    <a:pt x="4137" y="8124"/>
                  </a:cubicBezTo>
                  <a:cubicBezTo>
                    <a:pt x="4162" y="8224"/>
                    <a:pt x="4012" y="8261"/>
                    <a:pt x="3975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52"/>
            <p:cNvSpPr/>
            <p:nvPr/>
          </p:nvSpPr>
          <p:spPr>
            <a:xfrm>
              <a:off x="8400799" y="1057049"/>
              <a:ext cx="101553" cy="110111"/>
            </a:xfrm>
            <a:custGeom>
              <a:avLst/>
              <a:gdLst/>
              <a:ahLst/>
              <a:cxnLst/>
              <a:rect l="l" t="t" r="r" b="b"/>
              <a:pathLst>
                <a:path w="3263" h="3538" extrusionOk="0">
                  <a:moveTo>
                    <a:pt x="2775" y="3387"/>
                  </a:moveTo>
                  <a:cubicBezTo>
                    <a:pt x="2988" y="2413"/>
                    <a:pt x="3087" y="1050"/>
                    <a:pt x="2088" y="438"/>
                  </a:cubicBezTo>
                  <a:cubicBezTo>
                    <a:pt x="1613" y="176"/>
                    <a:pt x="1013" y="263"/>
                    <a:pt x="638" y="650"/>
                  </a:cubicBezTo>
                  <a:cubicBezTo>
                    <a:pt x="338" y="975"/>
                    <a:pt x="1" y="2300"/>
                    <a:pt x="788" y="2388"/>
                  </a:cubicBezTo>
                  <a:cubicBezTo>
                    <a:pt x="876" y="2388"/>
                    <a:pt x="876" y="2525"/>
                    <a:pt x="788" y="2512"/>
                  </a:cubicBezTo>
                  <a:cubicBezTo>
                    <a:pt x="251" y="2462"/>
                    <a:pt x="76" y="1788"/>
                    <a:pt x="126" y="1313"/>
                  </a:cubicBezTo>
                  <a:cubicBezTo>
                    <a:pt x="201" y="700"/>
                    <a:pt x="676" y="201"/>
                    <a:pt x="1288" y="101"/>
                  </a:cubicBezTo>
                  <a:cubicBezTo>
                    <a:pt x="1938" y="1"/>
                    <a:pt x="2450" y="363"/>
                    <a:pt x="2775" y="900"/>
                  </a:cubicBezTo>
                  <a:cubicBezTo>
                    <a:pt x="3262" y="1700"/>
                    <a:pt x="3150" y="2562"/>
                    <a:pt x="2950" y="3425"/>
                  </a:cubicBezTo>
                  <a:cubicBezTo>
                    <a:pt x="2925" y="3537"/>
                    <a:pt x="2750" y="3500"/>
                    <a:pt x="2775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52"/>
            <p:cNvSpPr/>
            <p:nvPr/>
          </p:nvSpPr>
          <p:spPr>
            <a:xfrm>
              <a:off x="8414804" y="1195513"/>
              <a:ext cx="54869" cy="41268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1413" y="1175"/>
                  </a:moveTo>
                  <a:cubicBezTo>
                    <a:pt x="1500" y="863"/>
                    <a:pt x="1450" y="538"/>
                    <a:pt x="1150" y="363"/>
                  </a:cubicBezTo>
                  <a:cubicBezTo>
                    <a:pt x="938" y="188"/>
                    <a:pt x="725" y="238"/>
                    <a:pt x="501" y="525"/>
                  </a:cubicBezTo>
                  <a:cubicBezTo>
                    <a:pt x="451" y="650"/>
                    <a:pt x="463" y="788"/>
                    <a:pt x="538" y="900"/>
                  </a:cubicBezTo>
                  <a:cubicBezTo>
                    <a:pt x="650" y="975"/>
                    <a:pt x="551" y="1150"/>
                    <a:pt x="438" y="1075"/>
                  </a:cubicBezTo>
                  <a:cubicBezTo>
                    <a:pt x="1" y="813"/>
                    <a:pt x="351" y="113"/>
                    <a:pt x="775" y="63"/>
                  </a:cubicBezTo>
                  <a:cubicBezTo>
                    <a:pt x="1438" y="0"/>
                    <a:pt x="1763" y="688"/>
                    <a:pt x="1563" y="1225"/>
                  </a:cubicBezTo>
                  <a:cubicBezTo>
                    <a:pt x="1525" y="1325"/>
                    <a:pt x="1375" y="1288"/>
                    <a:pt x="140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5" name="Google Shape;4035;p52"/>
            <p:cNvSpPr/>
            <p:nvPr/>
          </p:nvSpPr>
          <p:spPr>
            <a:xfrm>
              <a:off x="8404689" y="708975"/>
              <a:ext cx="40086" cy="39681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463" y="825"/>
                  </a:moveTo>
                  <a:lnTo>
                    <a:pt x="463" y="825"/>
                  </a:lnTo>
                  <a:cubicBezTo>
                    <a:pt x="463" y="900"/>
                    <a:pt x="363" y="950"/>
                    <a:pt x="301" y="887"/>
                  </a:cubicBezTo>
                  <a:cubicBezTo>
                    <a:pt x="1" y="475"/>
                    <a:pt x="638" y="0"/>
                    <a:pt x="963" y="412"/>
                  </a:cubicBezTo>
                  <a:cubicBezTo>
                    <a:pt x="1288" y="825"/>
                    <a:pt x="726" y="1275"/>
                    <a:pt x="363" y="950"/>
                  </a:cubicBezTo>
                  <a:cubicBezTo>
                    <a:pt x="288" y="887"/>
                    <a:pt x="376" y="775"/>
                    <a:pt x="463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6" name="Google Shape;4036;p52"/>
            <p:cNvSpPr/>
            <p:nvPr/>
          </p:nvSpPr>
          <p:spPr>
            <a:xfrm>
              <a:off x="8325358" y="803463"/>
              <a:ext cx="140829" cy="9648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4374" y="3050"/>
                  </a:moveTo>
                  <a:cubicBezTo>
                    <a:pt x="3187" y="1688"/>
                    <a:pt x="1700" y="926"/>
                    <a:pt x="88" y="176"/>
                  </a:cubicBezTo>
                  <a:cubicBezTo>
                    <a:pt x="0" y="138"/>
                    <a:pt x="63" y="1"/>
                    <a:pt x="150" y="26"/>
                  </a:cubicBezTo>
                  <a:cubicBezTo>
                    <a:pt x="1850" y="538"/>
                    <a:pt x="3362" y="1550"/>
                    <a:pt x="4462" y="2950"/>
                  </a:cubicBezTo>
                  <a:cubicBezTo>
                    <a:pt x="4524" y="3012"/>
                    <a:pt x="4424" y="3100"/>
                    <a:pt x="4374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52"/>
            <p:cNvSpPr/>
            <p:nvPr/>
          </p:nvSpPr>
          <p:spPr>
            <a:xfrm>
              <a:off x="8299308" y="782860"/>
              <a:ext cx="40459" cy="3853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850"/>
                  </a:moveTo>
                  <a:cubicBezTo>
                    <a:pt x="550" y="1238"/>
                    <a:pt x="0" y="700"/>
                    <a:pt x="375" y="350"/>
                  </a:cubicBezTo>
                  <a:cubicBezTo>
                    <a:pt x="750" y="0"/>
                    <a:pt x="1300" y="638"/>
                    <a:pt x="850" y="888"/>
                  </a:cubicBezTo>
                  <a:cubicBezTo>
                    <a:pt x="762" y="925"/>
                    <a:pt x="675" y="813"/>
                    <a:pt x="737" y="738"/>
                  </a:cubicBezTo>
                  <a:lnTo>
                    <a:pt x="800" y="738"/>
                  </a:lnTo>
                  <a:cubicBezTo>
                    <a:pt x="875" y="675"/>
                    <a:pt x="975" y="775"/>
                    <a:pt x="912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52"/>
            <p:cNvSpPr/>
            <p:nvPr/>
          </p:nvSpPr>
          <p:spPr>
            <a:xfrm>
              <a:off x="8306311" y="843518"/>
              <a:ext cx="12449" cy="7438"/>
            </a:xfrm>
            <a:custGeom>
              <a:avLst/>
              <a:gdLst/>
              <a:ahLst/>
              <a:cxnLst/>
              <a:rect l="l" t="t" r="r" b="b"/>
              <a:pathLst>
                <a:path w="400" h="239" extrusionOk="0">
                  <a:moveTo>
                    <a:pt x="275" y="213"/>
                  </a:moveTo>
                  <a:cubicBezTo>
                    <a:pt x="213" y="213"/>
                    <a:pt x="163" y="213"/>
                    <a:pt x="100" y="226"/>
                  </a:cubicBezTo>
                  <a:cubicBezTo>
                    <a:pt x="25" y="238"/>
                    <a:pt x="0" y="113"/>
                    <a:pt x="63" y="76"/>
                  </a:cubicBezTo>
                  <a:cubicBezTo>
                    <a:pt x="125" y="26"/>
                    <a:pt x="200" y="1"/>
                    <a:pt x="275" y="13"/>
                  </a:cubicBezTo>
                  <a:cubicBezTo>
                    <a:pt x="400" y="13"/>
                    <a:pt x="400" y="201"/>
                    <a:pt x="2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52"/>
            <p:cNvSpPr/>
            <p:nvPr/>
          </p:nvSpPr>
          <p:spPr>
            <a:xfrm>
              <a:off x="8346739" y="1008062"/>
              <a:ext cx="8994" cy="12449"/>
            </a:xfrm>
            <a:custGeom>
              <a:avLst/>
              <a:gdLst/>
              <a:ahLst/>
              <a:cxnLst/>
              <a:rect l="l" t="t" r="r" b="b"/>
              <a:pathLst>
                <a:path w="289" h="400" extrusionOk="0">
                  <a:moveTo>
                    <a:pt x="251" y="150"/>
                  </a:moveTo>
                  <a:cubicBezTo>
                    <a:pt x="226" y="237"/>
                    <a:pt x="176" y="312"/>
                    <a:pt x="113" y="362"/>
                  </a:cubicBezTo>
                  <a:cubicBezTo>
                    <a:pt x="76" y="400"/>
                    <a:pt x="1" y="362"/>
                    <a:pt x="13" y="300"/>
                  </a:cubicBezTo>
                  <a:cubicBezTo>
                    <a:pt x="26" y="225"/>
                    <a:pt x="51" y="150"/>
                    <a:pt x="101" y="88"/>
                  </a:cubicBezTo>
                  <a:cubicBezTo>
                    <a:pt x="138" y="0"/>
                    <a:pt x="288" y="63"/>
                    <a:pt x="251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52"/>
            <p:cNvSpPr/>
            <p:nvPr/>
          </p:nvSpPr>
          <p:spPr>
            <a:xfrm>
              <a:off x="8482495" y="832251"/>
              <a:ext cx="34639" cy="195263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925" y="6174"/>
                  </a:moveTo>
                  <a:cubicBezTo>
                    <a:pt x="862" y="4899"/>
                    <a:pt x="612" y="3675"/>
                    <a:pt x="338" y="2437"/>
                  </a:cubicBezTo>
                  <a:cubicBezTo>
                    <a:pt x="163" y="1625"/>
                    <a:pt x="0" y="913"/>
                    <a:pt x="325" y="113"/>
                  </a:cubicBezTo>
                  <a:cubicBezTo>
                    <a:pt x="350" y="1"/>
                    <a:pt x="537" y="51"/>
                    <a:pt x="500" y="163"/>
                  </a:cubicBezTo>
                  <a:cubicBezTo>
                    <a:pt x="188" y="1338"/>
                    <a:pt x="637" y="2462"/>
                    <a:pt x="862" y="3625"/>
                  </a:cubicBezTo>
                  <a:cubicBezTo>
                    <a:pt x="1037" y="4462"/>
                    <a:pt x="1112" y="5312"/>
                    <a:pt x="1112" y="6174"/>
                  </a:cubicBezTo>
                  <a:cubicBezTo>
                    <a:pt x="1087" y="6274"/>
                    <a:pt x="937" y="6274"/>
                    <a:pt x="925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52"/>
            <p:cNvSpPr/>
            <p:nvPr/>
          </p:nvSpPr>
          <p:spPr>
            <a:xfrm>
              <a:off x="8478605" y="805797"/>
              <a:ext cx="38530" cy="41268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438" y="976"/>
                  </a:moveTo>
                  <a:cubicBezTo>
                    <a:pt x="0" y="551"/>
                    <a:pt x="725" y="1"/>
                    <a:pt x="1012" y="476"/>
                  </a:cubicBezTo>
                  <a:cubicBezTo>
                    <a:pt x="1237" y="851"/>
                    <a:pt x="575" y="1325"/>
                    <a:pt x="425" y="851"/>
                  </a:cubicBezTo>
                  <a:cubicBezTo>
                    <a:pt x="413" y="763"/>
                    <a:pt x="512" y="701"/>
                    <a:pt x="587" y="763"/>
                  </a:cubicBezTo>
                  <a:cubicBezTo>
                    <a:pt x="575" y="801"/>
                    <a:pt x="562" y="838"/>
                    <a:pt x="550" y="876"/>
                  </a:cubicBezTo>
                  <a:cubicBezTo>
                    <a:pt x="600" y="963"/>
                    <a:pt x="500" y="1038"/>
                    <a:pt x="42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4042;p52"/>
            <p:cNvSpPr/>
            <p:nvPr/>
          </p:nvSpPr>
          <p:spPr>
            <a:xfrm>
              <a:off x="8417543" y="750586"/>
              <a:ext cx="28010" cy="90629"/>
            </a:xfrm>
            <a:custGeom>
              <a:avLst/>
              <a:gdLst/>
              <a:ahLst/>
              <a:cxnLst/>
              <a:rect l="l" t="t" r="r" b="b"/>
              <a:pathLst>
                <a:path w="900" h="2912" extrusionOk="0">
                  <a:moveTo>
                    <a:pt x="100" y="2650"/>
                  </a:moveTo>
                  <a:cubicBezTo>
                    <a:pt x="687" y="2012"/>
                    <a:pt x="637" y="975"/>
                    <a:pt x="450" y="188"/>
                  </a:cubicBezTo>
                  <a:cubicBezTo>
                    <a:pt x="413" y="63"/>
                    <a:pt x="575" y="0"/>
                    <a:pt x="650" y="113"/>
                  </a:cubicBezTo>
                  <a:cubicBezTo>
                    <a:pt x="900" y="525"/>
                    <a:pt x="875" y="1225"/>
                    <a:pt x="800" y="1687"/>
                  </a:cubicBezTo>
                  <a:cubicBezTo>
                    <a:pt x="750" y="2112"/>
                    <a:pt x="562" y="2500"/>
                    <a:pt x="263" y="2812"/>
                  </a:cubicBezTo>
                  <a:cubicBezTo>
                    <a:pt x="163" y="2912"/>
                    <a:pt x="0" y="2750"/>
                    <a:pt x="113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52"/>
            <p:cNvSpPr/>
            <p:nvPr/>
          </p:nvSpPr>
          <p:spPr>
            <a:xfrm>
              <a:off x="8408984" y="751737"/>
              <a:ext cx="29193" cy="87921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75" y="213"/>
                  </a:moveTo>
                  <a:cubicBezTo>
                    <a:pt x="188" y="763"/>
                    <a:pt x="450" y="1938"/>
                    <a:pt x="563" y="2650"/>
                  </a:cubicBezTo>
                  <a:cubicBezTo>
                    <a:pt x="575" y="2750"/>
                    <a:pt x="438" y="2825"/>
                    <a:pt x="375" y="2725"/>
                  </a:cubicBezTo>
                  <a:cubicBezTo>
                    <a:pt x="0" y="2013"/>
                    <a:pt x="63" y="588"/>
                    <a:pt x="750" y="63"/>
                  </a:cubicBezTo>
                  <a:cubicBezTo>
                    <a:pt x="825" y="1"/>
                    <a:pt x="937" y="138"/>
                    <a:pt x="862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52"/>
            <p:cNvSpPr/>
            <p:nvPr/>
          </p:nvSpPr>
          <p:spPr>
            <a:xfrm>
              <a:off x="8427658" y="941149"/>
              <a:ext cx="70804" cy="22595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2149" y="500"/>
                  </a:moveTo>
                  <a:cubicBezTo>
                    <a:pt x="1475" y="725"/>
                    <a:pt x="725" y="638"/>
                    <a:pt x="125" y="251"/>
                  </a:cubicBezTo>
                  <a:cubicBezTo>
                    <a:pt x="0" y="188"/>
                    <a:pt x="113" y="1"/>
                    <a:pt x="237" y="63"/>
                  </a:cubicBezTo>
                  <a:cubicBezTo>
                    <a:pt x="800" y="401"/>
                    <a:pt x="1475" y="488"/>
                    <a:pt x="2112" y="313"/>
                  </a:cubicBezTo>
                  <a:cubicBezTo>
                    <a:pt x="2224" y="288"/>
                    <a:pt x="2274" y="463"/>
                    <a:pt x="2149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52"/>
            <p:cNvSpPr/>
            <p:nvPr/>
          </p:nvSpPr>
          <p:spPr>
            <a:xfrm>
              <a:off x="8428031" y="928326"/>
              <a:ext cx="70026" cy="26454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38" y="450"/>
                  </a:moveTo>
                  <a:cubicBezTo>
                    <a:pt x="488" y="313"/>
                    <a:pt x="2250" y="0"/>
                    <a:pt x="2137" y="788"/>
                  </a:cubicBezTo>
                  <a:cubicBezTo>
                    <a:pt x="2125" y="825"/>
                    <a:pt x="2075" y="850"/>
                    <a:pt x="2038" y="838"/>
                  </a:cubicBezTo>
                  <a:cubicBezTo>
                    <a:pt x="1788" y="738"/>
                    <a:pt x="1613" y="600"/>
                    <a:pt x="1338" y="550"/>
                  </a:cubicBezTo>
                  <a:cubicBezTo>
                    <a:pt x="950" y="488"/>
                    <a:pt x="563" y="538"/>
                    <a:pt x="188" y="663"/>
                  </a:cubicBezTo>
                  <a:cubicBezTo>
                    <a:pt x="63" y="713"/>
                    <a:pt x="1" y="513"/>
                    <a:pt x="1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52"/>
            <p:cNvSpPr/>
            <p:nvPr/>
          </p:nvSpPr>
          <p:spPr>
            <a:xfrm>
              <a:off x="8388350" y="1274066"/>
              <a:ext cx="33488" cy="103109"/>
            </a:xfrm>
            <a:custGeom>
              <a:avLst/>
              <a:gdLst/>
              <a:ahLst/>
              <a:cxnLst/>
              <a:rect l="l" t="t" r="r" b="b"/>
              <a:pathLst>
                <a:path w="1076" h="3313" extrusionOk="0">
                  <a:moveTo>
                    <a:pt x="726" y="3162"/>
                  </a:moveTo>
                  <a:cubicBezTo>
                    <a:pt x="788" y="2600"/>
                    <a:pt x="751" y="2038"/>
                    <a:pt x="613" y="1500"/>
                  </a:cubicBezTo>
                  <a:cubicBezTo>
                    <a:pt x="476" y="1013"/>
                    <a:pt x="188" y="613"/>
                    <a:pt x="38" y="138"/>
                  </a:cubicBezTo>
                  <a:cubicBezTo>
                    <a:pt x="1" y="63"/>
                    <a:pt x="113" y="1"/>
                    <a:pt x="176" y="63"/>
                  </a:cubicBezTo>
                  <a:cubicBezTo>
                    <a:pt x="951" y="813"/>
                    <a:pt x="1076" y="2175"/>
                    <a:pt x="938" y="3187"/>
                  </a:cubicBezTo>
                  <a:cubicBezTo>
                    <a:pt x="913" y="3312"/>
                    <a:pt x="713" y="3287"/>
                    <a:pt x="726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52"/>
            <p:cNvSpPr/>
            <p:nvPr/>
          </p:nvSpPr>
          <p:spPr>
            <a:xfrm>
              <a:off x="8377457" y="1274066"/>
              <a:ext cx="38561" cy="125673"/>
            </a:xfrm>
            <a:custGeom>
              <a:avLst/>
              <a:gdLst/>
              <a:ahLst/>
              <a:cxnLst/>
              <a:rect l="l" t="t" r="r" b="b"/>
              <a:pathLst>
                <a:path w="1239" h="4038" extrusionOk="0">
                  <a:moveTo>
                    <a:pt x="451" y="201"/>
                  </a:moveTo>
                  <a:cubicBezTo>
                    <a:pt x="351" y="876"/>
                    <a:pt x="238" y="1575"/>
                    <a:pt x="401" y="2250"/>
                  </a:cubicBezTo>
                  <a:cubicBezTo>
                    <a:pt x="526" y="2800"/>
                    <a:pt x="838" y="3287"/>
                    <a:pt x="1151" y="3762"/>
                  </a:cubicBezTo>
                  <a:cubicBezTo>
                    <a:pt x="1238" y="3900"/>
                    <a:pt x="1013" y="4037"/>
                    <a:pt x="926" y="3887"/>
                  </a:cubicBezTo>
                  <a:cubicBezTo>
                    <a:pt x="551" y="3325"/>
                    <a:pt x="201" y="2738"/>
                    <a:pt x="101" y="2050"/>
                  </a:cubicBezTo>
                  <a:cubicBezTo>
                    <a:pt x="1" y="1425"/>
                    <a:pt x="126" y="763"/>
                    <a:pt x="251" y="138"/>
                  </a:cubicBezTo>
                  <a:cubicBezTo>
                    <a:pt x="276" y="1"/>
                    <a:pt x="476" y="63"/>
                    <a:pt x="451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52"/>
            <p:cNvSpPr/>
            <p:nvPr/>
          </p:nvSpPr>
          <p:spPr>
            <a:xfrm>
              <a:off x="8183004" y="885159"/>
              <a:ext cx="10551" cy="1011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88" y="13"/>
                  </a:moveTo>
                  <a:cubicBezTo>
                    <a:pt x="176" y="0"/>
                    <a:pt x="263" y="38"/>
                    <a:pt x="301" y="113"/>
                  </a:cubicBezTo>
                  <a:cubicBezTo>
                    <a:pt x="326" y="125"/>
                    <a:pt x="338" y="163"/>
                    <a:pt x="326" y="188"/>
                  </a:cubicBezTo>
                  <a:lnTo>
                    <a:pt x="301" y="275"/>
                  </a:lnTo>
                  <a:cubicBezTo>
                    <a:pt x="288" y="313"/>
                    <a:pt x="226" y="325"/>
                    <a:pt x="213" y="288"/>
                  </a:cubicBezTo>
                  <a:lnTo>
                    <a:pt x="76" y="150"/>
                  </a:lnTo>
                  <a:cubicBezTo>
                    <a:pt x="1" y="125"/>
                    <a:pt x="13" y="0"/>
                    <a:pt x="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52"/>
            <p:cNvSpPr/>
            <p:nvPr/>
          </p:nvSpPr>
          <p:spPr>
            <a:xfrm>
              <a:off x="8112231" y="885159"/>
              <a:ext cx="73542" cy="18674"/>
            </a:xfrm>
            <a:custGeom>
              <a:avLst/>
              <a:gdLst/>
              <a:ahLst/>
              <a:cxnLst/>
              <a:rect l="l" t="t" r="r" b="b"/>
              <a:pathLst>
                <a:path w="2363" h="600" extrusionOk="0">
                  <a:moveTo>
                    <a:pt x="2300" y="125"/>
                  </a:moveTo>
                  <a:cubicBezTo>
                    <a:pt x="1625" y="462"/>
                    <a:pt x="825" y="600"/>
                    <a:pt x="100" y="375"/>
                  </a:cubicBezTo>
                  <a:cubicBezTo>
                    <a:pt x="0" y="350"/>
                    <a:pt x="13" y="188"/>
                    <a:pt x="125" y="200"/>
                  </a:cubicBezTo>
                  <a:cubicBezTo>
                    <a:pt x="862" y="288"/>
                    <a:pt x="1537" y="288"/>
                    <a:pt x="2262" y="25"/>
                  </a:cubicBezTo>
                  <a:cubicBezTo>
                    <a:pt x="2325" y="0"/>
                    <a:pt x="2362" y="88"/>
                    <a:pt x="2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52"/>
            <p:cNvSpPr/>
            <p:nvPr/>
          </p:nvSpPr>
          <p:spPr>
            <a:xfrm>
              <a:off x="8112231" y="891384"/>
              <a:ext cx="31527" cy="21412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188" y="75"/>
                  </a:moveTo>
                  <a:cubicBezTo>
                    <a:pt x="400" y="337"/>
                    <a:pt x="638" y="412"/>
                    <a:pt x="937" y="525"/>
                  </a:cubicBezTo>
                  <a:cubicBezTo>
                    <a:pt x="1012" y="562"/>
                    <a:pt x="1012" y="687"/>
                    <a:pt x="925" y="675"/>
                  </a:cubicBezTo>
                  <a:cubicBezTo>
                    <a:pt x="563" y="662"/>
                    <a:pt x="250" y="475"/>
                    <a:pt x="63" y="187"/>
                  </a:cubicBezTo>
                  <a:cubicBezTo>
                    <a:pt x="0" y="100"/>
                    <a:pt x="125" y="0"/>
                    <a:pt x="18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52"/>
            <p:cNvSpPr/>
            <p:nvPr/>
          </p:nvSpPr>
          <p:spPr>
            <a:xfrm>
              <a:off x="8160844" y="891384"/>
              <a:ext cx="33083" cy="68843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1025" y="138"/>
                  </a:moveTo>
                  <a:cubicBezTo>
                    <a:pt x="850" y="437"/>
                    <a:pt x="700" y="750"/>
                    <a:pt x="575" y="1087"/>
                  </a:cubicBezTo>
                  <a:cubicBezTo>
                    <a:pt x="475" y="1437"/>
                    <a:pt x="538" y="1737"/>
                    <a:pt x="575" y="2099"/>
                  </a:cubicBezTo>
                  <a:cubicBezTo>
                    <a:pt x="588" y="2187"/>
                    <a:pt x="463" y="2212"/>
                    <a:pt x="425" y="2137"/>
                  </a:cubicBezTo>
                  <a:cubicBezTo>
                    <a:pt x="0" y="1437"/>
                    <a:pt x="475" y="600"/>
                    <a:pt x="938" y="50"/>
                  </a:cubicBezTo>
                  <a:cubicBezTo>
                    <a:pt x="988" y="0"/>
                    <a:pt x="1063" y="75"/>
                    <a:pt x="1038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52"/>
            <p:cNvSpPr/>
            <p:nvPr/>
          </p:nvSpPr>
          <p:spPr>
            <a:xfrm>
              <a:off x="8159662" y="918585"/>
              <a:ext cx="21443" cy="43198"/>
            </a:xfrm>
            <a:custGeom>
              <a:avLst/>
              <a:gdLst/>
              <a:ahLst/>
              <a:cxnLst/>
              <a:rect l="l" t="t" r="r" b="b"/>
              <a:pathLst>
                <a:path w="689" h="1388" extrusionOk="0">
                  <a:moveTo>
                    <a:pt x="388" y="1263"/>
                  </a:moveTo>
                  <a:cubicBezTo>
                    <a:pt x="126" y="938"/>
                    <a:pt x="1" y="513"/>
                    <a:pt x="63" y="101"/>
                  </a:cubicBezTo>
                  <a:cubicBezTo>
                    <a:pt x="76" y="1"/>
                    <a:pt x="226" y="38"/>
                    <a:pt x="226" y="126"/>
                  </a:cubicBezTo>
                  <a:cubicBezTo>
                    <a:pt x="251" y="513"/>
                    <a:pt x="313" y="813"/>
                    <a:pt x="576" y="1101"/>
                  </a:cubicBezTo>
                  <a:cubicBezTo>
                    <a:pt x="688" y="1238"/>
                    <a:pt x="488" y="1388"/>
                    <a:pt x="388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52"/>
            <p:cNvSpPr/>
            <p:nvPr/>
          </p:nvSpPr>
          <p:spPr>
            <a:xfrm>
              <a:off x="8139432" y="916655"/>
              <a:ext cx="28041" cy="14036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776" y="213"/>
                  </a:moveTo>
                  <a:cubicBezTo>
                    <a:pt x="563" y="275"/>
                    <a:pt x="351" y="388"/>
                    <a:pt x="126" y="425"/>
                  </a:cubicBezTo>
                  <a:cubicBezTo>
                    <a:pt x="51" y="450"/>
                    <a:pt x="1" y="338"/>
                    <a:pt x="63" y="288"/>
                  </a:cubicBezTo>
                  <a:cubicBezTo>
                    <a:pt x="263" y="163"/>
                    <a:pt x="488" y="75"/>
                    <a:pt x="726" y="38"/>
                  </a:cubicBezTo>
                  <a:cubicBezTo>
                    <a:pt x="851" y="0"/>
                    <a:pt x="901" y="175"/>
                    <a:pt x="77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4" name="Google Shape;4054;p52"/>
            <p:cNvSpPr/>
            <p:nvPr/>
          </p:nvSpPr>
          <p:spPr>
            <a:xfrm>
              <a:off x="8138281" y="906136"/>
              <a:ext cx="19483" cy="23778"/>
            </a:xfrm>
            <a:custGeom>
              <a:avLst/>
              <a:gdLst/>
              <a:ahLst/>
              <a:cxnLst/>
              <a:rect l="l" t="t" r="r" b="b"/>
              <a:pathLst>
                <a:path w="626" h="764" extrusionOk="0">
                  <a:moveTo>
                    <a:pt x="50" y="563"/>
                  </a:moveTo>
                  <a:cubicBezTo>
                    <a:pt x="138" y="376"/>
                    <a:pt x="263" y="201"/>
                    <a:pt x="425" y="63"/>
                  </a:cubicBezTo>
                  <a:cubicBezTo>
                    <a:pt x="500" y="1"/>
                    <a:pt x="625" y="88"/>
                    <a:pt x="575" y="176"/>
                  </a:cubicBezTo>
                  <a:cubicBezTo>
                    <a:pt x="463" y="351"/>
                    <a:pt x="338" y="501"/>
                    <a:pt x="238" y="663"/>
                  </a:cubicBezTo>
                  <a:cubicBezTo>
                    <a:pt x="163" y="763"/>
                    <a:pt x="1" y="676"/>
                    <a:pt x="50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5" name="Google Shape;4055;p52"/>
            <p:cNvSpPr/>
            <p:nvPr/>
          </p:nvSpPr>
          <p:spPr>
            <a:xfrm>
              <a:off x="8134390" y="906541"/>
              <a:ext cx="21817" cy="859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5" y="225"/>
                  </a:moveTo>
                  <a:cubicBezTo>
                    <a:pt x="400" y="275"/>
                    <a:pt x="225" y="250"/>
                    <a:pt x="76" y="163"/>
                  </a:cubicBezTo>
                  <a:cubicBezTo>
                    <a:pt x="1" y="113"/>
                    <a:pt x="63" y="0"/>
                    <a:pt x="138" y="25"/>
                  </a:cubicBezTo>
                  <a:lnTo>
                    <a:pt x="513" y="38"/>
                  </a:lnTo>
                  <a:cubicBezTo>
                    <a:pt x="638" y="13"/>
                    <a:pt x="700" y="188"/>
                    <a:pt x="575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52"/>
            <p:cNvSpPr/>
            <p:nvPr/>
          </p:nvSpPr>
          <p:spPr>
            <a:xfrm>
              <a:off x="8109492" y="925992"/>
              <a:ext cx="35822" cy="29193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638" y="163"/>
                  </a:moveTo>
                  <a:cubicBezTo>
                    <a:pt x="1150" y="263"/>
                    <a:pt x="863" y="937"/>
                    <a:pt x="426" y="838"/>
                  </a:cubicBezTo>
                  <a:cubicBezTo>
                    <a:pt x="1" y="750"/>
                    <a:pt x="126" y="0"/>
                    <a:pt x="626" y="150"/>
                  </a:cubicBezTo>
                  <a:cubicBezTo>
                    <a:pt x="738" y="188"/>
                    <a:pt x="713" y="350"/>
                    <a:pt x="601" y="350"/>
                  </a:cubicBezTo>
                  <a:lnTo>
                    <a:pt x="601" y="325"/>
                  </a:lnTo>
                  <a:cubicBezTo>
                    <a:pt x="501" y="288"/>
                    <a:pt x="538" y="138"/>
                    <a:pt x="65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52"/>
            <p:cNvSpPr/>
            <p:nvPr/>
          </p:nvSpPr>
          <p:spPr>
            <a:xfrm>
              <a:off x="7575897" y="4387063"/>
              <a:ext cx="686096" cy="237278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3" y="4662"/>
                  </a:moveTo>
                  <a:cubicBezTo>
                    <a:pt x="5036" y="0"/>
                    <a:pt x="11447" y="7623"/>
                    <a:pt x="17083" y="6311"/>
                  </a:cubicBezTo>
                  <a:cubicBezTo>
                    <a:pt x="20070" y="5611"/>
                    <a:pt x="22044" y="3300"/>
                    <a:pt x="21932" y="238"/>
                  </a:cubicBezTo>
                  <a:cubicBezTo>
                    <a:pt x="21932" y="150"/>
                    <a:pt x="21795" y="150"/>
                    <a:pt x="21795" y="238"/>
                  </a:cubicBezTo>
                  <a:cubicBezTo>
                    <a:pt x="21532" y="6511"/>
                    <a:pt x="14521" y="6724"/>
                    <a:pt x="10160" y="4887"/>
                  </a:cubicBezTo>
                  <a:cubicBezTo>
                    <a:pt x="8448" y="4162"/>
                    <a:pt x="6723" y="3175"/>
                    <a:pt x="4824" y="2950"/>
                  </a:cubicBezTo>
                  <a:cubicBezTo>
                    <a:pt x="2924" y="2725"/>
                    <a:pt x="1425" y="3225"/>
                    <a:pt x="88" y="4537"/>
                  </a:cubicBezTo>
                  <a:cubicBezTo>
                    <a:pt x="0" y="4612"/>
                    <a:pt x="125" y="4737"/>
                    <a:pt x="213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52"/>
            <p:cNvSpPr/>
            <p:nvPr/>
          </p:nvSpPr>
          <p:spPr>
            <a:xfrm>
              <a:off x="8030534" y="4264565"/>
              <a:ext cx="225234" cy="150913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7224" y="3174"/>
                  </a:moveTo>
                  <a:cubicBezTo>
                    <a:pt x="7087" y="1162"/>
                    <a:pt x="4637" y="0"/>
                    <a:pt x="2825" y="537"/>
                  </a:cubicBezTo>
                  <a:cubicBezTo>
                    <a:pt x="1326" y="987"/>
                    <a:pt x="1" y="3524"/>
                    <a:pt x="1388" y="4774"/>
                  </a:cubicBezTo>
                  <a:cubicBezTo>
                    <a:pt x="1463" y="4849"/>
                    <a:pt x="1575" y="4736"/>
                    <a:pt x="1513" y="4661"/>
                  </a:cubicBezTo>
                  <a:cubicBezTo>
                    <a:pt x="113" y="3137"/>
                    <a:pt x="1775" y="837"/>
                    <a:pt x="3400" y="637"/>
                  </a:cubicBezTo>
                  <a:cubicBezTo>
                    <a:pt x="4950" y="437"/>
                    <a:pt x="6912" y="1450"/>
                    <a:pt x="7037" y="3174"/>
                  </a:cubicBezTo>
                  <a:cubicBezTo>
                    <a:pt x="7037" y="3299"/>
                    <a:pt x="7237" y="3299"/>
                    <a:pt x="7224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52"/>
            <p:cNvSpPr/>
            <p:nvPr/>
          </p:nvSpPr>
          <p:spPr>
            <a:xfrm>
              <a:off x="8097448" y="4346604"/>
              <a:ext cx="90660" cy="96106"/>
            </a:xfrm>
            <a:custGeom>
              <a:avLst/>
              <a:gdLst/>
              <a:ahLst/>
              <a:cxnLst/>
              <a:rect l="l" t="t" r="r" b="b"/>
              <a:pathLst>
                <a:path w="2913" h="3088" extrusionOk="0">
                  <a:moveTo>
                    <a:pt x="63" y="2600"/>
                  </a:moveTo>
                  <a:cubicBezTo>
                    <a:pt x="888" y="3087"/>
                    <a:pt x="2112" y="2738"/>
                    <a:pt x="2537" y="1850"/>
                  </a:cubicBezTo>
                  <a:cubicBezTo>
                    <a:pt x="2912" y="1026"/>
                    <a:pt x="2300" y="101"/>
                    <a:pt x="1437" y="13"/>
                  </a:cubicBezTo>
                  <a:cubicBezTo>
                    <a:pt x="1325" y="1"/>
                    <a:pt x="1300" y="188"/>
                    <a:pt x="1412" y="213"/>
                  </a:cubicBezTo>
                  <a:cubicBezTo>
                    <a:pt x="2225" y="351"/>
                    <a:pt x="2725" y="1176"/>
                    <a:pt x="2250" y="1925"/>
                  </a:cubicBezTo>
                  <a:cubicBezTo>
                    <a:pt x="1787" y="2613"/>
                    <a:pt x="888" y="2838"/>
                    <a:pt x="150" y="2463"/>
                  </a:cubicBezTo>
                  <a:cubicBezTo>
                    <a:pt x="63" y="2425"/>
                    <a:pt x="0" y="2538"/>
                    <a:pt x="75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52"/>
            <p:cNvSpPr/>
            <p:nvPr/>
          </p:nvSpPr>
          <p:spPr>
            <a:xfrm>
              <a:off x="8130500" y="4354011"/>
              <a:ext cx="31" cy="40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52"/>
            <p:cNvSpPr/>
            <p:nvPr/>
          </p:nvSpPr>
          <p:spPr>
            <a:xfrm>
              <a:off x="8113383" y="4446943"/>
              <a:ext cx="257134" cy="129158"/>
            </a:xfrm>
            <a:custGeom>
              <a:avLst/>
              <a:gdLst/>
              <a:ahLst/>
              <a:cxnLst/>
              <a:rect l="l" t="t" r="r" b="b"/>
              <a:pathLst>
                <a:path w="8262" h="4150" extrusionOk="0">
                  <a:moveTo>
                    <a:pt x="126" y="4137"/>
                  </a:moveTo>
                  <a:cubicBezTo>
                    <a:pt x="1250" y="3887"/>
                    <a:pt x="2325" y="3425"/>
                    <a:pt x="3275" y="2775"/>
                  </a:cubicBezTo>
                  <a:cubicBezTo>
                    <a:pt x="4724" y="1763"/>
                    <a:pt x="6199" y="1"/>
                    <a:pt x="8074" y="1276"/>
                  </a:cubicBezTo>
                  <a:cubicBezTo>
                    <a:pt x="8161" y="1326"/>
                    <a:pt x="8261" y="1201"/>
                    <a:pt x="8186" y="1138"/>
                  </a:cubicBezTo>
                  <a:cubicBezTo>
                    <a:pt x="7424" y="451"/>
                    <a:pt x="6474" y="451"/>
                    <a:pt x="5549" y="851"/>
                  </a:cubicBezTo>
                  <a:cubicBezTo>
                    <a:pt x="4887" y="1151"/>
                    <a:pt x="4350" y="1676"/>
                    <a:pt x="3787" y="2125"/>
                  </a:cubicBezTo>
                  <a:cubicBezTo>
                    <a:pt x="2700" y="3013"/>
                    <a:pt x="1450" y="3650"/>
                    <a:pt x="88" y="3987"/>
                  </a:cubicBezTo>
                  <a:cubicBezTo>
                    <a:pt x="1" y="4000"/>
                    <a:pt x="38" y="4150"/>
                    <a:pt x="138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52"/>
            <p:cNvSpPr/>
            <p:nvPr/>
          </p:nvSpPr>
          <p:spPr>
            <a:xfrm>
              <a:off x="7936047" y="4470285"/>
              <a:ext cx="110080" cy="99592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113" y="2888"/>
                  </a:moveTo>
                  <a:cubicBezTo>
                    <a:pt x="987" y="3087"/>
                    <a:pt x="1837" y="3200"/>
                    <a:pt x="2650" y="2713"/>
                  </a:cubicBezTo>
                  <a:cubicBezTo>
                    <a:pt x="3174" y="2388"/>
                    <a:pt x="3537" y="1875"/>
                    <a:pt x="3437" y="1225"/>
                  </a:cubicBezTo>
                  <a:cubicBezTo>
                    <a:pt x="3349" y="613"/>
                    <a:pt x="2849" y="138"/>
                    <a:pt x="2225" y="63"/>
                  </a:cubicBezTo>
                  <a:cubicBezTo>
                    <a:pt x="1750" y="13"/>
                    <a:pt x="1075" y="176"/>
                    <a:pt x="1025" y="726"/>
                  </a:cubicBezTo>
                  <a:cubicBezTo>
                    <a:pt x="1025" y="813"/>
                    <a:pt x="1150" y="813"/>
                    <a:pt x="1150" y="726"/>
                  </a:cubicBezTo>
                  <a:cubicBezTo>
                    <a:pt x="1225" y="1"/>
                    <a:pt x="2437" y="263"/>
                    <a:pt x="2762" y="488"/>
                  </a:cubicBezTo>
                  <a:cubicBezTo>
                    <a:pt x="3249" y="838"/>
                    <a:pt x="3387" y="1500"/>
                    <a:pt x="3099" y="2025"/>
                  </a:cubicBezTo>
                  <a:cubicBezTo>
                    <a:pt x="2475" y="3037"/>
                    <a:pt x="1125" y="2937"/>
                    <a:pt x="150" y="2713"/>
                  </a:cubicBezTo>
                  <a:cubicBezTo>
                    <a:pt x="38" y="2688"/>
                    <a:pt x="0" y="2863"/>
                    <a:pt x="113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52"/>
            <p:cNvSpPr/>
            <p:nvPr/>
          </p:nvSpPr>
          <p:spPr>
            <a:xfrm>
              <a:off x="7866799" y="4483138"/>
              <a:ext cx="41268" cy="54091"/>
            </a:xfrm>
            <a:custGeom>
              <a:avLst/>
              <a:gdLst/>
              <a:ahLst/>
              <a:cxnLst/>
              <a:rect l="l" t="t" r="r" b="b"/>
              <a:pathLst>
                <a:path w="1326" h="1738" extrusionOk="0">
                  <a:moveTo>
                    <a:pt x="101" y="1550"/>
                  </a:moveTo>
                  <a:cubicBezTo>
                    <a:pt x="638" y="1737"/>
                    <a:pt x="1325" y="1412"/>
                    <a:pt x="1263" y="762"/>
                  </a:cubicBezTo>
                  <a:cubicBezTo>
                    <a:pt x="1213" y="338"/>
                    <a:pt x="513" y="0"/>
                    <a:pt x="251" y="425"/>
                  </a:cubicBezTo>
                  <a:cubicBezTo>
                    <a:pt x="176" y="538"/>
                    <a:pt x="351" y="637"/>
                    <a:pt x="426" y="525"/>
                  </a:cubicBezTo>
                  <a:cubicBezTo>
                    <a:pt x="538" y="463"/>
                    <a:pt x="676" y="438"/>
                    <a:pt x="801" y="488"/>
                  </a:cubicBezTo>
                  <a:cubicBezTo>
                    <a:pt x="1076" y="712"/>
                    <a:pt x="1125" y="937"/>
                    <a:pt x="951" y="1137"/>
                  </a:cubicBezTo>
                  <a:cubicBezTo>
                    <a:pt x="776" y="1450"/>
                    <a:pt x="451" y="1487"/>
                    <a:pt x="138" y="1400"/>
                  </a:cubicBezTo>
                  <a:cubicBezTo>
                    <a:pt x="38" y="1362"/>
                    <a:pt x="1" y="1525"/>
                    <a:pt x="101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4" name="Google Shape;4064;p52"/>
            <p:cNvSpPr/>
            <p:nvPr/>
          </p:nvSpPr>
          <p:spPr>
            <a:xfrm>
              <a:off x="8354520" y="4472619"/>
              <a:ext cx="39712" cy="39712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326" y="351"/>
                  </a:moveTo>
                  <a:cubicBezTo>
                    <a:pt x="1" y="713"/>
                    <a:pt x="451" y="1275"/>
                    <a:pt x="863" y="950"/>
                  </a:cubicBezTo>
                  <a:cubicBezTo>
                    <a:pt x="1275" y="626"/>
                    <a:pt x="800" y="1"/>
                    <a:pt x="401" y="301"/>
                  </a:cubicBezTo>
                  <a:cubicBezTo>
                    <a:pt x="326" y="351"/>
                    <a:pt x="376" y="463"/>
                    <a:pt x="463" y="451"/>
                  </a:cubicBezTo>
                  <a:lnTo>
                    <a:pt x="463" y="451"/>
                  </a:lnTo>
                  <a:cubicBezTo>
                    <a:pt x="501" y="376"/>
                    <a:pt x="401" y="276"/>
                    <a:pt x="3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5" name="Google Shape;4065;p52"/>
            <p:cNvSpPr/>
            <p:nvPr/>
          </p:nvSpPr>
          <p:spPr>
            <a:xfrm>
              <a:off x="8202829" y="4392883"/>
              <a:ext cx="96884" cy="140829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4462"/>
                  </a:moveTo>
                  <a:cubicBezTo>
                    <a:pt x="1551" y="3363"/>
                    <a:pt x="2575" y="1850"/>
                    <a:pt x="3088" y="151"/>
                  </a:cubicBezTo>
                  <a:cubicBezTo>
                    <a:pt x="3113" y="63"/>
                    <a:pt x="2975" y="1"/>
                    <a:pt x="2925" y="88"/>
                  </a:cubicBezTo>
                  <a:cubicBezTo>
                    <a:pt x="2188" y="1700"/>
                    <a:pt x="1413" y="3188"/>
                    <a:pt x="63" y="4375"/>
                  </a:cubicBezTo>
                  <a:cubicBezTo>
                    <a:pt x="1" y="4437"/>
                    <a:pt x="88" y="4525"/>
                    <a:pt x="1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52"/>
            <p:cNvSpPr/>
            <p:nvPr/>
          </p:nvSpPr>
          <p:spPr>
            <a:xfrm>
              <a:off x="8281786" y="4367238"/>
              <a:ext cx="38156" cy="40459"/>
            </a:xfrm>
            <a:custGeom>
              <a:avLst/>
              <a:gdLst/>
              <a:ahLst/>
              <a:cxnLst/>
              <a:rect l="l" t="t" r="r" b="b"/>
              <a:pathLst>
                <a:path w="1226" h="1300" extrusionOk="0">
                  <a:moveTo>
                    <a:pt x="501" y="800"/>
                  </a:moveTo>
                  <a:lnTo>
                    <a:pt x="501" y="737"/>
                  </a:lnTo>
                  <a:cubicBezTo>
                    <a:pt x="426" y="662"/>
                    <a:pt x="313" y="750"/>
                    <a:pt x="363" y="850"/>
                  </a:cubicBezTo>
                  <a:cubicBezTo>
                    <a:pt x="601" y="1300"/>
                    <a:pt x="1225" y="750"/>
                    <a:pt x="888" y="375"/>
                  </a:cubicBezTo>
                  <a:cubicBezTo>
                    <a:pt x="551" y="0"/>
                    <a:pt x="1" y="550"/>
                    <a:pt x="388" y="912"/>
                  </a:cubicBezTo>
                  <a:cubicBezTo>
                    <a:pt x="463" y="975"/>
                    <a:pt x="563" y="875"/>
                    <a:pt x="501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7" name="Google Shape;4067;p52"/>
            <p:cNvSpPr/>
            <p:nvPr/>
          </p:nvSpPr>
          <p:spPr>
            <a:xfrm>
              <a:off x="8252625" y="4374241"/>
              <a:ext cx="7034" cy="11671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213" y="263"/>
                  </a:moveTo>
                  <a:cubicBezTo>
                    <a:pt x="225" y="188"/>
                    <a:pt x="200" y="113"/>
                    <a:pt x="150" y="63"/>
                  </a:cubicBezTo>
                  <a:cubicBezTo>
                    <a:pt x="113" y="0"/>
                    <a:pt x="1" y="13"/>
                    <a:pt x="1" y="100"/>
                  </a:cubicBezTo>
                  <a:cubicBezTo>
                    <a:pt x="1" y="150"/>
                    <a:pt x="13" y="213"/>
                    <a:pt x="13" y="263"/>
                  </a:cubicBezTo>
                  <a:cubicBezTo>
                    <a:pt x="26" y="375"/>
                    <a:pt x="188" y="375"/>
                    <a:pt x="2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8" name="Google Shape;4068;p52"/>
            <p:cNvSpPr/>
            <p:nvPr/>
          </p:nvSpPr>
          <p:spPr>
            <a:xfrm>
              <a:off x="8082665" y="4414669"/>
              <a:ext cx="12480" cy="859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313" y="88"/>
                  </a:moveTo>
                  <a:cubicBezTo>
                    <a:pt x="250" y="51"/>
                    <a:pt x="175" y="26"/>
                    <a:pt x="100" y="13"/>
                  </a:cubicBezTo>
                  <a:cubicBezTo>
                    <a:pt x="38" y="1"/>
                    <a:pt x="0" y="63"/>
                    <a:pt x="50" y="113"/>
                  </a:cubicBezTo>
                  <a:cubicBezTo>
                    <a:pt x="100" y="176"/>
                    <a:pt x="163" y="226"/>
                    <a:pt x="250" y="251"/>
                  </a:cubicBezTo>
                  <a:cubicBezTo>
                    <a:pt x="338" y="276"/>
                    <a:pt x="400" y="138"/>
                    <a:pt x="31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52"/>
            <p:cNvSpPr/>
            <p:nvPr/>
          </p:nvSpPr>
          <p:spPr>
            <a:xfrm>
              <a:off x="8075662" y="4550425"/>
              <a:ext cx="195263" cy="34639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101" y="1100"/>
                  </a:moveTo>
                  <a:cubicBezTo>
                    <a:pt x="963" y="1112"/>
                    <a:pt x="1813" y="1025"/>
                    <a:pt x="2662" y="850"/>
                  </a:cubicBezTo>
                  <a:cubicBezTo>
                    <a:pt x="3812" y="625"/>
                    <a:pt x="4937" y="175"/>
                    <a:pt x="6111" y="500"/>
                  </a:cubicBezTo>
                  <a:cubicBezTo>
                    <a:pt x="6224" y="525"/>
                    <a:pt x="6274" y="362"/>
                    <a:pt x="6161" y="313"/>
                  </a:cubicBezTo>
                  <a:cubicBezTo>
                    <a:pt x="5362" y="0"/>
                    <a:pt x="4649" y="163"/>
                    <a:pt x="3837" y="337"/>
                  </a:cubicBezTo>
                  <a:cubicBezTo>
                    <a:pt x="2587" y="612"/>
                    <a:pt x="1375" y="862"/>
                    <a:pt x="101" y="925"/>
                  </a:cubicBezTo>
                  <a:cubicBezTo>
                    <a:pt x="1" y="937"/>
                    <a:pt x="1" y="1087"/>
                    <a:pt x="101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52"/>
            <p:cNvSpPr/>
            <p:nvPr/>
          </p:nvSpPr>
          <p:spPr>
            <a:xfrm>
              <a:off x="8256515" y="4546535"/>
              <a:ext cx="40864" cy="38903"/>
            </a:xfrm>
            <a:custGeom>
              <a:avLst/>
              <a:gdLst/>
              <a:ahLst/>
              <a:cxnLst/>
              <a:rect l="l" t="t" r="r" b="b"/>
              <a:pathLst>
                <a:path w="1313" h="1250" extrusionOk="0">
                  <a:moveTo>
                    <a:pt x="450" y="550"/>
                  </a:moveTo>
                  <a:lnTo>
                    <a:pt x="563" y="587"/>
                  </a:lnTo>
                  <a:cubicBezTo>
                    <a:pt x="613" y="512"/>
                    <a:pt x="550" y="413"/>
                    <a:pt x="463" y="425"/>
                  </a:cubicBezTo>
                  <a:cubicBezTo>
                    <a:pt x="1" y="587"/>
                    <a:pt x="463" y="1250"/>
                    <a:pt x="850" y="1012"/>
                  </a:cubicBezTo>
                  <a:cubicBezTo>
                    <a:pt x="1313" y="712"/>
                    <a:pt x="775" y="0"/>
                    <a:pt x="350" y="438"/>
                  </a:cubicBezTo>
                  <a:cubicBezTo>
                    <a:pt x="288" y="500"/>
                    <a:pt x="363" y="600"/>
                    <a:pt x="450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52"/>
            <p:cNvSpPr/>
            <p:nvPr/>
          </p:nvSpPr>
          <p:spPr>
            <a:xfrm>
              <a:off x="8261961" y="4485473"/>
              <a:ext cx="90660" cy="2801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100" y="263"/>
                  </a:moveTo>
                  <a:cubicBezTo>
                    <a:pt x="413" y="562"/>
                    <a:pt x="813" y="750"/>
                    <a:pt x="1225" y="800"/>
                  </a:cubicBezTo>
                  <a:cubicBezTo>
                    <a:pt x="1700" y="862"/>
                    <a:pt x="2400" y="900"/>
                    <a:pt x="2812" y="637"/>
                  </a:cubicBezTo>
                  <a:cubicBezTo>
                    <a:pt x="2912" y="575"/>
                    <a:pt x="2850" y="413"/>
                    <a:pt x="2725" y="438"/>
                  </a:cubicBezTo>
                  <a:cubicBezTo>
                    <a:pt x="1937" y="637"/>
                    <a:pt x="900" y="687"/>
                    <a:pt x="263" y="100"/>
                  </a:cubicBezTo>
                  <a:cubicBezTo>
                    <a:pt x="163" y="0"/>
                    <a:pt x="0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52"/>
            <p:cNvSpPr/>
            <p:nvPr/>
          </p:nvSpPr>
          <p:spPr>
            <a:xfrm>
              <a:off x="8263518" y="4477287"/>
              <a:ext cx="87921" cy="29193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2762" y="738"/>
                  </a:moveTo>
                  <a:cubicBezTo>
                    <a:pt x="2250" y="51"/>
                    <a:pt x="813" y="1"/>
                    <a:pt x="113" y="376"/>
                  </a:cubicBezTo>
                  <a:cubicBezTo>
                    <a:pt x="0" y="426"/>
                    <a:pt x="88" y="563"/>
                    <a:pt x="188" y="551"/>
                  </a:cubicBezTo>
                  <a:cubicBezTo>
                    <a:pt x="900" y="438"/>
                    <a:pt x="2062" y="176"/>
                    <a:pt x="2612" y="850"/>
                  </a:cubicBezTo>
                  <a:cubicBezTo>
                    <a:pt x="2687" y="938"/>
                    <a:pt x="2825" y="825"/>
                    <a:pt x="27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3" name="Google Shape;4073;p52"/>
            <p:cNvSpPr/>
            <p:nvPr/>
          </p:nvSpPr>
          <p:spPr>
            <a:xfrm>
              <a:off x="8139432" y="4495961"/>
              <a:ext cx="22221" cy="69652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413" y="2087"/>
                  </a:moveTo>
                  <a:cubicBezTo>
                    <a:pt x="238" y="1450"/>
                    <a:pt x="326" y="775"/>
                    <a:pt x="663" y="213"/>
                  </a:cubicBezTo>
                  <a:cubicBezTo>
                    <a:pt x="713" y="101"/>
                    <a:pt x="551" y="1"/>
                    <a:pt x="476" y="101"/>
                  </a:cubicBezTo>
                  <a:cubicBezTo>
                    <a:pt x="88" y="713"/>
                    <a:pt x="1" y="1450"/>
                    <a:pt x="238" y="2137"/>
                  </a:cubicBezTo>
                  <a:cubicBezTo>
                    <a:pt x="276" y="2237"/>
                    <a:pt x="426" y="2200"/>
                    <a:pt x="413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4" name="Google Shape;4074;p52"/>
            <p:cNvSpPr/>
            <p:nvPr/>
          </p:nvSpPr>
          <p:spPr>
            <a:xfrm>
              <a:off x="8148395" y="4495961"/>
              <a:ext cx="20261" cy="67691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188" y="188"/>
                  </a:moveTo>
                  <a:cubicBezTo>
                    <a:pt x="313" y="550"/>
                    <a:pt x="363" y="950"/>
                    <a:pt x="300" y="1338"/>
                  </a:cubicBezTo>
                  <a:cubicBezTo>
                    <a:pt x="250" y="1613"/>
                    <a:pt x="113" y="1788"/>
                    <a:pt x="13" y="2038"/>
                  </a:cubicBezTo>
                  <a:cubicBezTo>
                    <a:pt x="0" y="2075"/>
                    <a:pt x="25" y="2112"/>
                    <a:pt x="63" y="2125"/>
                  </a:cubicBezTo>
                  <a:cubicBezTo>
                    <a:pt x="363" y="2175"/>
                    <a:pt x="463" y="1850"/>
                    <a:pt x="538" y="1613"/>
                  </a:cubicBezTo>
                  <a:cubicBezTo>
                    <a:pt x="650" y="1113"/>
                    <a:pt x="600" y="600"/>
                    <a:pt x="400" y="126"/>
                  </a:cubicBezTo>
                  <a:cubicBezTo>
                    <a:pt x="350" y="1"/>
                    <a:pt x="150" y="51"/>
                    <a:pt x="18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5" name="Google Shape;4075;p52"/>
            <p:cNvSpPr/>
            <p:nvPr/>
          </p:nvSpPr>
          <p:spPr>
            <a:xfrm>
              <a:off x="7726001" y="4456280"/>
              <a:ext cx="103109" cy="33488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126" y="926"/>
                  </a:moveTo>
                  <a:cubicBezTo>
                    <a:pt x="1138" y="1076"/>
                    <a:pt x="2500" y="926"/>
                    <a:pt x="3263" y="163"/>
                  </a:cubicBezTo>
                  <a:cubicBezTo>
                    <a:pt x="3313" y="113"/>
                    <a:pt x="3263" y="1"/>
                    <a:pt x="3175" y="26"/>
                  </a:cubicBezTo>
                  <a:cubicBezTo>
                    <a:pt x="2713" y="188"/>
                    <a:pt x="2300" y="476"/>
                    <a:pt x="1813" y="601"/>
                  </a:cubicBezTo>
                  <a:cubicBezTo>
                    <a:pt x="1276" y="738"/>
                    <a:pt x="713" y="776"/>
                    <a:pt x="151" y="713"/>
                  </a:cubicBezTo>
                  <a:cubicBezTo>
                    <a:pt x="38" y="701"/>
                    <a:pt x="1" y="913"/>
                    <a:pt x="126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52"/>
            <p:cNvSpPr/>
            <p:nvPr/>
          </p:nvSpPr>
          <p:spPr>
            <a:xfrm>
              <a:off x="7703468" y="4445387"/>
              <a:ext cx="125268" cy="38561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887" y="238"/>
                  </a:moveTo>
                  <a:cubicBezTo>
                    <a:pt x="3262" y="126"/>
                    <a:pt x="2612" y="1"/>
                    <a:pt x="1975" y="101"/>
                  </a:cubicBezTo>
                  <a:cubicBezTo>
                    <a:pt x="1300" y="201"/>
                    <a:pt x="712" y="551"/>
                    <a:pt x="138" y="926"/>
                  </a:cubicBezTo>
                  <a:cubicBezTo>
                    <a:pt x="0" y="1013"/>
                    <a:pt x="138" y="1238"/>
                    <a:pt x="275" y="1151"/>
                  </a:cubicBezTo>
                  <a:cubicBezTo>
                    <a:pt x="737" y="838"/>
                    <a:pt x="1225" y="526"/>
                    <a:pt x="1787" y="388"/>
                  </a:cubicBezTo>
                  <a:cubicBezTo>
                    <a:pt x="2450" y="226"/>
                    <a:pt x="3162" y="338"/>
                    <a:pt x="3837" y="451"/>
                  </a:cubicBezTo>
                  <a:cubicBezTo>
                    <a:pt x="3962" y="463"/>
                    <a:pt x="4024" y="263"/>
                    <a:pt x="3887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52"/>
            <p:cNvSpPr/>
            <p:nvPr/>
          </p:nvSpPr>
          <p:spPr>
            <a:xfrm>
              <a:off x="8329248" y="3616190"/>
              <a:ext cx="248544" cy="686127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4499" y="88"/>
                  </a:moveTo>
                  <a:cubicBezTo>
                    <a:pt x="3187" y="1426"/>
                    <a:pt x="2700" y="2938"/>
                    <a:pt x="2912" y="4837"/>
                  </a:cubicBezTo>
                  <a:cubicBezTo>
                    <a:pt x="3087" y="6237"/>
                    <a:pt x="3699" y="7487"/>
                    <a:pt x="4237" y="8761"/>
                  </a:cubicBezTo>
                  <a:cubicBezTo>
                    <a:pt x="6111" y="13235"/>
                    <a:pt x="7986" y="21470"/>
                    <a:pt x="213" y="21808"/>
                  </a:cubicBezTo>
                  <a:cubicBezTo>
                    <a:pt x="125" y="21808"/>
                    <a:pt x="125" y="21933"/>
                    <a:pt x="213" y="21945"/>
                  </a:cubicBezTo>
                  <a:cubicBezTo>
                    <a:pt x="3250" y="22045"/>
                    <a:pt x="5586" y="20071"/>
                    <a:pt x="6274" y="17084"/>
                  </a:cubicBezTo>
                  <a:cubicBezTo>
                    <a:pt x="7598" y="11435"/>
                    <a:pt x="0" y="5012"/>
                    <a:pt x="4637" y="213"/>
                  </a:cubicBezTo>
                  <a:cubicBezTo>
                    <a:pt x="4712" y="138"/>
                    <a:pt x="4587" y="1"/>
                    <a:pt x="4499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52"/>
            <p:cNvSpPr/>
            <p:nvPr/>
          </p:nvSpPr>
          <p:spPr>
            <a:xfrm>
              <a:off x="8205941" y="4070859"/>
              <a:ext cx="150944" cy="225234"/>
            </a:xfrm>
            <a:custGeom>
              <a:avLst/>
              <a:gdLst/>
              <a:ahLst/>
              <a:cxnLst/>
              <a:rect l="l" t="t" r="r" b="b"/>
              <a:pathLst>
                <a:path w="4850" h="7237" extrusionOk="0">
                  <a:moveTo>
                    <a:pt x="3175" y="7036"/>
                  </a:moveTo>
                  <a:cubicBezTo>
                    <a:pt x="1438" y="6911"/>
                    <a:pt x="438" y="4949"/>
                    <a:pt x="626" y="3400"/>
                  </a:cubicBezTo>
                  <a:cubicBezTo>
                    <a:pt x="838" y="1775"/>
                    <a:pt x="3138" y="113"/>
                    <a:pt x="4650" y="1513"/>
                  </a:cubicBezTo>
                  <a:cubicBezTo>
                    <a:pt x="4737" y="1588"/>
                    <a:pt x="4850" y="1463"/>
                    <a:pt x="4775" y="1388"/>
                  </a:cubicBezTo>
                  <a:cubicBezTo>
                    <a:pt x="3525" y="1"/>
                    <a:pt x="988" y="1313"/>
                    <a:pt x="538" y="2825"/>
                  </a:cubicBezTo>
                  <a:cubicBezTo>
                    <a:pt x="1" y="4637"/>
                    <a:pt x="1163" y="7086"/>
                    <a:pt x="3175" y="7224"/>
                  </a:cubicBezTo>
                  <a:cubicBezTo>
                    <a:pt x="3300" y="7236"/>
                    <a:pt x="3300" y="7049"/>
                    <a:pt x="3175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52"/>
            <p:cNvSpPr/>
            <p:nvPr/>
          </p:nvSpPr>
          <p:spPr>
            <a:xfrm>
              <a:off x="8288011" y="4136994"/>
              <a:ext cx="96106" cy="91407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2463" y="163"/>
                  </a:moveTo>
                  <a:cubicBezTo>
                    <a:pt x="2837" y="900"/>
                    <a:pt x="2600" y="1800"/>
                    <a:pt x="1925" y="2274"/>
                  </a:cubicBezTo>
                  <a:cubicBezTo>
                    <a:pt x="1175" y="2749"/>
                    <a:pt x="338" y="2237"/>
                    <a:pt x="201" y="1425"/>
                  </a:cubicBezTo>
                  <a:cubicBezTo>
                    <a:pt x="188" y="1312"/>
                    <a:pt x="1" y="1337"/>
                    <a:pt x="13" y="1450"/>
                  </a:cubicBezTo>
                  <a:cubicBezTo>
                    <a:pt x="88" y="2324"/>
                    <a:pt x="1013" y="2937"/>
                    <a:pt x="1838" y="2549"/>
                  </a:cubicBezTo>
                  <a:cubicBezTo>
                    <a:pt x="2738" y="2137"/>
                    <a:pt x="3087" y="900"/>
                    <a:pt x="2588" y="75"/>
                  </a:cubicBezTo>
                  <a:cubicBezTo>
                    <a:pt x="2538" y="0"/>
                    <a:pt x="2425" y="75"/>
                    <a:pt x="2463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52"/>
            <p:cNvSpPr/>
            <p:nvPr/>
          </p:nvSpPr>
          <p:spPr>
            <a:xfrm>
              <a:off x="8295418" y="4170419"/>
              <a:ext cx="405" cy="436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0" y="1"/>
                  </a:moveTo>
                  <a:lnTo>
                    <a:pt x="0" y="13"/>
                  </a:lnTo>
                  <a:cubicBezTo>
                    <a:pt x="0" y="13"/>
                    <a:pt x="13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52"/>
            <p:cNvSpPr/>
            <p:nvPr/>
          </p:nvSpPr>
          <p:spPr>
            <a:xfrm>
              <a:off x="8387976" y="4153302"/>
              <a:ext cx="129532" cy="257134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3987" y="101"/>
                  </a:moveTo>
                  <a:cubicBezTo>
                    <a:pt x="3712" y="1288"/>
                    <a:pt x="3175" y="2400"/>
                    <a:pt x="2450" y="3375"/>
                  </a:cubicBezTo>
                  <a:cubicBezTo>
                    <a:pt x="1925" y="4087"/>
                    <a:pt x="1225" y="4737"/>
                    <a:pt x="863" y="5562"/>
                  </a:cubicBezTo>
                  <a:cubicBezTo>
                    <a:pt x="450" y="6474"/>
                    <a:pt x="463" y="7436"/>
                    <a:pt x="1150" y="8199"/>
                  </a:cubicBezTo>
                  <a:cubicBezTo>
                    <a:pt x="1213" y="8261"/>
                    <a:pt x="1338" y="8174"/>
                    <a:pt x="1275" y="8086"/>
                  </a:cubicBezTo>
                  <a:cubicBezTo>
                    <a:pt x="0" y="6212"/>
                    <a:pt x="1762" y="4725"/>
                    <a:pt x="2775" y="3275"/>
                  </a:cubicBezTo>
                  <a:cubicBezTo>
                    <a:pt x="3437" y="2325"/>
                    <a:pt x="3899" y="1263"/>
                    <a:pt x="4137" y="138"/>
                  </a:cubicBezTo>
                  <a:cubicBezTo>
                    <a:pt x="4162" y="38"/>
                    <a:pt x="4012" y="1"/>
                    <a:pt x="3987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2" name="Google Shape;4082;p52"/>
            <p:cNvSpPr/>
            <p:nvPr/>
          </p:nvSpPr>
          <p:spPr>
            <a:xfrm>
              <a:off x="8409762" y="3975966"/>
              <a:ext cx="101926" cy="110485"/>
            </a:xfrm>
            <a:custGeom>
              <a:avLst/>
              <a:gdLst/>
              <a:ahLst/>
              <a:cxnLst/>
              <a:rect l="l" t="t" r="r" b="b"/>
              <a:pathLst>
                <a:path w="3275" h="3550" extrusionOk="0">
                  <a:moveTo>
                    <a:pt x="2774" y="163"/>
                  </a:moveTo>
                  <a:cubicBezTo>
                    <a:pt x="2987" y="1138"/>
                    <a:pt x="3099" y="2500"/>
                    <a:pt x="2087" y="3112"/>
                  </a:cubicBezTo>
                  <a:cubicBezTo>
                    <a:pt x="1612" y="3375"/>
                    <a:pt x="1025" y="3287"/>
                    <a:pt x="638" y="2900"/>
                  </a:cubicBezTo>
                  <a:cubicBezTo>
                    <a:pt x="338" y="2575"/>
                    <a:pt x="0" y="1250"/>
                    <a:pt x="800" y="1163"/>
                  </a:cubicBezTo>
                  <a:cubicBezTo>
                    <a:pt x="875" y="1163"/>
                    <a:pt x="875" y="1025"/>
                    <a:pt x="800" y="1038"/>
                  </a:cubicBezTo>
                  <a:cubicBezTo>
                    <a:pt x="250" y="1088"/>
                    <a:pt x="75" y="1762"/>
                    <a:pt x="138" y="2237"/>
                  </a:cubicBezTo>
                  <a:cubicBezTo>
                    <a:pt x="200" y="2850"/>
                    <a:pt x="675" y="3350"/>
                    <a:pt x="1300" y="3450"/>
                  </a:cubicBezTo>
                  <a:cubicBezTo>
                    <a:pt x="1937" y="3550"/>
                    <a:pt x="2450" y="3187"/>
                    <a:pt x="2774" y="2650"/>
                  </a:cubicBezTo>
                  <a:cubicBezTo>
                    <a:pt x="3274" y="1850"/>
                    <a:pt x="3149" y="988"/>
                    <a:pt x="2949" y="113"/>
                  </a:cubicBezTo>
                  <a:cubicBezTo>
                    <a:pt x="2924" y="0"/>
                    <a:pt x="2762" y="50"/>
                    <a:pt x="2787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3" name="Google Shape;4083;p52"/>
            <p:cNvSpPr/>
            <p:nvPr/>
          </p:nvSpPr>
          <p:spPr>
            <a:xfrm>
              <a:off x="8424141" y="3906750"/>
              <a:ext cx="54495" cy="41642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1400" y="150"/>
                  </a:moveTo>
                  <a:cubicBezTo>
                    <a:pt x="1488" y="462"/>
                    <a:pt x="1450" y="787"/>
                    <a:pt x="1138" y="962"/>
                  </a:cubicBezTo>
                  <a:cubicBezTo>
                    <a:pt x="938" y="1137"/>
                    <a:pt x="713" y="1087"/>
                    <a:pt x="488" y="800"/>
                  </a:cubicBezTo>
                  <a:cubicBezTo>
                    <a:pt x="438" y="675"/>
                    <a:pt x="463" y="537"/>
                    <a:pt x="525" y="425"/>
                  </a:cubicBezTo>
                  <a:cubicBezTo>
                    <a:pt x="638" y="350"/>
                    <a:pt x="538" y="175"/>
                    <a:pt x="425" y="250"/>
                  </a:cubicBezTo>
                  <a:cubicBezTo>
                    <a:pt x="1" y="512"/>
                    <a:pt x="338" y="1212"/>
                    <a:pt x="763" y="1262"/>
                  </a:cubicBezTo>
                  <a:cubicBezTo>
                    <a:pt x="1425" y="1337"/>
                    <a:pt x="1750" y="637"/>
                    <a:pt x="1550" y="100"/>
                  </a:cubicBezTo>
                  <a:cubicBezTo>
                    <a:pt x="1513" y="0"/>
                    <a:pt x="1375" y="38"/>
                    <a:pt x="1388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52"/>
            <p:cNvSpPr/>
            <p:nvPr/>
          </p:nvSpPr>
          <p:spPr>
            <a:xfrm>
              <a:off x="8414026" y="4394844"/>
              <a:ext cx="39712" cy="39712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451" y="463"/>
                  </a:moveTo>
                  <a:lnTo>
                    <a:pt x="451" y="463"/>
                  </a:lnTo>
                  <a:cubicBezTo>
                    <a:pt x="463" y="375"/>
                    <a:pt x="351" y="325"/>
                    <a:pt x="288" y="388"/>
                  </a:cubicBezTo>
                  <a:cubicBezTo>
                    <a:pt x="1" y="800"/>
                    <a:pt x="626" y="1275"/>
                    <a:pt x="950" y="863"/>
                  </a:cubicBezTo>
                  <a:cubicBezTo>
                    <a:pt x="1275" y="438"/>
                    <a:pt x="713" y="0"/>
                    <a:pt x="351" y="325"/>
                  </a:cubicBezTo>
                  <a:cubicBezTo>
                    <a:pt x="276" y="388"/>
                    <a:pt x="376" y="488"/>
                    <a:pt x="451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52"/>
            <p:cNvSpPr/>
            <p:nvPr/>
          </p:nvSpPr>
          <p:spPr>
            <a:xfrm>
              <a:off x="8334290" y="4243557"/>
              <a:ext cx="140456" cy="96480"/>
            </a:xfrm>
            <a:custGeom>
              <a:avLst/>
              <a:gdLst/>
              <a:ahLst/>
              <a:cxnLst/>
              <a:rect l="l" t="t" r="r" b="b"/>
              <a:pathLst>
                <a:path w="4513" h="3100" extrusionOk="0">
                  <a:moveTo>
                    <a:pt x="4375" y="50"/>
                  </a:moveTo>
                  <a:cubicBezTo>
                    <a:pt x="3175" y="1412"/>
                    <a:pt x="1700" y="2175"/>
                    <a:pt x="88" y="2924"/>
                  </a:cubicBezTo>
                  <a:cubicBezTo>
                    <a:pt x="1" y="2962"/>
                    <a:pt x="63" y="3099"/>
                    <a:pt x="151" y="3074"/>
                  </a:cubicBezTo>
                  <a:cubicBezTo>
                    <a:pt x="1850" y="2562"/>
                    <a:pt x="3362" y="1550"/>
                    <a:pt x="4462" y="150"/>
                  </a:cubicBezTo>
                  <a:cubicBezTo>
                    <a:pt x="4512" y="88"/>
                    <a:pt x="4425" y="0"/>
                    <a:pt x="4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52"/>
            <p:cNvSpPr/>
            <p:nvPr/>
          </p:nvSpPr>
          <p:spPr>
            <a:xfrm>
              <a:off x="8308645" y="4322111"/>
              <a:ext cx="40459" cy="3853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388"/>
                  </a:moveTo>
                  <a:cubicBezTo>
                    <a:pt x="550" y="1"/>
                    <a:pt x="0" y="538"/>
                    <a:pt x="375" y="888"/>
                  </a:cubicBezTo>
                  <a:cubicBezTo>
                    <a:pt x="750" y="1238"/>
                    <a:pt x="1300" y="600"/>
                    <a:pt x="837" y="350"/>
                  </a:cubicBezTo>
                  <a:cubicBezTo>
                    <a:pt x="750" y="313"/>
                    <a:pt x="662" y="425"/>
                    <a:pt x="725" y="500"/>
                  </a:cubicBezTo>
                  <a:lnTo>
                    <a:pt x="800" y="500"/>
                  </a:lnTo>
                  <a:cubicBezTo>
                    <a:pt x="875" y="563"/>
                    <a:pt x="962" y="463"/>
                    <a:pt x="912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7" name="Google Shape;4087;p52"/>
            <p:cNvSpPr/>
            <p:nvPr/>
          </p:nvSpPr>
          <p:spPr>
            <a:xfrm>
              <a:off x="8315648" y="4292544"/>
              <a:ext cx="12076" cy="7438"/>
            </a:xfrm>
            <a:custGeom>
              <a:avLst/>
              <a:gdLst/>
              <a:ahLst/>
              <a:cxnLst/>
              <a:rect l="l" t="t" r="r" b="b"/>
              <a:pathLst>
                <a:path w="388" h="239" extrusionOk="0">
                  <a:moveTo>
                    <a:pt x="262" y="26"/>
                  </a:moveTo>
                  <a:cubicBezTo>
                    <a:pt x="212" y="26"/>
                    <a:pt x="150" y="26"/>
                    <a:pt x="100" y="13"/>
                  </a:cubicBezTo>
                  <a:cubicBezTo>
                    <a:pt x="13" y="1"/>
                    <a:pt x="0" y="126"/>
                    <a:pt x="50" y="176"/>
                  </a:cubicBezTo>
                  <a:cubicBezTo>
                    <a:pt x="112" y="213"/>
                    <a:pt x="187" y="238"/>
                    <a:pt x="262" y="226"/>
                  </a:cubicBezTo>
                  <a:cubicBezTo>
                    <a:pt x="387" y="226"/>
                    <a:pt x="387" y="38"/>
                    <a:pt x="2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8" name="Google Shape;4088;p52"/>
            <p:cNvSpPr/>
            <p:nvPr/>
          </p:nvSpPr>
          <p:spPr>
            <a:xfrm>
              <a:off x="8356076" y="4122989"/>
              <a:ext cx="8590" cy="12480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38" y="250"/>
                  </a:moveTo>
                  <a:cubicBezTo>
                    <a:pt x="226" y="163"/>
                    <a:pt x="176" y="88"/>
                    <a:pt x="101" y="38"/>
                  </a:cubicBezTo>
                  <a:cubicBezTo>
                    <a:pt x="63" y="0"/>
                    <a:pt x="1" y="38"/>
                    <a:pt x="13" y="100"/>
                  </a:cubicBezTo>
                  <a:cubicBezTo>
                    <a:pt x="26" y="175"/>
                    <a:pt x="51" y="250"/>
                    <a:pt x="88" y="313"/>
                  </a:cubicBezTo>
                  <a:cubicBezTo>
                    <a:pt x="138" y="400"/>
                    <a:pt x="276" y="338"/>
                    <a:pt x="251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9" name="Google Shape;4089;p52"/>
            <p:cNvSpPr/>
            <p:nvPr/>
          </p:nvSpPr>
          <p:spPr>
            <a:xfrm>
              <a:off x="8491832" y="4115986"/>
              <a:ext cx="34235" cy="195263"/>
            </a:xfrm>
            <a:custGeom>
              <a:avLst/>
              <a:gdLst/>
              <a:ahLst/>
              <a:cxnLst/>
              <a:rect l="l" t="t" r="r" b="b"/>
              <a:pathLst>
                <a:path w="1100" h="6274" extrusionOk="0">
                  <a:moveTo>
                    <a:pt x="925" y="100"/>
                  </a:moveTo>
                  <a:cubicBezTo>
                    <a:pt x="850" y="1375"/>
                    <a:pt x="612" y="2600"/>
                    <a:pt x="337" y="3837"/>
                  </a:cubicBezTo>
                  <a:cubicBezTo>
                    <a:pt x="150" y="4649"/>
                    <a:pt x="0" y="5361"/>
                    <a:pt x="312" y="6161"/>
                  </a:cubicBezTo>
                  <a:cubicBezTo>
                    <a:pt x="362" y="6274"/>
                    <a:pt x="525" y="6236"/>
                    <a:pt x="487" y="6111"/>
                  </a:cubicBezTo>
                  <a:cubicBezTo>
                    <a:pt x="175" y="4936"/>
                    <a:pt x="625" y="3812"/>
                    <a:pt x="850" y="2650"/>
                  </a:cubicBezTo>
                  <a:cubicBezTo>
                    <a:pt x="1025" y="1812"/>
                    <a:pt x="1100" y="963"/>
                    <a:pt x="1100" y="100"/>
                  </a:cubicBezTo>
                  <a:cubicBezTo>
                    <a:pt x="1087" y="0"/>
                    <a:pt x="937" y="0"/>
                    <a:pt x="925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52"/>
            <p:cNvSpPr/>
            <p:nvPr/>
          </p:nvSpPr>
          <p:spPr>
            <a:xfrm>
              <a:off x="8487537" y="4296434"/>
              <a:ext cx="38934" cy="41268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438" y="351"/>
                  </a:moveTo>
                  <a:cubicBezTo>
                    <a:pt x="1" y="776"/>
                    <a:pt x="725" y="1325"/>
                    <a:pt x="1013" y="851"/>
                  </a:cubicBezTo>
                  <a:cubicBezTo>
                    <a:pt x="1250" y="476"/>
                    <a:pt x="588" y="1"/>
                    <a:pt x="438" y="476"/>
                  </a:cubicBezTo>
                  <a:cubicBezTo>
                    <a:pt x="413" y="563"/>
                    <a:pt x="525" y="626"/>
                    <a:pt x="588" y="563"/>
                  </a:cubicBezTo>
                  <a:lnTo>
                    <a:pt x="563" y="451"/>
                  </a:lnTo>
                  <a:cubicBezTo>
                    <a:pt x="613" y="363"/>
                    <a:pt x="500" y="276"/>
                    <a:pt x="4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52"/>
            <p:cNvSpPr/>
            <p:nvPr/>
          </p:nvSpPr>
          <p:spPr>
            <a:xfrm>
              <a:off x="8426475" y="4302285"/>
              <a:ext cx="28041" cy="90629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113" y="263"/>
                  </a:moveTo>
                  <a:cubicBezTo>
                    <a:pt x="688" y="900"/>
                    <a:pt x="650" y="1937"/>
                    <a:pt x="450" y="2724"/>
                  </a:cubicBezTo>
                  <a:cubicBezTo>
                    <a:pt x="425" y="2837"/>
                    <a:pt x="588" y="2912"/>
                    <a:pt x="650" y="2812"/>
                  </a:cubicBezTo>
                  <a:cubicBezTo>
                    <a:pt x="900" y="2387"/>
                    <a:pt x="875" y="1687"/>
                    <a:pt x="800" y="1225"/>
                  </a:cubicBezTo>
                  <a:cubicBezTo>
                    <a:pt x="750" y="800"/>
                    <a:pt x="563" y="413"/>
                    <a:pt x="263" y="100"/>
                  </a:cubicBezTo>
                  <a:cubicBezTo>
                    <a:pt x="163" y="0"/>
                    <a:pt x="1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52"/>
            <p:cNvSpPr/>
            <p:nvPr/>
          </p:nvSpPr>
          <p:spPr>
            <a:xfrm>
              <a:off x="8418321" y="4304215"/>
              <a:ext cx="29193" cy="87921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62" y="2612"/>
                  </a:moveTo>
                  <a:cubicBezTo>
                    <a:pt x="188" y="2063"/>
                    <a:pt x="450" y="888"/>
                    <a:pt x="550" y="176"/>
                  </a:cubicBezTo>
                  <a:cubicBezTo>
                    <a:pt x="562" y="76"/>
                    <a:pt x="425" y="1"/>
                    <a:pt x="375" y="101"/>
                  </a:cubicBezTo>
                  <a:cubicBezTo>
                    <a:pt x="0" y="800"/>
                    <a:pt x="63" y="2238"/>
                    <a:pt x="737" y="2750"/>
                  </a:cubicBezTo>
                  <a:cubicBezTo>
                    <a:pt x="825" y="2825"/>
                    <a:pt x="937" y="2675"/>
                    <a:pt x="850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52"/>
            <p:cNvSpPr/>
            <p:nvPr/>
          </p:nvSpPr>
          <p:spPr>
            <a:xfrm>
              <a:off x="8436963" y="4179756"/>
              <a:ext cx="70430" cy="22221"/>
            </a:xfrm>
            <a:custGeom>
              <a:avLst/>
              <a:gdLst/>
              <a:ahLst/>
              <a:cxnLst/>
              <a:rect l="l" t="t" r="r" b="b"/>
              <a:pathLst>
                <a:path w="2263" h="714" extrusionOk="0">
                  <a:moveTo>
                    <a:pt x="2150" y="238"/>
                  </a:moveTo>
                  <a:cubicBezTo>
                    <a:pt x="1463" y="1"/>
                    <a:pt x="726" y="88"/>
                    <a:pt x="113" y="476"/>
                  </a:cubicBezTo>
                  <a:cubicBezTo>
                    <a:pt x="1" y="551"/>
                    <a:pt x="101" y="713"/>
                    <a:pt x="226" y="663"/>
                  </a:cubicBezTo>
                  <a:cubicBezTo>
                    <a:pt x="788" y="326"/>
                    <a:pt x="1463" y="238"/>
                    <a:pt x="2100" y="413"/>
                  </a:cubicBezTo>
                  <a:cubicBezTo>
                    <a:pt x="2213" y="438"/>
                    <a:pt x="2263" y="263"/>
                    <a:pt x="2150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52"/>
            <p:cNvSpPr/>
            <p:nvPr/>
          </p:nvSpPr>
          <p:spPr>
            <a:xfrm>
              <a:off x="8437368" y="4188719"/>
              <a:ext cx="70026" cy="26454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25" y="400"/>
                  </a:moveTo>
                  <a:cubicBezTo>
                    <a:pt x="475" y="538"/>
                    <a:pt x="2250" y="850"/>
                    <a:pt x="2125" y="63"/>
                  </a:cubicBezTo>
                  <a:cubicBezTo>
                    <a:pt x="2112" y="25"/>
                    <a:pt x="2075" y="0"/>
                    <a:pt x="2037" y="13"/>
                  </a:cubicBezTo>
                  <a:cubicBezTo>
                    <a:pt x="1788" y="113"/>
                    <a:pt x="1613" y="250"/>
                    <a:pt x="1338" y="300"/>
                  </a:cubicBezTo>
                  <a:cubicBezTo>
                    <a:pt x="950" y="363"/>
                    <a:pt x="550" y="313"/>
                    <a:pt x="188" y="188"/>
                  </a:cubicBezTo>
                  <a:cubicBezTo>
                    <a:pt x="50" y="138"/>
                    <a:pt x="0" y="338"/>
                    <a:pt x="125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4095;p52"/>
            <p:cNvSpPr/>
            <p:nvPr/>
          </p:nvSpPr>
          <p:spPr>
            <a:xfrm>
              <a:off x="8397687" y="3766325"/>
              <a:ext cx="33114" cy="103109"/>
            </a:xfrm>
            <a:custGeom>
              <a:avLst/>
              <a:gdLst/>
              <a:ahLst/>
              <a:cxnLst/>
              <a:rect l="l" t="t" r="r" b="b"/>
              <a:pathLst>
                <a:path w="1064" h="3313" extrusionOk="0">
                  <a:moveTo>
                    <a:pt x="713" y="151"/>
                  </a:moveTo>
                  <a:cubicBezTo>
                    <a:pt x="776" y="713"/>
                    <a:pt x="738" y="1275"/>
                    <a:pt x="601" y="1813"/>
                  </a:cubicBezTo>
                  <a:cubicBezTo>
                    <a:pt x="463" y="2300"/>
                    <a:pt x="188" y="2713"/>
                    <a:pt x="26" y="3175"/>
                  </a:cubicBezTo>
                  <a:cubicBezTo>
                    <a:pt x="1" y="3262"/>
                    <a:pt x="101" y="3312"/>
                    <a:pt x="163" y="3262"/>
                  </a:cubicBezTo>
                  <a:cubicBezTo>
                    <a:pt x="938" y="2500"/>
                    <a:pt x="1063" y="1138"/>
                    <a:pt x="926" y="126"/>
                  </a:cubicBezTo>
                  <a:cubicBezTo>
                    <a:pt x="913" y="1"/>
                    <a:pt x="701" y="26"/>
                    <a:pt x="71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6" name="Google Shape;4096;p52"/>
            <p:cNvSpPr/>
            <p:nvPr/>
          </p:nvSpPr>
          <p:spPr>
            <a:xfrm>
              <a:off x="8386794" y="3744166"/>
              <a:ext cx="38561" cy="125268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438" y="3824"/>
                  </a:moveTo>
                  <a:cubicBezTo>
                    <a:pt x="338" y="3150"/>
                    <a:pt x="226" y="2450"/>
                    <a:pt x="388" y="1775"/>
                  </a:cubicBezTo>
                  <a:cubicBezTo>
                    <a:pt x="513" y="1225"/>
                    <a:pt x="838" y="738"/>
                    <a:pt x="1138" y="263"/>
                  </a:cubicBezTo>
                  <a:cubicBezTo>
                    <a:pt x="1238" y="125"/>
                    <a:pt x="1013" y="0"/>
                    <a:pt x="913" y="138"/>
                  </a:cubicBezTo>
                  <a:cubicBezTo>
                    <a:pt x="551" y="700"/>
                    <a:pt x="201" y="1288"/>
                    <a:pt x="88" y="1975"/>
                  </a:cubicBezTo>
                  <a:cubicBezTo>
                    <a:pt x="1" y="2612"/>
                    <a:pt x="126" y="3262"/>
                    <a:pt x="238" y="3887"/>
                  </a:cubicBezTo>
                  <a:cubicBezTo>
                    <a:pt x="263" y="4024"/>
                    <a:pt x="463" y="3962"/>
                    <a:pt x="43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7" name="Google Shape;4097;p52"/>
            <p:cNvSpPr/>
            <p:nvPr/>
          </p:nvSpPr>
          <p:spPr>
            <a:xfrm>
              <a:off x="8191967" y="4248226"/>
              <a:ext cx="10519" cy="10146"/>
            </a:xfrm>
            <a:custGeom>
              <a:avLst/>
              <a:gdLst/>
              <a:ahLst/>
              <a:cxnLst/>
              <a:rect l="l" t="t" r="r" b="b"/>
              <a:pathLst>
                <a:path w="338" h="326" extrusionOk="0">
                  <a:moveTo>
                    <a:pt x="88" y="313"/>
                  </a:moveTo>
                  <a:cubicBezTo>
                    <a:pt x="175" y="325"/>
                    <a:pt x="262" y="288"/>
                    <a:pt x="312" y="213"/>
                  </a:cubicBezTo>
                  <a:cubicBezTo>
                    <a:pt x="325" y="200"/>
                    <a:pt x="337" y="163"/>
                    <a:pt x="325" y="138"/>
                  </a:cubicBezTo>
                  <a:lnTo>
                    <a:pt x="300" y="50"/>
                  </a:lnTo>
                  <a:cubicBezTo>
                    <a:pt x="287" y="13"/>
                    <a:pt x="225" y="0"/>
                    <a:pt x="212" y="38"/>
                  </a:cubicBezTo>
                  <a:lnTo>
                    <a:pt x="75" y="175"/>
                  </a:lnTo>
                  <a:cubicBezTo>
                    <a:pt x="0" y="200"/>
                    <a:pt x="13" y="325"/>
                    <a:pt x="8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52"/>
            <p:cNvSpPr/>
            <p:nvPr/>
          </p:nvSpPr>
          <p:spPr>
            <a:xfrm>
              <a:off x="8121568" y="4239667"/>
              <a:ext cx="73138" cy="18705"/>
            </a:xfrm>
            <a:custGeom>
              <a:avLst/>
              <a:gdLst/>
              <a:ahLst/>
              <a:cxnLst/>
              <a:rect l="l" t="t" r="r" b="b"/>
              <a:pathLst>
                <a:path w="2350" h="601" extrusionOk="0">
                  <a:moveTo>
                    <a:pt x="2300" y="475"/>
                  </a:moveTo>
                  <a:cubicBezTo>
                    <a:pt x="1625" y="138"/>
                    <a:pt x="825" y="0"/>
                    <a:pt x="88" y="225"/>
                  </a:cubicBezTo>
                  <a:cubicBezTo>
                    <a:pt x="0" y="250"/>
                    <a:pt x="0" y="413"/>
                    <a:pt x="113" y="400"/>
                  </a:cubicBezTo>
                  <a:cubicBezTo>
                    <a:pt x="862" y="313"/>
                    <a:pt x="1537" y="313"/>
                    <a:pt x="2250" y="588"/>
                  </a:cubicBezTo>
                  <a:cubicBezTo>
                    <a:pt x="2312" y="600"/>
                    <a:pt x="2350" y="500"/>
                    <a:pt x="230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9" name="Google Shape;4099;p52"/>
            <p:cNvSpPr/>
            <p:nvPr/>
          </p:nvSpPr>
          <p:spPr>
            <a:xfrm>
              <a:off x="8121163" y="4230704"/>
              <a:ext cx="31527" cy="21039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201" y="613"/>
                  </a:moveTo>
                  <a:cubicBezTo>
                    <a:pt x="413" y="351"/>
                    <a:pt x="650" y="276"/>
                    <a:pt x="938" y="163"/>
                  </a:cubicBezTo>
                  <a:cubicBezTo>
                    <a:pt x="1013" y="126"/>
                    <a:pt x="1013" y="1"/>
                    <a:pt x="925" y="1"/>
                  </a:cubicBezTo>
                  <a:cubicBezTo>
                    <a:pt x="575" y="26"/>
                    <a:pt x="251" y="201"/>
                    <a:pt x="63" y="501"/>
                  </a:cubicBezTo>
                  <a:cubicBezTo>
                    <a:pt x="1" y="576"/>
                    <a:pt x="138" y="676"/>
                    <a:pt x="201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0" name="Google Shape;4100;p52"/>
            <p:cNvSpPr/>
            <p:nvPr/>
          </p:nvSpPr>
          <p:spPr>
            <a:xfrm>
              <a:off x="8170181" y="4183273"/>
              <a:ext cx="33083" cy="68874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1012" y="2075"/>
                  </a:moveTo>
                  <a:cubicBezTo>
                    <a:pt x="838" y="1775"/>
                    <a:pt x="700" y="1462"/>
                    <a:pt x="575" y="1125"/>
                  </a:cubicBezTo>
                  <a:cubicBezTo>
                    <a:pt x="463" y="775"/>
                    <a:pt x="525" y="475"/>
                    <a:pt x="575" y="125"/>
                  </a:cubicBezTo>
                  <a:cubicBezTo>
                    <a:pt x="588" y="25"/>
                    <a:pt x="450" y="0"/>
                    <a:pt x="413" y="75"/>
                  </a:cubicBezTo>
                  <a:cubicBezTo>
                    <a:pt x="0" y="775"/>
                    <a:pt x="463" y="1612"/>
                    <a:pt x="925" y="2162"/>
                  </a:cubicBezTo>
                  <a:cubicBezTo>
                    <a:pt x="975" y="2212"/>
                    <a:pt x="1062" y="2137"/>
                    <a:pt x="1025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1" name="Google Shape;4101;p52"/>
            <p:cNvSpPr/>
            <p:nvPr/>
          </p:nvSpPr>
          <p:spPr>
            <a:xfrm>
              <a:off x="8168999" y="4181717"/>
              <a:ext cx="21039" cy="43198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76" y="138"/>
                  </a:moveTo>
                  <a:cubicBezTo>
                    <a:pt x="113" y="450"/>
                    <a:pt x="1" y="875"/>
                    <a:pt x="51" y="1287"/>
                  </a:cubicBezTo>
                  <a:cubicBezTo>
                    <a:pt x="63" y="1387"/>
                    <a:pt x="201" y="1350"/>
                    <a:pt x="226" y="1262"/>
                  </a:cubicBezTo>
                  <a:cubicBezTo>
                    <a:pt x="238" y="875"/>
                    <a:pt x="301" y="575"/>
                    <a:pt x="576" y="288"/>
                  </a:cubicBezTo>
                  <a:cubicBezTo>
                    <a:pt x="676" y="150"/>
                    <a:pt x="476" y="0"/>
                    <a:pt x="376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2" name="Google Shape;4102;p52"/>
            <p:cNvSpPr/>
            <p:nvPr/>
          </p:nvSpPr>
          <p:spPr>
            <a:xfrm>
              <a:off x="8147991" y="4212808"/>
              <a:ext cx="28446" cy="14036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788" y="238"/>
                  </a:moveTo>
                  <a:cubicBezTo>
                    <a:pt x="576" y="176"/>
                    <a:pt x="363" y="76"/>
                    <a:pt x="138" y="26"/>
                  </a:cubicBezTo>
                  <a:cubicBezTo>
                    <a:pt x="51" y="1"/>
                    <a:pt x="1" y="113"/>
                    <a:pt x="88" y="163"/>
                  </a:cubicBezTo>
                  <a:cubicBezTo>
                    <a:pt x="288" y="288"/>
                    <a:pt x="513" y="376"/>
                    <a:pt x="738" y="426"/>
                  </a:cubicBezTo>
                  <a:cubicBezTo>
                    <a:pt x="863" y="451"/>
                    <a:pt x="913" y="276"/>
                    <a:pt x="78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3" name="Google Shape;4103;p52"/>
            <p:cNvSpPr/>
            <p:nvPr/>
          </p:nvSpPr>
          <p:spPr>
            <a:xfrm>
              <a:off x="8146839" y="4212808"/>
              <a:ext cx="20261" cy="24556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63" y="226"/>
                  </a:moveTo>
                  <a:cubicBezTo>
                    <a:pt x="150" y="413"/>
                    <a:pt x="275" y="588"/>
                    <a:pt x="438" y="726"/>
                  </a:cubicBezTo>
                  <a:cubicBezTo>
                    <a:pt x="513" y="788"/>
                    <a:pt x="650" y="701"/>
                    <a:pt x="588" y="613"/>
                  </a:cubicBezTo>
                  <a:cubicBezTo>
                    <a:pt x="488" y="438"/>
                    <a:pt x="363" y="288"/>
                    <a:pt x="250" y="126"/>
                  </a:cubicBezTo>
                  <a:cubicBezTo>
                    <a:pt x="175" y="1"/>
                    <a:pt x="0" y="101"/>
                    <a:pt x="75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4" name="Google Shape;4104;p52"/>
            <p:cNvSpPr/>
            <p:nvPr/>
          </p:nvSpPr>
          <p:spPr>
            <a:xfrm>
              <a:off x="8143322" y="4228370"/>
              <a:ext cx="21817" cy="859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6" y="51"/>
                  </a:moveTo>
                  <a:cubicBezTo>
                    <a:pt x="413" y="1"/>
                    <a:pt x="226" y="26"/>
                    <a:pt x="88" y="113"/>
                  </a:cubicBezTo>
                  <a:cubicBezTo>
                    <a:pt x="1" y="163"/>
                    <a:pt x="63" y="276"/>
                    <a:pt x="138" y="251"/>
                  </a:cubicBezTo>
                  <a:lnTo>
                    <a:pt x="526" y="238"/>
                  </a:lnTo>
                  <a:cubicBezTo>
                    <a:pt x="638" y="263"/>
                    <a:pt x="701" y="88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4105;p52"/>
            <p:cNvSpPr/>
            <p:nvPr/>
          </p:nvSpPr>
          <p:spPr>
            <a:xfrm>
              <a:off x="8118456" y="4188315"/>
              <a:ext cx="35791" cy="29193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638" y="788"/>
                  </a:moveTo>
                  <a:cubicBezTo>
                    <a:pt x="1150" y="675"/>
                    <a:pt x="862" y="1"/>
                    <a:pt x="425" y="101"/>
                  </a:cubicBezTo>
                  <a:cubicBezTo>
                    <a:pt x="0" y="201"/>
                    <a:pt x="113" y="938"/>
                    <a:pt x="625" y="788"/>
                  </a:cubicBezTo>
                  <a:cubicBezTo>
                    <a:pt x="737" y="750"/>
                    <a:pt x="712" y="588"/>
                    <a:pt x="600" y="600"/>
                  </a:cubicBezTo>
                  <a:lnTo>
                    <a:pt x="600" y="613"/>
                  </a:lnTo>
                  <a:cubicBezTo>
                    <a:pt x="488" y="650"/>
                    <a:pt x="538" y="813"/>
                    <a:pt x="65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6" name="Google Shape;4106;p52"/>
            <p:cNvSpPr/>
            <p:nvPr/>
          </p:nvSpPr>
          <p:spPr>
            <a:xfrm>
              <a:off x="890193" y="4387063"/>
              <a:ext cx="686096" cy="237278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832" y="4662"/>
                  </a:moveTo>
                  <a:cubicBezTo>
                    <a:pt x="17009" y="0"/>
                    <a:pt x="10598" y="7623"/>
                    <a:pt x="4962" y="6311"/>
                  </a:cubicBezTo>
                  <a:cubicBezTo>
                    <a:pt x="1963" y="5611"/>
                    <a:pt x="1" y="3300"/>
                    <a:pt x="101" y="238"/>
                  </a:cubicBezTo>
                  <a:cubicBezTo>
                    <a:pt x="101" y="150"/>
                    <a:pt x="251" y="150"/>
                    <a:pt x="251" y="238"/>
                  </a:cubicBezTo>
                  <a:cubicBezTo>
                    <a:pt x="513" y="6511"/>
                    <a:pt x="7511" y="6724"/>
                    <a:pt x="11885" y="4887"/>
                  </a:cubicBezTo>
                  <a:cubicBezTo>
                    <a:pt x="13597" y="4162"/>
                    <a:pt x="15322" y="3175"/>
                    <a:pt x="17209" y="2950"/>
                  </a:cubicBezTo>
                  <a:cubicBezTo>
                    <a:pt x="19108" y="2725"/>
                    <a:pt x="20620" y="3225"/>
                    <a:pt x="21970" y="4524"/>
                  </a:cubicBezTo>
                  <a:cubicBezTo>
                    <a:pt x="22045" y="4612"/>
                    <a:pt x="21920" y="4737"/>
                    <a:pt x="21832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7" name="Google Shape;4107;p52"/>
            <p:cNvSpPr/>
            <p:nvPr/>
          </p:nvSpPr>
          <p:spPr>
            <a:xfrm>
              <a:off x="896417" y="4264565"/>
              <a:ext cx="225234" cy="150913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13" y="3174"/>
                  </a:moveTo>
                  <a:cubicBezTo>
                    <a:pt x="151" y="1162"/>
                    <a:pt x="2612" y="0"/>
                    <a:pt x="4412" y="537"/>
                  </a:cubicBezTo>
                  <a:cubicBezTo>
                    <a:pt x="5924" y="987"/>
                    <a:pt x="7236" y="3524"/>
                    <a:pt x="5849" y="4774"/>
                  </a:cubicBezTo>
                  <a:cubicBezTo>
                    <a:pt x="5774" y="4849"/>
                    <a:pt x="5662" y="4736"/>
                    <a:pt x="5724" y="4661"/>
                  </a:cubicBezTo>
                  <a:cubicBezTo>
                    <a:pt x="7124" y="3137"/>
                    <a:pt x="5462" y="837"/>
                    <a:pt x="3837" y="637"/>
                  </a:cubicBezTo>
                  <a:cubicBezTo>
                    <a:pt x="2287" y="437"/>
                    <a:pt x="325" y="1450"/>
                    <a:pt x="201" y="3174"/>
                  </a:cubicBezTo>
                  <a:cubicBezTo>
                    <a:pt x="201" y="3299"/>
                    <a:pt x="1" y="3299"/>
                    <a:pt x="13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52"/>
            <p:cNvSpPr/>
            <p:nvPr/>
          </p:nvSpPr>
          <p:spPr>
            <a:xfrm>
              <a:off x="963704" y="4346604"/>
              <a:ext cx="91033" cy="96106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62" y="2600"/>
                  </a:moveTo>
                  <a:cubicBezTo>
                    <a:pt x="2025" y="3087"/>
                    <a:pt x="800" y="2738"/>
                    <a:pt x="388" y="1850"/>
                  </a:cubicBezTo>
                  <a:cubicBezTo>
                    <a:pt x="0" y="1026"/>
                    <a:pt x="613" y="101"/>
                    <a:pt x="1488" y="13"/>
                  </a:cubicBezTo>
                  <a:cubicBezTo>
                    <a:pt x="1588" y="1"/>
                    <a:pt x="1625" y="188"/>
                    <a:pt x="1513" y="213"/>
                  </a:cubicBezTo>
                  <a:cubicBezTo>
                    <a:pt x="700" y="351"/>
                    <a:pt x="200" y="1176"/>
                    <a:pt x="663" y="1925"/>
                  </a:cubicBezTo>
                  <a:cubicBezTo>
                    <a:pt x="1138" y="2613"/>
                    <a:pt x="2037" y="2838"/>
                    <a:pt x="2775" y="2463"/>
                  </a:cubicBezTo>
                  <a:cubicBezTo>
                    <a:pt x="2850" y="2425"/>
                    <a:pt x="2925" y="2538"/>
                    <a:pt x="2850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52"/>
            <p:cNvSpPr/>
            <p:nvPr/>
          </p:nvSpPr>
          <p:spPr>
            <a:xfrm>
              <a:off x="1021654" y="4354011"/>
              <a:ext cx="31" cy="40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52"/>
            <p:cNvSpPr/>
            <p:nvPr/>
          </p:nvSpPr>
          <p:spPr>
            <a:xfrm>
              <a:off x="781700" y="4446943"/>
              <a:ext cx="257476" cy="129158"/>
            </a:xfrm>
            <a:custGeom>
              <a:avLst/>
              <a:gdLst/>
              <a:ahLst/>
              <a:cxnLst/>
              <a:rect l="l" t="t" r="r" b="b"/>
              <a:pathLst>
                <a:path w="8273" h="4150" extrusionOk="0">
                  <a:moveTo>
                    <a:pt x="8135" y="4137"/>
                  </a:moveTo>
                  <a:cubicBezTo>
                    <a:pt x="6998" y="3887"/>
                    <a:pt x="5936" y="3425"/>
                    <a:pt x="4986" y="2775"/>
                  </a:cubicBezTo>
                  <a:cubicBezTo>
                    <a:pt x="3537" y="1763"/>
                    <a:pt x="2062" y="1"/>
                    <a:pt x="175" y="1276"/>
                  </a:cubicBezTo>
                  <a:cubicBezTo>
                    <a:pt x="100" y="1326"/>
                    <a:pt x="0" y="1201"/>
                    <a:pt x="75" y="1138"/>
                  </a:cubicBezTo>
                  <a:cubicBezTo>
                    <a:pt x="837" y="451"/>
                    <a:pt x="1787" y="451"/>
                    <a:pt x="2699" y="851"/>
                  </a:cubicBezTo>
                  <a:cubicBezTo>
                    <a:pt x="3374" y="1151"/>
                    <a:pt x="3912" y="1676"/>
                    <a:pt x="4474" y="2125"/>
                  </a:cubicBezTo>
                  <a:cubicBezTo>
                    <a:pt x="5549" y="3013"/>
                    <a:pt x="6811" y="3650"/>
                    <a:pt x="8173" y="3975"/>
                  </a:cubicBezTo>
                  <a:cubicBezTo>
                    <a:pt x="8273" y="4000"/>
                    <a:pt x="8235" y="4150"/>
                    <a:pt x="8135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1" name="Google Shape;4111;p52"/>
            <p:cNvSpPr/>
            <p:nvPr/>
          </p:nvSpPr>
          <p:spPr>
            <a:xfrm>
              <a:off x="1106058" y="4470285"/>
              <a:ext cx="110080" cy="99592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3424" y="2888"/>
                  </a:moveTo>
                  <a:cubicBezTo>
                    <a:pt x="2550" y="3087"/>
                    <a:pt x="1700" y="3200"/>
                    <a:pt x="888" y="2713"/>
                  </a:cubicBezTo>
                  <a:cubicBezTo>
                    <a:pt x="363" y="2388"/>
                    <a:pt x="0" y="1875"/>
                    <a:pt x="100" y="1225"/>
                  </a:cubicBezTo>
                  <a:cubicBezTo>
                    <a:pt x="188" y="613"/>
                    <a:pt x="688" y="138"/>
                    <a:pt x="1312" y="63"/>
                  </a:cubicBezTo>
                  <a:cubicBezTo>
                    <a:pt x="1787" y="13"/>
                    <a:pt x="2462" y="176"/>
                    <a:pt x="2512" y="726"/>
                  </a:cubicBezTo>
                  <a:cubicBezTo>
                    <a:pt x="2525" y="813"/>
                    <a:pt x="2387" y="813"/>
                    <a:pt x="2375" y="726"/>
                  </a:cubicBezTo>
                  <a:cubicBezTo>
                    <a:pt x="2312" y="1"/>
                    <a:pt x="1100" y="263"/>
                    <a:pt x="775" y="488"/>
                  </a:cubicBezTo>
                  <a:cubicBezTo>
                    <a:pt x="288" y="838"/>
                    <a:pt x="138" y="1500"/>
                    <a:pt x="438" y="2025"/>
                  </a:cubicBezTo>
                  <a:cubicBezTo>
                    <a:pt x="1050" y="3037"/>
                    <a:pt x="2400" y="2937"/>
                    <a:pt x="3374" y="2713"/>
                  </a:cubicBezTo>
                  <a:cubicBezTo>
                    <a:pt x="3487" y="2688"/>
                    <a:pt x="3537" y="2863"/>
                    <a:pt x="3424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2" name="Google Shape;4112;p52"/>
            <p:cNvSpPr/>
            <p:nvPr/>
          </p:nvSpPr>
          <p:spPr>
            <a:xfrm>
              <a:off x="1243744" y="4483138"/>
              <a:ext cx="41642" cy="54091"/>
            </a:xfrm>
            <a:custGeom>
              <a:avLst/>
              <a:gdLst/>
              <a:ahLst/>
              <a:cxnLst/>
              <a:rect l="l" t="t" r="r" b="b"/>
              <a:pathLst>
                <a:path w="1338" h="1738" extrusionOk="0">
                  <a:moveTo>
                    <a:pt x="1237" y="1550"/>
                  </a:moveTo>
                  <a:cubicBezTo>
                    <a:pt x="700" y="1737"/>
                    <a:pt x="0" y="1412"/>
                    <a:pt x="75" y="762"/>
                  </a:cubicBezTo>
                  <a:cubicBezTo>
                    <a:pt x="125" y="338"/>
                    <a:pt x="825" y="0"/>
                    <a:pt x="1087" y="425"/>
                  </a:cubicBezTo>
                  <a:cubicBezTo>
                    <a:pt x="1162" y="538"/>
                    <a:pt x="987" y="637"/>
                    <a:pt x="912" y="525"/>
                  </a:cubicBezTo>
                  <a:cubicBezTo>
                    <a:pt x="800" y="463"/>
                    <a:pt x="662" y="438"/>
                    <a:pt x="537" y="488"/>
                  </a:cubicBezTo>
                  <a:cubicBezTo>
                    <a:pt x="263" y="712"/>
                    <a:pt x="213" y="937"/>
                    <a:pt x="388" y="1137"/>
                  </a:cubicBezTo>
                  <a:cubicBezTo>
                    <a:pt x="550" y="1450"/>
                    <a:pt x="887" y="1487"/>
                    <a:pt x="1200" y="1400"/>
                  </a:cubicBezTo>
                  <a:cubicBezTo>
                    <a:pt x="1300" y="1362"/>
                    <a:pt x="1337" y="1525"/>
                    <a:pt x="1237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52"/>
            <p:cNvSpPr/>
            <p:nvPr/>
          </p:nvSpPr>
          <p:spPr>
            <a:xfrm>
              <a:off x="757953" y="4472619"/>
              <a:ext cx="39712" cy="39712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38" y="351"/>
                  </a:moveTo>
                  <a:cubicBezTo>
                    <a:pt x="1275" y="713"/>
                    <a:pt x="813" y="1275"/>
                    <a:pt x="413" y="950"/>
                  </a:cubicBezTo>
                  <a:cubicBezTo>
                    <a:pt x="1" y="626"/>
                    <a:pt x="476" y="1"/>
                    <a:pt x="888" y="301"/>
                  </a:cubicBezTo>
                  <a:cubicBezTo>
                    <a:pt x="950" y="351"/>
                    <a:pt x="900" y="463"/>
                    <a:pt x="813" y="451"/>
                  </a:cubicBezTo>
                  <a:lnTo>
                    <a:pt x="813" y="451"/>
                  </a:lnTo>
                  <a:cubicBezTo>
                    <a:pt x="776" y="376"/>
                    <a:pt x="875" y="276"/>
                    <a:pt x="950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52"/>
            <p:cNvSpPr/>
            <p:nvPr/>
          </p:nvSpPr>
          <p:spPr>
            <a:xfrm>
              <a:off x="852068" y="4392883"/>
              <a:ext cx="96884" cy="140829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2963" y="4462"/>
                  </a:moveTo>
                  <a:cubicBezTo>
                    <a:pt x="1563" y="3363"/>
                    <a:pt x="538" y="1850"/>
                    <a:pt x="26" y="151"/>
                  </a:cubicBezTo>
                  <a:cubicBezTo>
                    <a:pt x="1" y="63"/>
                    <a:pt x="138" y="1"/>
                    <a:pt x="188" y="88"/>
                  </a:cubicBezTo>
                  <a:cubicBezTo>
                    <a:pt x="926" y="1700"/>
                    <a:pt x="1700" y="3188"/>
                    <a:pt x="3050" y="4375"/>
                  </a:cubicBezTo>
                  <a:cubicBezTo>
                    <a:pt x="3113" y="4437"/>
                    <a:pt x="3025" y="4525"/>
                    <a:pt x="29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5" name="Google Shape;4115;p52"/>
            <p:cNvSpPr/>
            <p:nvPr/>
          </p:nvSpPr>
          <p:spPr>
            <a:xfrm>
              <a:off x="831869" y="4367238"/>
              <a:ext cx="38530" cy="40459"/>
            </a:xfrm>
            <a:custGeom>
              <a:avLst/>
              <a:gdLst/>
              <a:ahLst/>
              <a:cxnLst/>
              <a:rect l="l" t="t" r="r" b="b"/>
              <a:pathLst>
                <a:path w="1238" h="1300" extrusionOk="0">
                  <a:moveTo>
                    <a:pt x="737" y="800"/>
                  </a:moveTo>
                  <a:lnTo>
                    <a:pt x="737" y="737"/>
                  </a:lnTo>
                  <a:cubicBezTo>
                    <a:pt x="812" y="662"/>
                    <a:pt x="925" y="750"/>
                    <a:pt x="875" y="850"/>
                  </a:cubicBezTo>
                  <a:cubicBezTo>
                    <a:pt x="637" y="1300"/>
                    <a:pt x="0" y="750"/>
                    <a:pt x="350" y="375"/>
                  </a:cubicBezTo>
                  <a:cubicBezTo>
                    <a:pt x="687" y="0"/>
                    <a:pt x="1237" y="550"/>
                    <a:pt x="850" y="912"/>
                  </a:cubicBezTo>
                  <a:cubicBezTo>
                    <a:pt x="762" y="975"/>
                    <a:pt x="675" y="875"/>
                    <a:pt x="725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6" name="Google Shape;4116;p52"/>
            <p:cNvSpPr/>
            <p:nvPr/>
          </p:nvSpPr>
          <p:spPr>
            <a:xfrm>
              <a:off x="892527" y="4374241"/>
              <a:ext cx="7034" cy="11671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13" y="263"/>
                  </a:moveTo>
                  <a:cubicBezTo>
                    <a:pt x="1" y="188"/>
                    <a:pt x="26" y="113"/>
                    <a:pt x="76" y="63"/>
                  </a:cubicBezTo>
                  <a:cubicBezTo>
                    <a:pt x="113" y="0"/>
                    <a:pt x="226" y="13"/>
                    <a:pt x="226" y="100"/>
                  </a:cubicBezTo>
                  <a:cubicBezTo>
                    <a:pt x="213" y="150"/>
                    <a:pt x="213" y="213"/>
                    <a:pt x="213" y="263"/>
                  </a:cubicBezTo>
                  <a:cubicBezTo>
                    <a:pt x="201" y="375"/>
                    <a:pt x="38" y="375"/>
                    <a:pt x="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4117;p52"/>
            <p:cNvSpPr/>
            <p:nvPr/>
          </p:nvSpPr>
          <p:spPr>
            <a:xfrm>
              <a:off x="1057040" y="4414669"/>
              <a:ext cx="12480" cy="859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88" y="88"/>
                  </a:moveTo>
                  <a:cubicBezTo>
                    <a:pt x="151" y="51"/>
                    <a:pt x="226" y="26"/>
                    <a:pt x="301" y="13"/>
                  </a:cubicBezTo>
                  <a:cubicBezTo>
                    <a:pt x="351" y="1"/>
                    <a:pt x="401" y="63"/>
                    <a:pt x="351" y="113"/>
                  </a:cubicBezTo>
                  <a:cubicBezTo>
                    <a:pt x="301" y="176"/>
                    <a:pt x="226" y="226"/>
                    <a:pt x="151" y="251"/>
                  </a:cubicBezTo>
                  <a:cubicBezTo>
                    <a:pt x="63" y="276"/>
                    <a:pt x="1" y="138"/>
                    <a:pt x="8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4118;p52"/>
            <p:cNvSpPr/>
            <p:nvPr/>
          </p:nvSpPr>
          <p:spPr>
            <a:xfrm>
              <a:off x="881261" y="4550425"/>
              <a:ext cx="195263" cy="34639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6174" y="1100"/>
                  </a:moveTo>
                  <a:cubicBezTo>
                    <a:pt x="5311" y="1112"/>
                    <a:pt x="4449" y="1025"/>
                    <a:pt x="3612" y="850"/>
                  </a:cubicBezTo>
                  <a:cubicBezTo>
                    <a:pt x="2462" y="625"/>
                    <a:pt x="1337" y="175"/>
                    <a:pt x="163" y="500"/>
                  </a:cubicBezTo>
                  <a:cubicBezTo>
                    <a:pt x="38" y="525"/>
                    <a:pt x="0" y="362"/>
                    <a:pt x="113" y="313"/>
                  </a:cubicBezTo>
                  <a:cubicBezTo>
                    <a:pt x="900" y="0"/>
                    <a:pt x="1625" y="163"/>
                    <a:pt x="2437" y="337"/>
                  </a:cubicBezTo>
                  <a:cubicBezTo>
                    <a:pt x="3674" y="612"/>
                    <a:pt x="4899" y="862"/>
                    <a:pt x="6174" y="925"/>
                  </a:cubicBezTo>
                  <a:cubicBezTo>
                    <a:pt x="6274" y="937"/>
                    <a:pt x="6274" y="1087"/>
                    <a:pt x="6174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4119;p52"/>
            <p:cNvSpPr/>
            <p:nvPr/>
          </p:nvSpPr>
          <p:spPr>
            <a:xfrm>
              <a:off x="854402" y="4546535"/>
              <a:ext cx="41268" cy="38903"/>
            </a:xfrm>
            <a:custGeom>
              <a:avLst/>
              <a:gdLst/>
              <a:ahLst/>
              <a:cxnLst/>
              <a:rect l="l" t="t" r="r" b="b"/>
              <a:pathLst>
                <a:path w="1326" h="1250" extrusionOk="0">
                  <a:moveTo>
                    <a:pt x="876" y="550"/>
                  </a:moveTo>
                  <a:lnTo>
                    <a:pt x="763" y="587"/>
                  </a:lnTo>
                  <a:cubicBezTo>
                    <a:pt x="713" y="512"/>
                    <a:pt x="763" y="413"/>
                    <a:pt x="851" y="425"/>
                  </a:cubicBezTo>
                  <a:cubicBezTo>
                    <a:pt x="1326" y="587"/>
                    <a:pt x="851" y="1250"/>
                    <a:pt x="476" y="1012"/>
                  </a:cubicBezTo>
                  <a:cubicBezTo>
                    <a:pt x="1" y="712"/>
                    <a:pt x="551" y="0"/>
                    <a:pt x="976" y="438"/>
                  </a:cubicBezTo>
                  <a:cubicBezTo>
                    <a:pt x="1038" y="500"/>
                    <a:pt x="963" y="600"/>
                    <a:pt x="876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4120;p52"/>
            <p:cNvSpPr/>
            <p:nvPr/>
          </p:nvSpPr>
          <p:spPr>
            <a:xfrm>
              <a:off x="799564" y="4485473"/>
              <a:ext cx="90660" cy="2801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2813" y="263"/>
                  </a:moveTo>
                  <a:cubicBezTo>
                    <a:pt x="2500" y="562"/>
                    <a:pt x="2113" y="750"/>
                    <a:pt x="1688" y="800"/>
                  </a:cubicBezTo>
                  <a:cubicBezTo>
                    <a:pt x="1226" y="862"/>
                    <a:pt x="526" y="900"/>
                    <a:pt x="113" y="637"/>
                  </a:cubicBezTo>
                  <a:cubicBezTo>
                    <a:pt x="1" y="575"/>
                    <a:pt x="63" y="413"/>
                    <a:pt x="188" y="438"/>
                  </a:cubicBezTo>
                  <a:cubicBezTo>
                    <a:pt x="976" y="637"/>
                    <a:pt x="2013" y="687"/>
                    <a:pt x="2650" y="100"/>
                  </a:cubicBezTo>
                  <a:cubicBezTo>
                    <a:pt x="2763" y="0"/>
                    <a:pt x="2913" y="163"/>
                    <a:pt x="2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4121;p52"/>
            <p:cNvSpPr/>
            <p:nvPr/>
          </p:nvSpPr>
          <p:spPr>
            <a:xfrm>
              <a:off x="800342" y="4477287"/>
              <a:ext cx="87952" cy="29193"/>
            </a:xfrm>
            <a:custGeom>
              <a:avLst/>
              <a:gdLst/>
              <a:ahLst/>
              <a:cxnLst/>
              <a:rect l="l" t="t" r="r" b="b"/>
              <a:pathLst>
                <a:path w="2826" h="938" extrusionOk="0">
                  <a:moveTo>
                    <a:pt x="63" y="738"/>
                  </a:moveTo>
                  <a:cubicBezTo>
                    <a:pt x="588" y="51"/>
                    <a:pt x="2013" y="1"/>
                    <a:pt x="2725" y="376"/>
                  </a:cubicBezTo>
                  <a:cubicBezTo>
                    <a:pt x="2825" y="426"/>
                    <a:pt x="2750" y="563"/>
                    <a:pt x="2650" y="551"/>
                  </a:cubicBezTo>
                  <a:cubicBezTo>
                    <a:pt x="1938" y="438"/>
                    <a:pt x="776" y="176"/>
                    <a:pt x="213" y="850"/>
                  </a:cubicBezTo>
                  <a:cubicBezTo>
                    <a:pt x="151" y="938"/>
                    <a:pt x="1" y="825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4122;p52"/>
            <p:cNvSpPr/>
            <p:nvPr/>
          </p:nvSpPr>
          <p:spPr>
            <a:xfrm>
              <a:off x="990532" y="4495961"/>
              <a:ext cx="22221" cy="69652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301" y="2087"/>
                  </a:moveTo>
                  <a:cubicBezTo>
                    <a:pt x="476" y="1450"/>
                    <a:pt x="376" y="775"/>
                    <a:pt x="51" y="213"/>
                  </a:cubicBezTo>
                  <a:cubicBezTo>
                    <a:pt x="1" y="101"/>
                    <a:pt x="163" y="1"/>
                    <a:pt x="238" y="101"/>
                  </a:cubicBezTo>
                  <a:cubicBezTo>
                    <a:pt x="626" y="713"/>
                    <a:pt x="713" y="1450"/>
                    <a:pt x="476" y="2137"/>
                  </a:cubicBezTo>
                  <a:cubicBezTo>
                    <a:pt x="438" y="2237"/>
                    <a:pt x="288" y="2200"/>
                    <a:pt x="301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3" name="Google Shape;4123;p52"/>
            <p:cNvSpPr/>
            <p:nvPr/>
          </p:nvSpPr>
          <p:spPr>
            <a:xfrm>
              <a:off x="983934" y="4495961"/>
              <a:ext cx="19856" cy="67691"/>
            </a:xfrm>
            <a:custGeom>
              <a:avLst/>
              <a:gdLst/>
              <a:ahLst/>
              <a:cxnLst/>
              <a:rect l="l" t="t" r="r" b="b"/>
              <a:pathLst>
                <a:path w="638" h="2175" extrusionOk="0">
                  <a:moveTo>
                    <a:pt x="450" y="188"/>
                  </a:moveTo>
                  <a:cubicBezTo>
                    <a:pt x="313" y="550"/>
                    <a:pt x="275" y="950"/>
                    <a:pt x="338" y="1338"/>
                  </a:cubicBezTo>
                  <a:cubicBezTo>
                    <a:pt x="375" y="1613"/>
                    <a:pt x="525" y="1788"/>
                    <a:pt x="625" y="2038"/>
                  </a:cubicBezTo>
                  <a:cubicBezTo>
                    <a:pt x="638" y="2075"/>
                    <a:pt x="613" y="2112"/>
                    <a:pt x="563" y="2125"/>
                  </a:cubicBezTo>
                  <a:cubicBezTo>
                    <a:pt x="275" y="2175"/>
                    <a:pt x="163" y="1850"/>
                    <a:pt x="113" y="1613"/>
                  </a:cubicBezTo>
                  <a:cubicBezTo>
                    <a:pt x="0" y="1113"/>
                    <a:pt x="38" y="600"/>
                    <a:pt x="238" y="126"/>
                  </a:cubicBezTo>
                  <a:cubicBezTo>
                    <a:pt x="288" y="1"/>
                    <a:pt x="500" y="51"/>
                    <a:pt x="45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4" name="Google Shape;4124;p52"/>
            <p:cNvSpPr/>
            <p:nvPr/>
          </p:nvSpPr>
          <p:spPr>
            <a:xfrm>
              <a:off x="1323076" y="4456280"/>
              <a:ext cx="103109" cy="33488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3187" y="926"/>
                  </a:moveTo>
                  <a:cubicBezTo>
                    <a:pt x="2175" y="1076"/>
                    <a:pt x="800" y="926"/>
                    <a:pt x="50" y="163"/>
                  </a:cubicBezTo>
                  <a:cubicBezTo>
                    <a:pt x="0" y="113"/>
                    <a:pt x="50" y="1"/>
                    <a:pt x="125" y="26"/>
                  </a:cubicBezTo>
                  <a:cubicBezTo>
                    <a:pt x="600" y="188"/>
                    <a:pt x="1013" y="476"/>
                    <a:pt x="1500" y="601"/>
                  </a:cubicBezTo>
                  <a:cubicBezTo>
                    <a:pt x="2037" y="738"/>
                    <a:pt x="2600" y="776"/>
                    <a:pt x="3150" y="713"/>
                  </a:cubicBezTo>
                  <a:cubicBezTo>
                    <a:pt x="3275" y="701"/>
                    <a:pt x="3312" y="913"/>
                    <a:pt x="3187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4125;p52"/>
            <p:cNvSpPr/>
            <p:nvPr/>
          </p:nvSpPr>
          <p:spPr>
            <a:xfrm>
              <a:off x="1323076" y="4445387"/>
              <a:ext cx="125268" cy="38561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138" y="238"/>
                  </a:moveTo>
                  <a:cubicBezTo>
                    <a:pt x="763" y="126"/>
                    <a:pt x="1413" y="1"/>
                    <a:pt x="2050" y="101"/>
                  </a:cubicBezTo>
                  <a:cubicBezTo>
                    <a:pt x="2737" y="201"/>
                    <a:pt x="3312" y="551"/>
                    <a:pt x="3887" y="926"/>
                  </a:cubicBezTo>
                  <a:cubicBezTo>
                    <a:pt x="4024" y="1013"/>
                    <a:pt x="3899" y="1238"/>
                    <a:pt x="3749" y="1151"/>
                  </a:cubicBezTo>
                  <a:cubicBezTo>
                    <a:pt x="3287" y="838"/>
                    <a:pt x="2800" y="526"/>
                    <a:pt x="2237" y="388"/>
                  </a:cubicBezTo>
                  <a:cubicBezTo>
                    <a:pt x="1575" y="226"/>
                    <a:pt x="863" y="338"/>
                    <a:pt x="200" y="451"/>
                  </a:cubicBezTo>
                  <a:cubicBezTo>
                    <a:pt x="63" y="463"/>
                    <a:pt x="0" y="263"/>
                    <a:pt x="13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52"/>
            <p:cNvSpPr/>
            <p:nvPr/>
          </p:nvSpPr>
          <p:spPr>
            <a:xfrm>
              <a:off x="574393" y="3616190"/>
              <a:ext cx="248544" cy="686127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3487" y="88"/>
                  </a:moveTo>
                  <a:cubicBezTo>
                    <a:pt x="4799" y="1426"/>
                    <a:pt x="5286" y="2938"/>
                    <a:pt x="5074" y="4837"/>
                  </a:cubicBezTo>
                  <a:cubicBezTo>
                    <a:pt x="4899" y="6237"/>
                    <a:pt x="4287" y="7487"/>
                    <a:pt x="3749" y="8761"/>
                  </a:cubicBezTo>
                  <a:cubicBezTo>
                    <a:pt x="1875" y="13235"/>
                    <a:pt x="0" y="21470"/>
                    <a:pt x="7773" y="21808"/>
                  </a:cubicBezTo>
                  <a:cubicBezTo>
                    <a:pt x="7861" y="21808"/>
                    <a:pt x="7861" y="21933"/>
                    <a:pt x="7773" y="21945"/>
                  </a:cubicBezTo>
                  <a:cubicBezTo>
                    <a:pt x="4737" y="22045"/>
                    <a:pt x="2400" y="20071"/>
                    <a:pt x="1700" y="17084"/>
                  </a:cubicBezTo>
                  <a:cubicBezTo>
                    <a:pt x="388" y="11435"/>
                    <a:pt x="7986" y="5012"/>
                    <a:pt x="3349" y="213"/>
                  </a:cubicBezTo>
                  <a:cubicBezTo>
                    <a:pt x="3274" y="138"/>
                    <a:pt x="3399" y="1"/>
                    <a:pt x="34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52"/>
            <p:cNvSpPr/>
            <p:nvPr/>
          </p:nvSpPr>
          <p:spPr>
            <a:xfrm>
              <a:off x="794896" y="4070859"/>
              <a:ext cx="151349" cy="225234"/>
            </a:xfrm>
            <a:custGeom>
              <a:avLst/>
              <a:gdLst/>
              <a:ahLst/>
              <a:cxnLst/>
              <a:rect l="l" t="t" r="r" b="b"/>
              <a:pathLst>
                <a:path w="4863" h="7237" extrusionOk="0">
                  <a:moveTo>
                    <a:pt x="1688" y="7036"/>
                  </a:moveTo>
                  <a:cubicBezTo>
                    <a:pt x="3413" y="6911"/>
                    <a:pt x="4425" y="4949"/>
                    <a:pt x="4225" y="3400"/>
                  </a:cubicBezTo>
                  <a:cubicBezTo>
                    <a:pt x="4025" y="1775"/>
                    <a:pt x="1725" y="113"/>
                    <a:pt x="201" y="1513"/>
                  </a:cubicBezTo>
                  <a:cubicBezTo>
                    <a:pt x="126" y="1588"/>
                    <a:pt x="1" y="1463"/>
                    <a:pt x="88" y="1388"/>
                  </a:cubicBezTo>
                  <a:cubicBezTo>
                    <a:pt x="1338" y="1"/>
                    <a:pt x="3875" y="1313"/>
                    <a:pt x="4325" y="2825"/>
                  </a:cubicBezTo>
                  <a:cubicBezTo>
                    <a:pt x="4862" y="4637"/>
                    <a:pt x="3700" y="7086"/>
                    <a:pt x="1688" y="7224"/>
                  </a:cubicBezTo>
                  <a:cubicBezTo>
                    <a:pt x="1563" y="7236"/>
                    <a:pt x="1563" y="7049"/>
                    <a:pt x="1688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52"/>
            <p:cNvSpPr/>
            <p:nvPr/>
          </p:nvSpPr>
          <p:spPr>
            <a:xfrm>
              <a:off x="768068" y="4136994"/>
              <a:ext cx="96106" cy="91407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625" y="163"/>
                  </a:moveTo>
                  <a:cubicBezTo>
                    <a:pt x="251" y="900"/>
                    <a:pt x="476" y="1800"/>
                    <a:pt x="1163" y="2274"/>
                  </a:cubicBezTo>
                  <a:cubicBezTo>
                    <a:pt x="1913" y="2749"/>
                    <a:pt x="2750" y="2237"/>
                    <a:pt x="2887" y="1425"/>
                  </a:cubicBezTo>
                  <a:cubicBezTo>
                    <a:pt x="2900" y="1325"/>
                    <a:pt x="3087" y="1337"/>
                    <a:pt x="3075" y="1450"/>
                  </a:cubicBezTo>
                  <a:cubicBezTo>
                    <a:pt x="3000" y="2324"/>
                    <a:pt x="2075" y="2937"/>
                    <a:pt x="1250" y="2549"/>
                  </a:cubicBezTo>
                  <a:cubicBezTo>
                    <a:pt x="351" y="2137"/>
                    <a:pt x="1" y="912"/>
                    <a:pt x="501" y="75"/>
                  </a:cubicBezTo>
                  <a:cubicBezTo>
                    <a:pt x="550" y="0"/>
                    <a:pt x="663" y="75"/>
                    <a:pt x="6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52"/>
            <p:cNvSpPr/>
            <p:nvPr/>
          </p:nvSpPr>
          <p:spPr>
            <a:xfrm>
              <a:off x="856363" y="4170419"/>
              <a:ext cx="405" cy="436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13" y="1"/>
                  </a:moveTo>
                  <a:lnTo>
                    <a:pt x="13" y="13"/>
                  </a:lnTo>
                  <a:cubicBezTo>
                    <a:pt x="13" y="13"/>
                    <a:pt x="0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4130;p52"/>
            <p:cNvSpPr/>
            <p:nvPr/>
          </p:nvSpPr>
          <p:spPr>
            <a:xfrm>
              <a:off x="634677" y="4153302"/>
              <a:ext cx="129158" cy="257134"/>
            </a:xfrm>
            <a:custGeom>
              <a:avLst/>
              <a:gdLst/>
              <a:ahLst/>
              <a:cxnLst/>
              <a:rect l="l" t="t" r="r" b="b"/>
              <a:pathLst>
                <a:path w="4150" h="8262" extrusionOk="0">
                  <a:moveTo>
                    <a:pt x="163" y="101"/>
                  </a:moveTo>
                  <a:cubicBezTo>
                    <a:pt x="450" y="1288"/>
                    <a:pt x="975" y="2400"/>
                    <a:pt x="1712" y="3375"/>
                  </a:cubicBezTo>
                  <a:cubicBezTo>
                    <a:pt x="2237" y="4087"/>
                    <a:pt x="2937" y="4737"/>
                    <a:pt x="3299" y="5562"/>
                  </a:cubicBezTo>
                  <a:cubicBezTo>
                    <a:pt x="3699" y="6474"/>
                    <a:pt x="3699" y="7436"/>
                    <a:pt x="3012" y="8199"/>
                  </a:cubicBezTo>
                  <a:cubicBezTo>
                    <a:pt x="2949" y="8261"/>
                    <a:pt x="2825" y="8174"/>
                    <a:pt x="2875" y="8086"/>
                  </a:cubicBezTo>
                  <a:cubicBezTo>
                    <a:pt x="4149" y="6212"/>
                    <a:pt x="2387" y="4725"/>
                    <a:pt x="1375" y="3275"/>
                  </a:cubicBezTo>
                  <a:cubicBezTo>
                    <a:pt x="725" y="2325"/>
                    <a:pt x="263" y="1263"/>
                    <a:pt x="13" y="138"/>
                  </a:cubicBezTo>
                  <a:cubicBezTo>
                    <a:pt x="0" y="38"/>
                    <a:pt x="138" y="1"/>
                    <a:pt x="1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4131;p52"/>
            <p:cNvSpPr/>
            <p:nvPr/>
          </p:nvSpPr>
          <p:spPr>
            <a:xfrm>
              <a:off x="640901" y="3975966"/>
              <a:ext cx="101148" cy="110485"/>
            </a:xfrm>
            <a:custGeom>
              <a:avLst/>
              <a:gdLst/>
              <a:ahLst/>
              <a:cxnLst/>
              <a:rect l="l" t="t" r="r" b="b"/>
              <a:pathLst>
                <a:path w="3250" h="3550" extrusionOk="0">
                  <a:moveTo>
                    <a:pt x="488" y="163"/>
                  </a:moveTo>
                  <a:cubicBezTo>
                    <a:pt x="263" y="1138"/>
                    <a:pt x="163" y="2500"/>
                    <a:pt x="1175" y="3112"/>
                  </a:cubicBezTo>
                  <a:cubicBezTo>
                    <a:pt x="1650" y="3375"/>
                    <a:pt x="2237" y="3287"/>
                    <a:pt x="2625" y="2900"/>
                  </a:cubicBezTo>
                  <a:cubicBezTo>
                    <a:pt x="2924" y="2575"/>
                    <a:pt x="3249" y="1250"/>
                    <a:pt x="2475" y="1163"/>
                  </a:cubicBezTo>
                  <a:cubicBezTo>
                    <a:pt x="2387" y="1163"/>
                    <a:pt x="2387" y="1025"/>
                    <a:pt x="2475" y="1038"/>
                  </a:cubicBezTo>
                  <a:cubicBezTo>
                    <a:pt x="3012" y="1088"/>
                    <a:pt x="3187" y="1762"/>
                    <a:pt x="3137" y="2237"/>
                  </a:cubicBezTo>
                  <a:cubicBezTo>
                    <a:pt x="3062" y="2850"/>
                    <a:pt x="2587" y="3350"/>
                    <a:pt x="1975" y="3450"/>
                  </a:cubicBezTo>
                  <a:cubicBezTo>
                    <a:pt x="1325" y="3550"/>
                    <a:pt x="813" y="3187"/>
                    <a:pt x="488" y="2650"/>
                  </a:cubicBezTo>
                  <a:cubicBezTo>
                    <a:pt x="0" y="1850"/>
                    <a:pt x="113" y="988"/>
                    <a:pt x="313" y="113"/>
                  </a:cubicBezTo>
                  <a:cubicBezTo>
                    <a:pt x="338" y="0"/>
                    <a:pt x="513" y="50"/>
                    <a:pt x="488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52"/>
            <p:cNvSpPr/>
            <p:nvPr/>
          </p:nvSpPr>
          <p:spPr>
            <a:xfrm>
              <a:off x="673549" y="3906750"/>
              <a:ext cx="54495" cy="41642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351" y="150"/>
                  </a:moveTo>
                  <a:cubicBezTo>
                    <a:pt x="263" y="462"/>
                    <a:pt x="301" y="787"/>
                    <a:pt x="613" y="962"/>
                  </a:cubicBezTo>
                  <a:cubicBezTo>
                    <a:pt x="813" y="1137"/>
                    <a:pt x="1026" y="1087"/>
                    <a:pt x="1263" y="800"/>
                  </a:cubicBezTo>
                  <a:cubicBezTo>
                    <a:pt x="1301" y="675"/>
                    <a:pt x="1288" y="537"/>
                    <a:pt x="1213" y="425"/>
                  </a:cubicBezTo>
                  <a:cubicBezTo>
                    <a:pt x="1101" y="350"/>
                    <a:pt x="1201" y="175"/>
                    <a:pt x="1326" y="250"/>
                  </a:cubicBezTo>
                  <a:cubicBezTo>
                    <a:pt x="1750" y="512"/>
                    <a:pt x="1413" y="1212"/>
                    <a:pt x="976" y="1262"/>
                  </a:cubicBezTo>
                  <a:cubicBezTo>
                    <a:pt x="326" y="1337"/>
                    <a:pt x="1" y="637"/>
                    <a:pt x="201" y="100"/>
                  </a:cubicBezTo>
                  <a:cubicBezTo>
                    <a:pt x="226" y="0"/>
                    <a:pt x="376" y="38"/>
                    <a:pt x="351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52"/>
            <p:cNvSpPr/>
            <p:nvPr/>
          </p:nvSpPr>
          <p:spPr>
            <a:xfrm>
              <a:off x="698073" y="4394844"/>
              <a:ext cx="40086" cy="39712"/>
            </a:xfrm>
            <a:custGeom>
              <a:avLst/>
              <a:gdLst/>
              <a:ahLst/>
              <a:cxnLst/>
              <a:rect l="l" t="t" r="r" b="b"/>
              <a:pathLst>
                <a:path w="1288" h="1276" extrusionOk="0">
                  <a:moveTo>
                    <a:pt x="838" y="463"/>
                  </a:moveTo>
                  <a:lnTo>
                    <a:pt x="838" y="463"/>
                  </a:lnTo>
                  <a:cubicBezTo>
                    <a:pt x="825" y="375"/>
                    <a:pt x="937" y="325"/>
                    <a:pt x="987" y="388"/>
                  </a:cubicBezTo>
                  <a:cubicBezTo>
                    <a:pt x="1287" y="800"/>
                    <a:pt x="663" y="1275"/>
                    <a:pt x="338" y="863"/>
                  </a:cubicBezTo>
                  <a:cubicBezTo>
                    <a:pt x="0" y="438"/>
                    <a:pt x="575" y="0"/>
                    <a:pt x="937" y="325"/>
                  </a:cubicBezTo>
                  <a:cubicBezTo>
                    <a:pt x="1012" y="388"/>
                    <a:pt x="912" y="488"/>
                    <a:pt x="8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4134;p52"/>
            <p:cNvSpPr/>
            <p:nvPr/>
          </p:nvSpPr>
          <p:spPr>
            <a:xfrm>
              <a:off x="677066" y="4243557"/>
              <a:ext cx="140829" cy="9648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0" y="50"/>
                  </a:moveTo>
                  <a:cubicBezTo>
                    <a:pt x="1338" y="1412"/>
                    <a:pt x="2825" y="2175"/>
                    <a:pt x="4437" y="2924"/>
                  </a:cubicBezTo>
                  <a:cubicBezTo>
                    <a:pt x="4524" y="2962"/>
                    <a:pt x="4462" y="3099"/>
                    <a:pt x="4374" y="3074"/>
                  </a:cubicBezTo>
                  <a:cubicBezTo>
                    <a:pt x="2675" y="2562"/>
                    <a:pt x="1163" y="1550"/>
                    <a:pt x="63" y="150"/>
                  </a:cubicBezTo>
                  <a:cubicBezTo>
                    <a:pt x="0" y="88"/>
                    <a:pt x="100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4135;p52"/>
            <p:cNvSpPr/>
            <p:nvPr/>
          </p:nvSpPr>
          <p:spPr>
            <a:xfrm>
              <a:off x="803081" y="4322111"/>
              <a:ext cx="40490" cy="3853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388"/>
                  </a:moveTo>
                  <a:cubicBezTo>
                    <a:pt x="750" y="1"/>
                    <a:pt x="1300" y="538"/>
                    <a:pt x="925" y="888"/>
                  </a:cubicBezTo>
                  <a:cubicBezTo>
                    <a:pt x="550" y="1238"/>
                    <a:pt x="0" y="600"/>
                    <a:pt x="450" y="350"/>
                  </a:cubicBezTo>
                  <a:cubicBezTo>
                    <a:pt x="550" y="313"/>
                    <a:pt x="638" y="425"/>
                    <a:pt x="563" y="500"/>
                  </a:cubicBezTo>
                  <a:lnTo>
                    <a:pt x="500" y="500"/>
                  </a:lnTo>
                  <a:cubicBezTo>
                    <a:pt x="425" y="563"/>
                    <a:pt x="325" y="463"/>
                    <a:pt x="388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52"/>
            <p:cNvSpPr/>
            <p:nvPr/>
          </p:nvSpPr>
          <p:spPr>
            <a:xfrm>
              <a:off x="824462" y="4292544"/>
              <a:ext cx="12107" cy="7438"/>
            </a:xfrm>
            <a:custGeom>
              <a:avLst/>
              <a:gdLst/>
              <a:ahLst/>
              <a:cxnLst/>
              <a:rect l="l" t="t" r="r" b="b"/>
              <a:pathLst>
                <a:path w="389" h="239" extrusionOk="0">
                  <a:moveTo>
                    <a:pt x="126" y="26"/>
                  </a:moveTo>
                  <a:cubicBezTo>
                    <a:pt x="176" y="26"/>
                    <a:pt x="238" y="13"/>
                    <a:pt x="288" y="13"/>
                  </a:cubicBezTo>
                  <a:cubicBezTo>
                    <a:pt x="376" y="1"/>
                    <a:pt x="388" y="113"/>
                    <a:pt x="338" y="163"/>
                  </a:cubicBezTo>
                  <a:cubicBezTo>
                    <a:pt x="276" y="213"/>
                    <a:pt x="201" y="238"/>
                    <a:pt x="126" y="226"/>
                  </a:cubicBezTo>
                  <a:cubicBezTo>
                    <a:pt x="1" y="226"/>
                    <a:pt x="1" y="26"/>
                    <a:pt x="126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4137;p52"/>
            <p:cNvSpPr/>
            <p:nvPr/>
          </p:nvSpPr>
          <p:spPr>
            <a:xfrm>
              <a:off x="787520" y="4122989"/>
              <a:ext cx="8590" cy="12480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5" y="250"/>
                  </a:moveTo>
                  <a:cubicBezTo>
                    <a:pt x="50" y="163"/>
                    <a:pt x="100" y="88"/>
                    <a:pt x="163" y="38"/>
                  </a:cubicBezTo>
                  <a:cubicBezTo>
                    <a:pt x="213" y="0"/>
                    <a:pt x="275" y="38"/>
                    <a:pt x="263" y="100"/>
                  </a:cubicBezTo>
                  <a:cubicBezTo>
                    <a:pt x="250" y="175"/>
                    <a:pt x="225" y="250"/>
                    <a:pt x="188" y="313"/>
                  </a:cubicBezTo>
                  <a:cubicBezTo>
                    <a:pt x="138" y="400"/>
                    <a:pt x="0" y="338"/>
                    <a:pt x="25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8" name="Google Shape;4138;p52"/>
            <p:cNvSpPr/>
            <p:nvPr/>
          </p:nvSpPr>
          <p:spPr>
            <a:xfrm>
              <a:off x="625714" y="4115986"/>
              <a:ext cx="34670" cy="195263"/>
            </a:xfrm>
            <a:custGeom>
              <a:avLst/>
              <a:gdLst/>
              <a:ahLst/>
              <a:cxnLst/>
              <a:rect l="l" t="t" r="r" b="b"/>
              <a:pathLst>
                <a:path w="1114" h="6274" extrusionOk="0">
                  <a:moveTo>
                    <a:pt x="188" y="100"/>
                  </a:moveTo>
                  <a:cubicBezTo>
                    <a:pt x="251" y="1375"/>
                    <a:pt x="501" y="2600"/>
                    <a:pt x="776" y="3837"/>
                  </a:cubicBezTo>
                  <a:cubicBezTo>
                    <a:pt x="963" y="4649"/>
                    <a:pt x="1113" y="5361"/>
                    <a:pt x="801" y="6161"/>
                  </a:cubicBezTo>
                  <a:cubicBezTo>
                    <a:pt x="751" y="6274"/>
                    <a:pt x="588" y="6236"/>
                    <a:pt x="613" y="6111"/>
                  </a:cubicBezTo>
                  <a:cubicBezTo>
                    <a:pt x="926" y="4936"/>
                    <a:pt x="488" y="3812"/>
                    <a:pt x="263" y="2650"/>
                  </a:cubicBezTo>
                  <a:cubicBezTo>
                    <a:pt x="88" y="1812"/>
                    <a:pt x="1" y="963"/>
                    <a:pt x="13" y="100"/>
                  </a:cubicBezTo>
                  <a:cubicBezTo>
                    <a:pt x="26" y="0"/>
                    <a:pt x="176" y="0"/>
                    <a:pt x="18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9" name="Google Shape;4139;p52"/>
            <p:cNvSpPr/>
            <p:nvPr/>
          </p:nvSpPr>
          <p:spPr>
            <a:xfrm>
              <a:off x="625714" y="4296434"/>
              <a:ext cx="38934" cy="41268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813" y="351"/>
                  </a:moveTo>
                  <a:cubicBezTo>
                    <a:pt x="1251" y="776"/>
                    <a:pt x="526" y="1325"/>
                    <a:pt x="238" y="851"/>
                  </a:cubicBezTo>
                  <a:cubicBezTo>
                    <a:pt x="1" y="476"/>
                    <a:pt x="663" y="1"/>
                    <a:pt x="813" y="476"/>
                  </a:cubicBezTo>
                  <a:cubicBezTo>
                    <a:pt x="826" y="563"/>
                    <a:pt x="726" y="626"/>
                    <a:pt x="663" y="563"/>
                  </a:cubicBezTo>
                  <a:lnTo>
                    <a:pt x="688" y="451"/>
                  </a:lnTo>
                  <a:cubicBezTo>
                    <a:pt x="638" y="363"/>
                    <a:pt x="751" y="276"/>
                    <a:pt x="813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0" name="Google Shape;4140;p52"/>
            <p:cNvSpPr/>
            <p:nvPr/>
          </p:nvSpPr>
          <p:spPr>
            <a:xfrm>
              <a:off x="697295" y="4302285"/>
              <a:ext cx="28041" cy="90629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0" y="263"/>
                  </a:moveTo>
                  <a:cubicBezTo>
                    <a:pt x="213" y="900"/>
                    <a:pt x="263" y="1937"/>
                    <a:pt x="463" y="2724"/>
                  </a:cubicBezTo>
                  <a:cubicBezTo>
                    <a:pt x="488" y="2837"/>
                    <a:pt x="325" y="2912"/>
                    <a:pt x="263" y="2812"/>
                  </a:cubicBezTo>
                  <a:cubicBezTo>
                    <a:pt x="0" y="2387"/>
                    <a:pt x="38" y="1687"/>
                    <a:pt x="100" y="1225"/>
                  </a:cubicBezTo>
                  <a:cubicBezTo>
                    <a:pt x="150" y="800"/>
                    <a:pt x="350" y="413"/>
                    <a:pt x="638" y="100"/>
                  </a:cubicBezTo>
                  <a:cubicBezTo>
                    <a:pt x="750" y="0"/>
                    <a:pt x="900" y="163"/>
                    <a:pt x="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52"/>
            <p:cNvSpPr/>
            <p:nvPr/>
          </p:nvSpPr>
          <p:spPr>
            <a:xfrm>
              <a:off x="704671" y="4304215"/>
              <a:ext cx="29193" cy="87921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76" y="2612"/>
                  </a:moveTo>
                  <a:cubicBezTo>
                    <a:pt x="763" y="2063"/>
                    <a:pt x="501" y="888"/>
                    <a:pt x="388" y="176"/>
                  </a:cubicBezTo>
                  <a:cubicBezTo>
                    <a:pt x="376" y="76"/>
                    <a:pt x="501" y="1"/>
                    <a:pt x="563" y="101"/>
                  </a:cubicBezTo>
                  <a:cubicBezTo>
                    <a:pt x="938" y="800"/>
                    <a:pt x="875" y="2238"/>
                    <a:pt x="188" y="2750"/>
                  </a:cubicBezTo>
                  <a:cubicBezTo>
                    <a:pt x="113" y="2825"/>
                    <a:pt x="1" y="2675"/>
                    <a:pt x="76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52"/>
            <p:cNvSpPr/>
            <p:nvPr/>
          </p:nvSpPr>
          <p:spPr>
            <a:xfrm>
              <a:off x="644387" y="4179756"/>
              <a:ext cx="70835" cy="22595"/>
            </a:xfrm>
            <a:custGeom>
              <a:avLst/>
              <a:gdLst/>
              <a:ahLst/>
              <a:cxnLst/>
              <a:rect l="l" t="t" r="r" b="b"/>
              <a:pathLst>
                <a:path w="2276" h="726" extrusionOk="0">
                  <a:moveTo>
                    <a:pt x="126" y="238"/>
                  </a:moveTo>
                  <a:cubicBezTo>
                    <a:pt x="800" y="1"/>
                    <a:pt x="1550" y="88"/>
                    <a:pt x="2163" y="476"/>
                  </a:cubicBezTo>
                  <a:cubicBezTo>
                    <a:pt x="2275" y="538"/>
                    <a:pt x="2175" y="726"/>
                    <a:pt x="2050" y="663"/>
                  </a:cubicBezTo>
                  <a:cubicBezTo>
                    <a:pt x="1475" y="326"/>
                    <a:pt x="800" y="238"/>
                    <a:pt x="176" y="413"/>
                  </a:cubicBezTo>
                  <a:cubicBezTo>
                    <a:pt x="51" y="438"/>
                    <a:pt x="1" y="263"/>
                    <a:pt x="126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3" name="Google Shape;4143;p52"/>
            <p:cNvSpPr/>
            <p:nvPr/>
          </p:nvSpPr>
          <p:spPr>
            <a:xfrm>
              <a:off x="644792" y="4188719"/>
              <a:ext cx="70026" cy="26454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2112" y="400"/>
                  </a:moveTo>
                  <a:cubicBezTo>
                    <a:pt x="1762" y="538"/>
                    <a:pt x="0" y="850"/>
                    <a:pt x="125" y="63"/>
                  </a:cubicBezTo>
                  <a:cubicBezTo>
                    <a:pt x="125" y="25"/>
                    <a:pt x="175" y="0"/>
                    <a:pt x="213" y="13"/>
                  </a:cubicBezTo>
                  <a:cubicBezTo>
                    <a:pt x="463" y="113"/>
                    <a:pt x="638" y="250"/>
                    <a:pt x="912" y="300"/>
                  </a:cubicBezTo>
                  <a:cubicBezTo>
                    <a:pt x="1300" y="363"/>
                    <a:pt x="1687" y="313"/>
                    <a:pt x="2062" y="188"/>
                  </a:cubicBezTo>
                  <a:cubicBezTo>
                    <a:pt x="2200" y="138"/>
                    <a:pt x="2250" y="338"/>
                    <a:pt x="2112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4" name="Google Shape;4144;p52"/>
            <p:cNvSpPr/>
            <p:nvPr/>
          </p:nvSpPr>
          <p:spPr>
            <a:xfrm>
              <a:off x="721011" y="3766325"/>
              <a:ext cx="33083" cy="103109"/>
            </a:xfrm>
            <a:custGeom>
              <a:avLst/>
              <a:gdLst/>
              <a:ahLst/>
              <a:cxnLst/>
              <a:rect l="l" t="t" r="r" b="b"/>
              <a:pathLst>
                <a:path w="1063" h="3313" extrusionOk="0">
                  <a:moveTo>
                    <a:pt x="363" y="151"/>
                  </a:moveTo>
                  <a:cubicBezTo>
                    <a:pt x="300" y="713"/>
                    <a:pt x="338" y="1275"/>
                    <a:pt x="475" y="1813"/>
                  </a:cubicBezTo>
                  <a:cubicBezTo>
                    <a:pt x="600" y="2300"/>
                    <a:pt x="888" y="2713"/>
                    <a:pt x="1050" y="3175"/>
                  </a:cubicBezTo>
                  <a:cubicBezTo>
                    <a:pt x="1063" y="3262"/>
                    <a:pt x="975" y="3312"/>
                    <a:pt x="913" y="3262"/>
                  </a:cubicBezTo>
                  <a:cubicBezTo>
                    <a:pt x="138" y="2500"/>
                    <a:pt x="1" y="1138"/>
                    <a:pt x="150" y="126"/>
                  </a:cubicBezTo>
                  <a:cubicBezTo>
                    <a:pt x="163" y="1"/>
                    <a:pt x="375" y="26"/>
                    <a:pt x="36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52"/>
            <p:cNvSpPr/>
            <p:nvPr/>
          </p:nvSpPr>
          <p:spPr>
            <a:xfrm>
              <a:off x="726831" y="3744166"/>
              <a:ext cx="38561" cy="125268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788" y="3824"/>
                  </a:moveTo>
                  <a:cubicBezTo>
                    <a:pt x="901" y="3150"/>
                    <a:pt x="1013" y="2450"/>
                    <a:pt x="851" y="1775"/>
                  </a:cubicBezTo>
                  <a:cubicBezTo>
                    <a:pt x="713" y="1225"/>
                    <a:pt x="401" y="738"/>
                    <a:pt x="88" y="263"/>
                  </a:cubicBezTo>
                  <a:cubicBezTo>
                    <a:pt x="1" y="125"/>
                    <a:pt x="226" y="0"/>
                    <a:pt x="313" y="138"/>
                  </a:cubicBezTo>
                  <a:cubicBezTo>
                    <a:pt x="688" y="700"/>
                    <a:pt x="1038" y="1288"/>
                    <a:pt x="1138" y="1975"/>
                  </a:cubicBezTo>
                  <a:cubicBezTo>
                    <a:pt x="1238" y="2612"/>
                    <a:pt x="1113" y="3262"/>
                    <a:pt x="1001" y="3887"/>
                  </a:cubicBezTo>
                  <a:cubicBezTo>
                    <a:pt x="976" y="4024"/>
                    <a:pt x="776" y="3962"/>
                    <a:pt x="78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4146;p52"/>
            <p:cNvSpPr/>
            <p:nvPr/>
          </p:nvSpPr>
          <p:spPr>
            <a:xfrm>
              <a:off x="949699" y="4248226"/>
              <a:ext cx="10551" cy="10146"/>
            </a:xfrm>
            <a:custGeom>
              <a:avLst/>
              <a:gdLst/>
              <a:ahLst/>
              <a:cxnLst/>
              <a:rect l="l" t="t" r="r" b="b"/>
              <a:pathLst>
                <a:path w="339" h="326" extrusionOk="0">
                  <a:moveTo>
                    <a:pt x="238" y="313"/>
                  </a:moveTo>
                  <a:cubicBezTo>
                    <a:pt x="151" y="325"/>
                    <a:pt x="76" y="288"/>
                    <a:pt x="26" y="213"/>
                  </a:cubicBezTo>
                  <a:cubicBezTo>
                    <a:pt x="1" y="200"/>
                    <a:pt x="1" y="163"/>
                    <a:pt x="1" y="138"/>
                  </a:cubicBezTo>
                  <a:lnTo>
                    <a:pt x="38" y="50"/>
                  </a:lnTo>
                  <a:cubicBezTo>
                    <a:pt x="38" y="13"/>
                    <a:pt x="101" y="0"/>
                    <a:pt x="126" y="38"/>
                  </a:cubicBezTo>
                  <a:lnTo>
                    <a:pt x="263" y="175"/>
                  </a:lnTo>
                  <a:cubicBezTo>
                    <a:pt x="338" y="200"/>
                    <a:pt x="326" y="325"/>
                    <a:pt x="23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4147;p52"/>
            <p:cNvSpPr/>
            <p:nvPr/>
          </p:nvSpPr>
          <p:spPr>
            <a:xfrm>
              <a:off x="957106" y="4239667"/>
              <a:ext cx="73511" cy="18705"/>
            </a:xfrm>
            <a:custGeom>
              <a:avLst/>
              <a:gdLst/>
              <a:ahLst/>
              <a:cxnLst/>
              <a:rect l="l" t="t" r="r" b="b"/>
              <a:pathLst>
                <a:path w="2362" h="601" extrusionOk="0">
                  <a:moveTo>
                    <a:pt x="63" y="475"/>
                  </a:moveTo>
                  <a:cubicBezTo>
                    <a:pt x="737" y="138"/>
                    <a:pt x="1537" y="0"/>
                    <a:pt x="2274" y="225"/>
                  </a:cubicBezTo>
                  <a:cubicBezTo>
                    <a:pt x="2362" y="250"/>
                    <a:pt x="2349" y="413"/>
                    <a:pt x="2249" y="400"/>
                  </a:cubicBezTo>
                  <a:cubicBezTo>
                    <a:pt x="1500" y="313"/>
                    <a:pt x="825" y="313"/>
                    <a:pt x="113" y="588"/>
                  </a:cubicBezTo>
                  <a:cubicBezTo>
                    <a:pt x="50" y="600"/>
                    <a:pt x="0" y="500"/>
                    <a:pt x="63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52"/>
            <p:cNvSpPr/>
            <p:nvPr/>
          </p:nvSpPr>
          <p:spPr>
            <a:xfrm>
              <a:off x="999090" y="4230704"/>
              <a:ext cx="31527" cy="21039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825" y="613"/>
                  </a:moveTo>
                  <a:cubicBezTo>
                    <a:pt x="613" y="351"/>
                    <a:pt x="376" y="276"/>
                    <a:pt x="76" y="163"/>
                  </a:cubicBezTo>
                  <a:cubicBezTo>
                    <a:pt x="1" y="126"/>
                    <a:pt x="13" y="1"/>
                    <a:pt x="101" y="1"/>
                  </a:cubicBezTo>
                  <a:cubicBezTo>
                    <a:pt x="451" y="26"/>
                    <a:pt x="763" y="201"/>
                    <a:pt x="963" y="501"/>
                  </a:cubicBezTo>
                  <a:cubicBezTo>
                    <a:pt x="1013" y="576"/>
                    <a:pt x="888" y="676"/>
                    <a:pt x="825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52"/>
            <p:cNvSpPr/>
            <p:nvPr/>
          </p:nvSpPr>
          <p:spPr>
            <a:xfrm>
              <a:off x="948921" y="4183273"/>
              <a:ext cx="33083" cy="68874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38" y="2075"/>
                  </a:moveTo>
                  <a:cubicBezTo>
                    <a:pt x="213" y="1775"/>
                    <a:pt x="363" y="1462"/>
                    <a:pt x="488" y="1125"/>
                  </a:cubicBezTo>
                  <a:cubicBezTo>
                    <a:pt x="600" y="775"/>
                    <a:pt x="538" y="475"/>
                    <a:pt x="488" y="125"/>
                  </a:cubicBezTo>
                  <a:cubicBezTo>
                    <a:pt x="475" y="25"/>
                    <a:pt x="613" y="0"/>
                    <a:pt x="638" y="75"/>
                  </a:cubicBezTo>
                  <a:cubicBezTo>
                    <a:pt x="1063" y="775"/>
                    <a:pt x="600" y="1612"/>
                    <a:pt x="126" y="2162"/>
                  </a:cubicBezTo>
                  <a:cubicBezTo>
                    <a:pt x="76" y="2212"/>
                    <a:pt x="1" y="2137"/>
                    <a:pt x="26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52"/>
            <p:cNvSpPr/>
            <p:nvPr/>
          </p:nvSpPr>
          <p:spPr>
            <a:xfrm>
              <a:off x="962148" y="4181717"/>
              <a:ext cx="21039" cy="43198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00" y="138"/>
                  </a:moveTo>
                  <a:cubicBezTo>
                    <a:pt x="563" y="450"/>
                    <a:pt x="675" y="875"/>
                    <a:pt x="625" y="1287"/>
                  </a:cubicBezTo>
                  <a:cubicBezTo>
                    <a:pt x="600" y="1387"/>
                    <a:pt x="463" y="1350"/>
                    <a:pt x="450" y="1262"/>
                  </a:cubicBezTo>
                  <a:cubicBezTo>
                    <a:pt x="425" y="875"/>
                    <a:pt x="375" y="575"/>
                    <a:pt x="100" y="288"/>
                  </a:cubicBezTo>
                  <a:cubicBezTo>
                    <a:pt x="1" y="150"/>
                    <a:pt x="188" y="0"/>
                    <a:pt x="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1" name="Google Shape;4151;p52"/>
            <p:cNvSpPr/>
            <p:nvPr/>
          </p:nvSpPr>
          <p:spPr>
            <a:xfrm>
              <a:off x="975748" y="4212808"/>
              <a:ext cx="28041" cy="14036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113" y="238"/>
                  </a:moveTo>
                  <a:cubicBezTo>
                    <a:pt x="338" y="176"/>
                    <a:pt x="538" y="76"/>
                    <a:pt x="763" y="26"/>
                  </a:cubicBezTo>
                  <a:cubicBezTo>
                    <a:pt x="851" y="1"/>
                    <a:pt x="901" y="113"/>
                    <a:pt x="826" y="163"/>
                  </a:cubicBezTo>
                  <a:cubicBezTo>
                    <a:pt x="626" y="288"/>
                    <a:pt x="401" y="376"/>
                    <a:pt x="163" y="426"/>
                  </a:cubicBezTo>
                  <a:cubicBezTo>
                    <a:pt x="51" y="451"/>
                    <a:pt x="1" y="276"/>
                    <a:pt x="113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2" name="Google Shape;4152;p52"/>
            <p:cNvSpPr/>
            <p:nvPr/>
          </p:nvSpPr>
          <p:spPr>
            <a:xfrm>
              <a:off x="985085" y="4212808"/>
              <a:ext cx="19887" cy="24556"/>
            </a:xfrm>
            <a:custGeom>
              <a:avLst/>
              <a:gdLst/>
              <a:ahLst/>
              <a:cxnLst/>
              <a:rect l="l" t="t" r="r" b="b"/>
              <a:pathLst>
                <a:path w="639" h="789" extrusionOk="0">
                  <a:moveTo>
                    <a:pt x="588" y="226"/>
                  </a:moveTo>
                  <a:cubicBezTo>
                    <a:pt x="488" y="413"/>
                    <a:pt x="363" y="588"/>
                    <a:pt x="213" y="726"/>
                  </a:cubicBezTo>
                  <a:cubicBezTo>
                    <a:pt x="138" y="788"/>
                    <a:pt x="1" y="701"/>
                    <a:pt x="51" y="613"/>
                  </a:cubicBezTo>
                  <a:cubicBezTo>
                    <a:pt x="163" y="438"/>
                    <a:pt x="288" y="288"/>
                    <a:pt x="401" y="126"/>
                  </a:cubicBezTo>
                  <a:cubicBezTo>
                    <a:pt x="463" y="1"/>
                    <a:pt x="638" y="101"/>
                    <a:pt x="576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52"/>
            <p:cNvSpPr/>
            <p:nvPr/>
          </p:nvSpPr>
          <p:spPr>
            <a:xfrm>
              <a:off x="987046" y="4228370"/>
              <a:ext cx="21817" cy="859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125" y="51"/>
                  </a:moveTo>
                  <a:cubicBezTo>
                    <a:pt x="288" y="1"/>
                    <a:pt x="463" y="26"/>
                    <a:pt x="613" y="113"/>
                  </a:cubicBezTo>
                  <a:cubicBezTo>
                    <a:pt x="700" y="163"/>
                    <a:pt x="638" y="276"/>
                    <a:pt x="550" y="251"/>
                  </a:cubicBezTo>
                  <a:lnTo>
                    <a:pt x="175" y="238"/>
                  </a:lnTo>
                  <a:cubicBezTo>
                    <a:pt x="50" y="263"/>
                    <a:pt x="0" y="88"/>
                    <a:pt x="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52"/>
            <p:cNvSpPr/>
            <p:nvPr/>
          </p:nvSpPr>
          <p:spPr>
            <a:xfrm>
              <a:off x="997939" y="4188315"/>
              <a:ext cx="35791" cy="29193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513" y="788"/>
                  </a:moveTo>
                  <a:cubicBezTo>
                    <a:pt x="0" y="675"/>
                    <a:pt x="288" y="1"/>
                    <a:pt x="713" y="101"/>
                  </a:cubicBezTo>
                  <a:cubicBezTo>
                    <a:pt x="1150" y="201"/>
                    <a:pt x="1025" y="938"/>
                    <a:pt x="525" y="788"/>
                  </a:cubicBezTo>
                  <a:cubicBezTo>
                    <a:pt x="413" y="750"/>
                    <a:pt x="425" y="588"/>
                    <a:pt x="550" y="600"/>
                  </a:cubicBezTo>
                  <a:lnTo>
                    <a:pt x="550" y="613"/>
                  </a:lnTo>
                  <a:cubicBezTo>
                    <a:pt x="663" y="650"/>
                    <a:pt x="613" y="813"/>
                    <a:pt x="50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52"/>
            <p:cNvSpPr/>
            <p:nvPr/>
          </p:nvSpPr>
          <p:spPr>
            <a:xfrm>
              <a:off x="8293084" y="2433473"/>
              <a:ext cx="130310" cy="138869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3899" y="1800"/>
                  </a:moveTo>
                  <a:cubicBezTo>
                    <a:pt x="4087" y="3375"/>
                    <a:pt x="2275" y="4462"/>
                    <a:pt x="1062" y="3325"/>
                  </a:cubicBezTo>
                  <a:cubicBezTo>
                    <a:pt x="125" y="2450"/>
                    <a:pt x="563" y="988"/>
                    <a:pt x="1212" y="75"/>
                  </a:cubicBezTo>
                  <a:cubicBezTo>
                    <a:pt x="1237" y="38"/>
                    <a:pt x="1187" y="0"/>
                    <a:pt x="1150" y="25"/>
                  </a:cubicBezTo>
                  <a:cubicBezTo>
                    <a:pt x="213" y="1038"/>
                    <a:pt x="0" y="2975"/>
                    <a:pt x="1387" y="3712"/>
                  </a:cubicBezTo>
                  <a:cubicBezTo>
                    <a:pt x="2737" y="4424"/>
                    <a:pt x="4187" y="3237"/>
                    <a:pt x="3999" y="1800"/>
                  </a:cubicBezTo>
                  <a:cubicBezTo>
                    <a:pt x="3999" y="1738"/>
                    <a:pt x="3887" y="1738"/>
                    <a:pt x="3899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52"/>
            <p:cNvSpPr/>
            <p:nvPr/>
          </p:nvSpPr>
          <p:spPr>
            <a:xfrm>
              <a:off x="8324580" y="2111822"/>
              <a:ext cx="182814" cy="327907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75" y="10510"/>
                  </a:moveTo>
                  <a:cubicBezTo>
                    <a:pt x="1950" y="9186"/>
                    <a:pt x="4362" y="7986"/>
                    <a:pt x="5137" y="5674"/>
                  </a:cubicBezTo>
                  <a:cubicBezTo>
                    <a:pt x="5724" y="3950"/>
                    <a:pt x="5874" y="1463"/>
                    <a:pt x="4612" y="26"/>
                  </a:cubicBezTo>
                  <a:cubicBezTo>
                    <a:pt x="4587" y="1"/>
                    <a:pt x="4537" y="38"/>
                    <a:pt x="4562" y="63"/>
                  </a:cubicBezTo>
                  <a:cubicBezTo>
                    <a:pt x="5761" y="1700"/>
                    <a:pt x="5586" y="4462"/>
                    <a:pt x="4737" y="6224"/>
                  </a:cubicBezTo>
                  <a:cubicBezTo>
                    <a:pt x="3812" y="8124"/>
                    <a:pt x="1700" y="9236"/>
                    <a:pt x="38" y="10448"/>
                  </a:cubicBezTo>
                  <a:cubicBezTo>
                    <a:pt x="0" y="10473"/>
                    <a:pt x="38" y="10535"/>
                    <a:pt x="75" y="10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52"/>
            <p:cNvSpPr/>
            <p:nvPr/>
          </p:nvSpPr>
          <p:spPr>
            <a:xfrm>
              <a:off x="8352186" y="2070616"/>
              <a:ext cx="105816" cy="124863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350" y="1087"/>
                  </a:moveTo>
                  <a:cubicBezTo>
                    <a:pt x="2500" y="587"/>
                    <a:pt x="1313" y="387"/>
                    <a:pt x="576" y="1225"/>
                  </a:cubicBezTo>
                  <a:cubicBezTo>
                    <a:pt x="151" y="1700"/>
                    <a:pt x="1" y="2837"/>
                    <a:pt x="413" y="3387"/>
                  </a:cubicBezTo>
                  <a:cubicBezTo>
                    <a:pt x="900" y="4012"/>
                    <a:pt x="2038" y="3924"/>
                    <a:pt x="2375" y="3187"/>
                  </a:cubicBezTo>
                  <a:cubicBezTo>
                    <a:pt x="2575" y="2749"/>
                    <a:pt x="2550" y="2237"/>
                    <a:pt x="2300" y="1812"/>
                  </a:cubicBezTo>
                  <a:cubicBezTo>
                    <a:pt x="1938" y="1175"/>
                    <a:pt x="975" y="775"/>
                    <a:pt x="863" y="25"/>
                  </a:cubicBezTo>
                  <a:cubicBezTo>
                    <a:pt x="863" y="0"/>
                    <a:pt x="813" y="0"/>
                    <a:pt x="813" y="25"/>
                  </a:cubicBezTo>
                  <a:cubicBezTo>
                    <a:pt x="825" y="437"/>
                    <a:pt x="1100" y="675"/>
                    <a:pt x="1388" y="950"/>
                  </a:cubicBezTo>
                  <a:cubicBezTo>
                    <a:pt x="1675" y="1225"/>
                    <a:pt x="2050" y="1512"/>
                    <a:pt x="2200" y="1862"/>
                  </a:cubicBezTo>
                  <a:cubicBezTo>
                    <a:pt x="2563" y="2724"/>
                    <a:pt x="2313" y="3724"/>
                    <a:pt x="1200" y="3587"/>
                  </a:cubicBezTo>
                  <a:cubicBezTo>
                    <a:pt x="850" y="3649"/>
                    <a:pt x="626" y="3524"/>
                    <a:pt x="551" y="3174"/>
                  </a:cubicBezTo>
                  <a:cubicBezTo>
                    <a:pt x="426" y="3087"/>
                    <a:pt x="338" y="2949"/>
                    <a:pt x="338" y="2799"/>
                  </a:cubicBezTo>
                  <a:cubicBezTo>
                    <a:pt x="338" y="2737"/>
                    <a:pt x="338" y="2674"/>
                    <a:pt x="338" y="2612"/>
                  </a:cubicBezTo>
                  <a:cubicBezTo>
                    <a:pt x="313" y="2362"/>
                    <a:pt x="313" y="2100"/>
                    <a:pt x="363" y="1850"/>
                  </a:cubicBezTo>
                  <a:cubicBezTo>
                    <a:pt x="713" y="487"/>
                    <a:pt x="2375" y="612"/>
                    <a:pt x="3312" y="1150"/>
                  </a:cubicBezTo>
                  <a:cubicBezTo>
                    <a:pt x="3362" y="1175"/>
                    <a:pt x="3400" y="1112"/>
                    <a:pt x="3362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8" name="Google Shape;4158;p52"/>
            <p:cNvSpPr/>
            <p:nvPr/>
          </p:nvSpPr>
          <p:spPr>
            <a:xfrm>
              <a:off x="8373193" y="1993214"/>
              <a:ext cx="16744" cy="68874"/>
            </a:xfrm>
            <a:custGeom>
              <a:avLst/>
              <a:gdLst/>
              <a:ahLst/>
              <a:cxnLst/>
              <a:rect l="l" t="t" r="r" b="b"/>
              <a:pathLst>
                <a:path w="538" h="2213" extrusionOk="0">
                  <a:moveTo>
                    <a:pt x="138" y="2162"/>
                  </a:moveTo>
                  <a:cubicBezTo>
                    <a:pt x="63" y="1387"/>
                    <a:pt x="300" y="775"/>
                    <a:pt x="525" y="50"/>
                  </a:cubicBezTo>
                  <a:cubicBezTo>
                    <a:pt x="538" y="13"/>
                    <a:pt x="488" y="0"/>
                    <a:pt x="463" y="25"/>
                  </a:cubicBezTo>
                  <a:cubicBezTo>
                    <a:pt x="51" y="613"/>
                    <a:pt x="1" y="1475"/>
                    <a:pt x="63" y="2162"/>
                  </a:cubicBezTo>
                  <a:cubicBezTo>
                    <a:pt x="63" y="2212"/>
                    <a:pt x="150" y="2212"/>
                    <a:pt x="138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9" name="Google Shape;4159;p52"/>
            <p:cNvSpPr/>
            <p:nvPr/>
          </p:nvSpPr>
          <p:spPr>
            <a:xfrm>
              <a:off x="8307463" y="2299304"/>
              <a:ext cx="120600" cy="102300"/>
            </a:xfrm>
            <a:custGeom>
              <a:avLst/>
              <a:gdLst/>
              <a:ahLst/>
              <a:cxnLst/>
              <a:rect l="l" t="t" r="r" b="b"/>
              <a:pathLst>
                <a:path w="3875" h="3287" extrusionOk="0">
                  <a:moveTo>
                    <a:pt x="3800" y="2200"/>
                  </a:moveTo>
                  <a:cubicBezTo>
                    <a:pt x="3125" y="2712"/>
                    <a:pt x="2300" y="3174"/>
                    <a:pt x="1425" y="2937"/>
                  </a:cubicBezTo>
                  <a:cubicBezTo>
                    <a:pt x="963" y="2799"/>
                    <a:pt x="575" y="2474"/>
                    <a:pt x="363" y="2050"/>
                  </a:cubicBezTo>
                  <a:cubicBezTo>
                    <a:pt x="213" y="1762"/>
                    <a:pt x="126" y="1450"/>
                    <a:pt x="126" y="1137"/>
                  </a:cubicBezTo>
                  <a:cubicBezTo>
                    <a:pt x="138" y="400"/>
                    <a:pt x="563" y="250"/>
                    <a:pt x="1400" y="687"/>
                  </a:cubicBezTo>
                  <a:cubicBezTo>
                    <a:pt x="1363" y="712"/>
                    <a:pt x="1400" y="787"/>
                    <a:pt x="1438" y="750"/>
                  </a:cubicBezTo>
                  <a:cubicBezTo>
                    <a:pt x="1813" y="463"/>
                    <a:pt x="1400" y="125"/>
                    <a:pt x="1050" y="75"/>
                  </a:cubicBezTo>
                  <a:cubicBezTo>
                    <a:pt x="388" y="0"/>
                    <a:pt x="1" y="675"/>
                    <a:pt x="26" y="1262"/>
                  </a:cubicBezTo>
                  <a:cubicBezTo>
                    <a:pt x="63" y="2050"/>
                    <a:pt x="613" y="2837"/>
                    <a:pt x="1388" y="3049"/>
                  </a:cubicBezTo>
                  <a:cubicBezTo>
                    <a:pt x="2312" y="3287"/>
                    <a:pt x="3162" y="2824"/>
                    <a:pt x="3837" y="2237"/>
                  </a:cubicBezTo>
                  <a:cubicBezTo>
                    <a:pt x="3875" y="2212"/>
                    <a:pt x="3825" y="2175"/>
                    <a:pt x="3800" y="2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52"/>
            <p:cNvSpPr/>
            <p:nvPr/>
          </p:nvSpPr>
          <p:spPr>
            <a:xfrm>
              <a:off x="8254959" y="2389901"/>
              <a:ext cx="137717" cy="28446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4324" y="26"/>
                  </a:moveTo>
                  <a:cubicBezTo>
                    <a:pt x="3325" y="876"/>
                    <a:pt x="1175" y="913"/>
                    <a:pt x="63" y="326"/>
                  </a:cubicBezTo>
                  <a:cubicBezTo>
                    <a:pt x="26" y="313"/>
                    <a:pt x="1" y="363"/>
                    <a:pt x="26" y="388"/>
                  </a:cubicBezTo>
                  <a:cubicBezTo>
                    <a:pt x="713" y="901"/>
                    <a:pt x="1700" y="826"/>
                    <a:pt x="2512" y="738"/>
                  </a:cubicBezTo>
                  <a:cubicBezTo>
                    <a:pt x="3175" y="663"/>
                    <a:pt x="3862" y="538"/>
                    <a:pt x="4387" y="88"/>
                  </a:cubicBezTo>
                  <a:cubicBezTo>
                    <a:pt x="4424" y="51"/>
                    <a:pt x="4374" y="1"/>
                    <a:pt x="4324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52"/>
            <p:cNvSpPr/>
            <p:nvPr/>
          </p:nvSpPr>
          <p:spPr>
            <a:xfrm>
              <a:off x="8240580" y="2390306"/>
              <a:ext cx="15188" cy="14814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350"/>
                  </a:moveTo>
                  <a:cubicBezTo>
                    <a:pt x="488" y="263"/>
                    <a:pt x="463" y="150"/>
                    <a:pt x="400" y="88"/>
                  </a:cubicBezTo>
                  <a:cubicBezTo>
                    <a:pt x="338" y="25"/>
                    <a:pt x="238" y="0"/>
                    <a:pt x="150" y="13"/>
                  </a:cubicBezTo>
                  <a:cubicBezTo>
                    <a:pt x="125" y="13"/>
                    <a:pt x="88" y="25"/>
                    <a:pt x="63" y="50"/>
                  </a:cubicBezTo>
                  <a:cubicBezTo>
                    <a:pt x="38" y="88"/>
                    <a:pt x="25" y="125"/>
                    <a:pt x="25" y="163"/>
                  </a:cubicBezTo>
                  <a:cubicBezTo>
                    <a:pt x="0" y="288"/>
                    <a:pt x="63" y="413"/>
                    <a:pt x="175" y="463"/>
                  </a:cubicBezTo>
                  <a:cubicBezTo>
                    <a:pt x="313" y="475"/>
                    <a:pt x="425" y="375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52"/>
            <p:cNvSpPr/>
            <p:nvPr/>
          </p:nvSpPr>
          <p:spPr>
            <a:xfrm>
              <a:off x="8237841" y="2387194"/>
              <a:ext cx="20261" cy="22968"/>
            </a:xfrm>
            <a:custGeom>
              <a:avLst/>
              <a:gdLst/>
              <a:ahLst/>
              <a:cxnLst/>
              <a:rect l="l" t="t" r="r" b="b"/>
              <a:pathLst>
                <a:path w="651" h="738" extrusionOk="0">
                  <a:moveTo>
                    <a:pt x="601" y="463"/>
                  </a:moveTo>
                  <a:cubicBezTo>
                    <a:pt x="650" y="300"/>
                    <a:pt x="563" y="113"/>
                    <a:pt x="388" y="63"/>
                  </a:cubicBezTo>
                  <a:cubicBezTo>
                    <a:pt x="251" y="0"/>
                    <a:pt x="76" y="88"/>
                    <a:pt x="63" y="250"/>
                  </a:cubicBezTo>
                  <a:cubicBezTo>
                    <a:pt x="1" y="650"/>
                    <a:pt x="563" y="738"/>
                    <a:pt x="563" y="338"/>
                  </a:cubicBezTo>
                  <a:cubicBezTo>
                    <a:pt x="563" y="288"/>
                    <a:pt x="501" y="275"/>
                    <a:pt x="488" y="325"/>
                  </a:cubicBezTo>
                  <a:cubicBezTo>
                    <a:pt x="163" y="438"/>
                    <a:pt x="88" y="425"/>
                    <a:pt x="263" y="275"/>
                  </a:cubicBezTo>
                  <a:cubicBezTo>
                    <a:pt x="376" y="100"/>
                    <a:pt x="438" y="150"/>
                    <a:pt x="476" y="425"/>
                  </a:cubicBezTo>
                  <a:cubicBezTo>
                    <a:pt x="451" y="513"/>
                    <a:pt x="576" y="538"/>
                    <a:pt x="601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4163;p52"/>
            <p:cNvSpPr/>
            <p:nvPr/>
          </p:nvSpPr>
          <p:spPr>
            <a:xfrm>
              <a:off x="8460710" y="2105224"/>
              <a:ext cx="4295" cy="3517"/>
            </a:xfrm>
            <a:custGeom>
              <a:avLst/>
              <a:gdLst/>
              <a:ahLst/>
              <a:cxnLst/>
              <a:rect l="l" t="t" r="r" b="b"/>
              <a:pathLst>
                <a:path w="138" h="113" extrusionOk="0">
                  <a:moveTo>
                    <a:pt x="63" y="25"/>
                  </a:moveTo>
                  <a:lnTo>
                    <a:pt x="38" y="38"/>
                  </a:lnTo>
                  <a:cubicBezTo>
                    <a:pt x="0" y="50"/>
                    <a:pt x="0" y="88"/>
                    <a:pt x="38" y="100"/>
                  </a:cubicBezTo>
                  <a:lnTo>
                    <a:pt x="63" y="100"/>
                  </a:lnTo>
                  <a:cubicBezTo>
                    <a:pt x="125" y="113"/>
                    <a:pt x="138" y="0"/>
                    <a:pt x="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4164;p52"/>
            <p:cNvSpPr/>
            <p:nvPr/>
          </p:nvSpPr>
          <p:spPr>
            <a:xfrm>
              <a:off x="8388350" y="1944196"/>
              <a:ext cx="22221" cy="52535"/>
            </a:xfrm>
            <a:custGeom>
              <a:avLst/>
              <a:gdLst/>
              <a:ahLst/>
              <a:cxnLst/>
              <a:rect l="l" t="t" r="r" b="b"/>
              <a:pathLst>
                <a:path w="714" h="1688" extrusionOk="0">
                  <a:moveTo>
                    <a:pt x="101" y="1663"/>
                  </a:moveTo>
                  <a:cubicBezTo>
                    <a:pt x="638" y="1463"/>
                    <a:pt x="713" y="513"/>
                    <a:pt x="576" y="51"/>
                  </a:cubicBezTo>
                  <a:cubicBezTo>
                    <a:pt x="551" y="1"/>
                    <a:pt x="463" y="13"/>
                    <a:pt x="476" y="63"/>
                  </a:cubicBezTo>
                  <a:cubicBezTo>
                    <a:pt x="513" y="313"/>
                    <a:pt x="526" y="563"/>
                    <a:pt x="488" y="800"/>
                  </a:cubicBezTo>
                  <a:cubicBezTo>
                    <a:pt x="438" y="1038"/>
                    <a:pt x="326" y="1463"/>
                    <a:pt x="76" y="1550"/>
                  </a:cubicBezTo>
                  <a:cubicBezTo>
                    <a:pt x="1" y="1575"/>
                    <a:pt x="38" y="1688"/>
                    <a:pt x="101" y="1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52"/>
            <p:cNvSpPr/>
            <p:nvPr/>
          </p:nvSpPr>
          <p:spPr>
            <a:xfrm>
              <a:off x="8382903" y="1943822"/>
              <a:ext cx="24556" cy="52535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676" y="50"/>
                  </a:moveTo>
                  <a:cubicBezTo>
                    <a:pt x="313" y="400"/>
                    <a:pt x="1" y="1125"/>
                    <a:pt x="151" y="1625"/>
                  </a:cubicBezTo>
                  <a:cubicBezTo>
                    <a:pt x="163" y="1687"/>
                    <a:pt x="251" y="1662"/>
                    <a:pt x="238" y="1600"/>
                  </a:cubicBezTo>
                  <a:cubicBezTo>
                    <a:pt x="188" y="1062"/>
                    <a:pt x="376" y="513"/>
                    <a:pt x="751" y="113"/>
                  </a:cubicBezTo>
                  <a:cubicBezTo>
                    <a:pt x="788" y="63"/>
                    <a:pt x="726" y="0"/>
                    <a:pt x="676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52"/>
            <p:cNvSpPr/>
            <p:nvPr/>
          </p:nvSpPr>
          <p:spPr>
            <a:xfrm>
              <a:off x="8340515" y="2030156"/>
              <a:ext cx="37378" cy="41268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88" y="1275"/>
                  </a:moveTo>
                  <a:cubicBezTo>
                    <a:pt x="1200" y="938"/>
                    <a:pt x="1026" y="663"/>
                    <a:pt x="813" y="413"/>
                  </a:cubicBezTo>
                  <a:cubicBezTo>
                    <a:pt x="638" y="163"/>
                    <a:pt x="351" y="13"/>
                    <a:pt x="51" y="0"/>
                  </a:cubicBezTo>
                  <a:cubicBezTo>
                    <a:pt x="13" y="0"/>
                    <a:pt x="1" y="75"/>
                    <a:pt x="38" y="75"/>
                  </a:cubicBezTo>
                  <a:cubicBezTo>
                    <a:pt x="326" y="100"/>
                    <a:pt x="588" y="238"/>
                    <a:pt x="763" y="463"/>
                  </a:cubicBezTo>
                  <a:cubicBezTo>
                    <a:pt x="951" y="713"/>
                    <a:pt x="1125" y="950"/>
                    <a:pt x="1101" y="1275"/>
                  </a:cubicBezTo>
                  <a:cubicBezTo>
                    <a:pt x="1101" y="1325"/>
                    <a:pt x="1175" y="1325"/>
                    <a:pt x="1188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52"/>
            <p:cNvSpPr/>
            <p:nvPr/>
          </p:nvSpPr>
          <p:spPr>
            <a:xfrm>
              <a:off x="8340515" y="2029752"/>
              <a:ext cx="36600" cy="41673"/>
            </a:xfrm>
            <a:custGeom>
              <a:avLst/>
              <a:gdLst/>
              <a:ahLst/>
              <a:cxnLst/>
              <a:rect l="l" t="t" r="r" b="b"/>
              <a:pathLst>
                <a:path w="1176" h="1339" extrusionOk="0">
                  <a:moveTo>
                    <a:pt x="13" y="63"/>
                  </a:moveTo>
                  <a:cubicBezTo>
                    <a:pt x="101" y="626"/>
                    <a:pt x="501" y="1201"/>
                    <a:pt x="1076" y="1313"/>
                  </a:cubicBezTo>
                  <a:cubicBezTo>
                    <a:pt x="1138" y="1338"/>
                    <a:pt x="1175" y="1251"/>
                    <a:pt x="1125" y="1213"/>
                  </a:cubicBezTo>
                  <a:cubicBezTo>
                    <a:pt x="888" y="1076"/>
                    <a:pt x="651" y="1013"/>
                    <a:pt x="476" y="776"/>
                  </a:cubicBezTo>
                  <a:cubicBezTo>
                    <a:pt x="301" y="563"/>
                    <a:pt x="163" y="313"/>
                    <a:pt x="88" y="38"/>
                  </a:cubicBezTo>
                  <a:cubicBezTo>
                    <a:pt x="76" y="1"/>
                    <a:pt x="1" y="13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52"/>
            <p:cNvSpPr/>
            <p:nvPr/>
          </p:nvSpPr>
          <p:spPr>
            <a:xfrm>
              <a:off x="8260405" y="2406645"/>
              <a:ext cx="107777" cy="48240"/>
            </a:xfrm>
            <a:custGeom>
              <a:avLst/>
              <a:gdLst/>
              <a:ahLst/>
              <a:cxnLst/>
              <a:rect l="l" t="t" r="r" b="b"/>
              <a:pathLst>
                <a:path w="3463" h="1550" extrusionOk="0">
                  <a:moveTo>
                    <a:pt x="3387" y="38"/>
                  </a:moveTo>
                  <a:cubicBezTo>
                    <a:pt x="2387" y="738"/>
                    <a:pt x="1250" y="1225"/>
                    <a:pt x="50" y="1437"/>
                  </a:cubicBezTo>
                  <a:cubicBezTo>
                    <a:pt x="0" y="1450"/>
                    <a:pt x="25" y="1550"/>
                    <a:pt x="88" y="1537"/>
                  </a:cubicBezTo>
                  <a:cubicBezTo>
                    <a:pt x="1288" y="1312"/>
                    <a:pt x="2437" y="825"/>
                    <a:pt x="3425" y="100"/>
                  </a:cubicBezTo>
                  <a:cubicBezTo>
                    <a:pt x="3462" y="75"/>
                    <a:pt x="3425" y="0"/>
                    <a:pt x="338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52"/>
            <p:cNvSpPr/>
            <p:nvPr/>
          </p:nvSpPr>
          <p:spPr>
            <a:xfrm>
              <a:off x="8242914" y="2445517"/>
              <a:ext cx="20230" cy="22221"/>
            </a:xfrm>
            <a:custGeom>
              <a:avLst/>
              <a:gdLst/>
              <a:ahLst/>
              <a:cxnLst/>
              <a:rect l="l" t="t" r="r" b="b"/>
              <a:pathLst>
                <a:path w="650" h="714" extrusionOk="0">
                  <a:moveTo>
                    <a:pt x="575" y="188"/>
                  </a:moveTo>
                  <a:cubicBezTo>
                    <a:pt x="363" y="1"/>
                    <a:pt x="0" y="238"/>
                    <a:pt x="213" y="476"/>
                  </a:cubicBezTo>
                  <a:cubicBezTo>
                    <a:pt x="413" y="713"/>
                    <a:pt x="650" y="376"/>
                    <a:pt x="562" y="163"/>
                  </a:cubicBezTo>
                  <a:cubicBezTo>
                    <a:pt x="537" y="126"/>
                    <a:pt x="487" y="138"/>
                    <a:pt x="487" y="176"/>
                  </a:cubicBezTo>
                  <a:cubicBezTo>
                    <a:pt x="487" y="213"/>
                    <a:pt x="487" y="251"/>
                    <a:pt x="487" y="288"/>
                  </a:cubicBezTo>
                  <a:cubicBezTo>
                    <a:pt x="475" y="376"/>
                    <a:pt x="487" y="363"/>
                    <a:pt x="512" y="263"/>
                  </a:cubicBezTo>
                  <a:cubicBezTo>
                    <a:pt x="550" y="288"/>
                    <a:pt x="612" y="238"/>
                    <a:pt x="5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52"/>
            <p:cNvSpPr/>
            <p:nvPr/>
          </p:nvSpPr>
          <p:spPr>
            <a:xfrm>
              <a:off x="8280635" y="2360366"/>
              <a:ext cx="101926" cy="38125"/>
            </a:xfrm>
            <a:custGeom>
              <a:avLst/>
              <a:gdLst/>
              <a:ahLst/>
              <a:cxnLst/>
              <a:rect l="l" t="t" r="r" b="b"/>
              <a:pathLst>
                <a:path w="3275" h="1225" extrusionOk="0">
                  <a:moveTo>
                    <a:pt x="3212" y="1000"/>
                  </a:moveTo>
                  <a:cubicBezTo>
                    <a:pt x="2000" y="1137"/>
                    <a:pt x="988" y="800"/>
                    <a:pt x="63" y="25"/>
                  </a:cubicBezTo>
                  <a:cubicBezTo>
                    <a:pt x="25" y="0"/>
                    <a:pt x="0" y="38"/>
                    <a:pt x="13" y="75"/>
                  </a:cubicBezTo>
                  <a:cubicBezTo>
                    <a:pt x="738" y="1000"/>
                    <a:pt x="2112" y="1225"/>
                    <a:pt x="3212" y="1087"/>
                  </a:cubicBezTo>
                  <a:cubicBezTo>
                    <a:pt x="3274" y="1087"/>
                    <a:pt x="3274" y="987"/>
                    <a:pt x="3212" y="1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4171;p52"/>
            <p:cNvSpPr/>
            <p:nvPr/>
          </p:nvSpPr>
          <p:spPr>
            <a:xfrm>
              <a:off x="8268559" y="2348695"/>
              <a:ext cx="18705" cy="15966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338" y="25"/>
                  </a:moveTo>
                  <a:cubicBezTo>
                    <a:pt x="38" y="0"/>
                    <a:pt x="1" y="450"/>
                    <a:pt x="301" y="488"/>
                  </a:cubicBezTo>
                  <a:cubicBezTo>
                    <a:pt x="601" y="513"/>
                    <a:pt x="563" y="75"/>
                    <a:pt x="276" y="88"/>
                  </a:cubicBezTo>
                  <a:cubicBezTo>
                    <a:pt x="238" y="88"/>
                    <a:pt x="226" y="138"/>
                    <a:pt x="263" y="150"/>
                  </a:cubicBezTo>
                  <a:cubicBezTo>
                    <a:pt x="313" y="213"/>
                    <a:pt x="338" y="188"/>
                    <a:pt x="338" y="100"/>
                  </a:cubicBezTo>
                  <a:cubicBezTo>
                    <a:pt x="388" y="100"/>
                    <a:pt x="388" y="25"/>
                    <a:pt x="338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4172;p52"/>
            <p:cNvSpPr/>
            <p:nvPr/>
          </p:nvSpPr>
          <p:spPr>
            <a:xfrm>
              <a:off x="8411318" y="1849303"/>
              <a:ext cx="74694" cy="295602"/>
            </a:xfrm>
            <a:custGeom>
              <a:avLst/>
              <a:gdLst/>
              <a:ahLst/>
              <a:cxnLst/>
              <a:rect l="l" t="t" r="r" b="b"/>
              <a:pathLst>
                <a:path w="2400" h="9498" extrusionOk="0">
                  <a:moveTo>
                    <a:pt x="2387" y="9448"/>
                  </a:moveTo>
                  <a:cubicBezTo>
                    <a:pt x="1137" y="6136"/>
                    <a:pt x="0" y="3450"/>
                    <a:pt x="2025" y="125"/>
                  </a:cubicBezTo>
                  <a:cubicBezTo>
                    <a:pt x="2062" y="50"/>
                    <a:pt x="1962" y="0"/>
                    <a:pt x="1925" y="63"/>
                  </a:cubicBezTo>
                  <a:cubicBezTo>
                    <a:pt x="975" y="1475"/>
                    <a:pt x="575" y="2750"/>
                    <a:pt x="738" y="4449"/>
                  </a:cubicBezTo>
                  <a:cubicBezTo>
                    <a:pt x="925" y="6386"/>
                    <a:pt x="1637" y="7686"/>
                    <a:pt x="2325" y="9460"/>
                  </a:cubicBezTo>
                  <a:cubicBezTo>
                    <a:pt x="2350" y="9498"/>
                    <a:pt x="2400" y="9485"/>
                    <a:pt x="2387" y="9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4173;p52"/>
            <p:cNvSpPr/>
            <p:nvPr/>
          </p:nvSpPr>
          <p:spPr>
            <a:xfrm>
              <a:off x="8356480" y="2452924"/>
              <a:ext cx="61467" cy="39681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1962" y="1213"/>
                  </a:moveTo>
                  <a:cubicBezTo>
                    <a:pt x="1875" y="663"/>
                    <a:pt x="1525" y="125"/>
                    <a:pt x="912" y="63"/>
                  </a:cubicBezTo>
                  <a:cubicBezTo>
                    <a:pt x="425" y="0"/>
                    <a:pt x="0" y="375"/>
                    <a:pt x="0" y="875"/>
                  </a:cubicBezTo>
                  <a:cubicBezTo>
                    <a:pt x="0" y="938"/>
                    <a:pt x="113" y="938"/>
                    <a:pt x="113" y="875"/>
                  </a:cubicBezTo>
                  <a:cubicBezTo>
                    <a:pt x="125" y="300"/>
                    <a:pt x="700" y="13"/>
                    <a:pt x="1200" y="250"/>
                  </a:cubicBezTo>
                  <a:cubicBezTo>
                    <a:pt x="1612" y="425"/>
                    <a:pt x="1812" y="813"/>
                    <a:pt x="1900" y="1238"/>
                  </a:cubicBezTo>
                  <a:cubicBezTo>
                    <a:pt x="1912" y="1275"/>
                    <a:pt x="1975" y="1262"/>
                    <a:pt x="1962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4174;p52"/>
            <p:cNvSpPr/>
            <p:nvPr/>
          </p:nvSpPr>
          <p:spPr>
            <a:xfrm>
              <a:off x="8410136" y="2147613"/>
              <a:ext cx="39308" cy="77806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538" y="50"/>
                  </a:moveTo>
                  <a:cubicBezTo>
                    <a:pt x="563" y="675"/>
                    <a:pt x="1" y="1175"/>
                    <a:pt x="226" y="1812"/>
                  </a:cubicBezTo>
                  <a:cubicBezTo>
                    <a:pt x="376" y="2225"/>
                    <a:pt x="776" y="2500"/>
                    <a:pt x="1213" y="2487"/>
                  </a:cubicBezTo>
                  <a:cubicBezTo>
                    <a:pt x="1250" y="2487"/>
                    <a:pt x="1263" y="2425"/>
                    <a:pt x="1225" y="2412"/>
                  </a:cubicBezTo>
                  <a:cubicBezTo>
                    <a:pt x="438" y="2312"/>
                    <a:pt x="126" y="1625"/>
                    <a:pt x="426" y="925"/>
                  </a:cubicBezTo>
                  <a:cubicBezTo>
                    <a:pt x="563" y="650"/>
                    <a:pt x="626" y="350"/>
                    <a:pt x="626" y="50"/>
                  </a:cubicBezTo>
                  <a:cubicBezTo>
                    <a:pt x="626" y="0"/>
                    <a:pt x="538" y="0"/>
                    <a:pt x="538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4175;p52"/>
            <p:cNvSpPr/>
            <p:nvPr/>
          </p:nvSpPr>
          <p:spPr>
            <a:xfrm>
              <a:off x="8442036" y="2188850"/>
              <a:ext cx="26859" cy="381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38" y="1112"/>
                  </a:moveTo>
                  <a:cubicBezTo>
                    <a:pt x="338" y="1225"/>
                    <a:pt x="588" y="1062"/>
                    <a:pt x="700" y="775"/>
                  </a:cubicBezTo>
                  <a:cubicBezTo>
                    <a:pt x="788" y="550"/>
                    <a:pt x="863" y="163"/>
                    <a:pt x="613" y="13"/>
                  </a:cubicBezTo>
                  <a:cubicBezTo>
                    <a:pt x="588" y="0"/>
                    <a:pt x="550" y="25"/>
                    <a:pt x="575" y="63"/>
                  </a:cubicBezTo>
                  <a:cubicBezTo>
                    <a:pt x="825" y="387"/>
                    <a:pt x="588" y="1225"/>
                    <a:pt x="63" y="1050"/>
                  </a:cubicBezTo>
                  <a:cubicBezTo>
                    <a:pt x="13" y="1025"/>
                    <a:pt x="0" y="1100"/>
                    <a:pt x="38" y="11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6" name="Google Shape;4176;p52"/>
            <p:cNvSpPr/>
            <p:nvPr/>
          </p:nvSpPr>
          <p:spPr>
            <a:xfrm>
              <a:off x="8270520" y="2424541"/>
              <a:ext cx="70430" cy="101148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162" y="38"/>
                  </a:moveTo>
                  <a:cubicBezTo>
                    <a:pt x="1213" y="825"/>
                    <a:pt x="0" y="1800"/>
                    <a:pt x="300" y="3199"/>
                  </a:cubicBezTo>
                  <a:cubicBezTo>
                    <a:pt x="313" y="3249"/>
                    <a:pt x="400" y="3224"/>
                    <a:pt x="388" y="3174"/>
                  </a:cubicBezTo>
                  <a:cubicBezTo>
                    <a:pt x="200" y="1787"/>
                    <a:pt x="1275" y="900"/>
                    <a:pt x="2225" y="88"/>
                  </a:cubicBezTo>
                  <a:cubicBezTo>
                    <a:pt x="2262" y="63"/>
                    <a:pt x="2200" y="0"/>
                    <a:pt x="2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7" name="Google Shape;4177;p52"/>
            <p:cNvSpPr/>
            <p:nvPr/>
          </p:nvSpPr>
          <p:spPr>
            <a:xfrm>
              <a:off x="8385642" y="2201672"/>
              <a:ext cx="18705" cy="38530"/>
            </a:xfrm>
            <a:custGeom>
              <a:avLst/>
              <a:gdLst/>
              <a:ahLst/>
              <a:cxnLst/>
              <a:rect l="l" t="t" r="r" b="b"/>
              <a:pathLst>
                <a:path w="601" h="1238" extrusionOk="0">
                  <a:moveTo>
                    <a:pt x="500" y="63"/>
                  </a:moveTo>
                  <a:cubicBezTo>
                    <a:pt x="475" y="463"/>
                    <a:pt x="313" y="850"/>
                    <a:pt x="25" y="1138"/>
                  </a:cubicBezTo>
                  <a:cubicBezTo>
                    <a:pt x="0" y="1175"/>
                    <a:pt x="38" y="1238"/>
                    <a:pt x="88" y="1213"/>
                  </a:cubicBezTo>
                  <a:cubicBezTo>
                    <a:pt x="250" y="1075"/>
                    <a:pt x="375" y="900"/>
                    <a:pt x="438" y="713"/>
                  </a:cubicBezTo>
                  <a:cubicBezTo>
                    <a:pt x="550" y="513"/>
                    <a:pt x="600" y="288"/>
                    <a:pt x="588" y="63"/>
                  </a:cubicBezTo>
                  <a:cubicBezTo>
                    <a:pt x="588" y="0"/>
                    <a:pt x="488" y="0"/>
                    <a:pt x="4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4178;p52"/>
            <p:cNvSpPr/>
            <p:nvPr/>
          </p:nvSpPr>
          <p:spPr>
            <a:xfrm>
              <a:off x="8377862" y="2197782"/>
              <a:ext cx="27263" cy="42825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325" y="1275"/>
                  </a:moveTo>
                  <a:cubicBezTo>
                    <a:pt x="113" y="825"/>
                    <a:pt x="413" y="313"/>
                    <a:pt x="825" y="125"/>
                  </a:cubicBezTo>
                  <a:cubicBezTo>
                    <a:pt x="875" y="100"/>
                    <a:pt x="838" y="0"/>
                    <a:pt x="775" y="25"/>
                  </a:cubicBezTo>
                  <a:cubicBezTo>
                    <a:pt x="300" y="238"/>
                    <a:pt x="0" y="838"/>
                    <a:pt x="238" y="1325"/>
                  </a:cubicBezTo>
                  <a:cubicBezTo>
                    <a:pt x="275" y="1375"/>
                    <a:pt x="350" y="1325"/>
                    <a:pt x="32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4179;p52"/>
            <p:cNvSpPr/>
            <p:nvPr/>
          </p:nvSpPr>
          <p:spPr>
            <a:xfrm>
              <a:off x="8381347" y="1781643"/>
              <a:ext cx="74725" cy="16454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1813" y="5236"/>
                  </a:moveTo>
                  <a:cubicBezTo>
                    <a:pt x="2125" y="3649"/>
                    <a:pt x="2400" y="212"/>
                    <a:pt x="51" y="0"/>
                  </a:cubicBezTo>
                  <a:cubicBezTo>
                    <a:pt x="1" y="0"/>
                    <a:pt x="1" y="62"/>
                    <a:pt x="51" y="75"/>
                  </a:cubicBezTo>
                  <a:cubicBezTo>
                    <a:pt x="2338" y="375"/>
                    <a:pt x="2038" y="3687"/>
                    <a:pt x="1738" y="5211"/>
                  </a:cubicBezTo>
                  <a:cubicBezTo>
                    <a:pt x="1738" y="5261"/>
                    <a:pt x="1813" y="5286"/>
                    <a:pt x="1813" y="5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4180;p52"/>
            <p:cNvSpPr/>
            <p:nvPr/>
          </p:nvSpPr>
          <p:spPr>
            <a:xfrm>
              <a:off x="8334695" y="1789797"/>
              <a:ext cx="80918" cy="7665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2587" y="963"/>
                  </a:moveTo>
                  <a:cubicBezTo>
                    <a:pt x="2250" y="288"/>
                    <a:pt x="1425" y="0"/>
                    <a:pt x="788" y="450"/>
                  </a:cubicBezTo>
                  <a:cubicBezTo>
                    <a:pt x="200" y="863"/>
                    <a:pt x="0" y="1925"/>
                    <a:pt x="575" y="2425"/>
                  </a:cubicBezTo>
                  <a:cubicBezTo>
                    <a:pt x="638" y="2462"/>
                    <a:pt x="700" y="2387"/>
                    <a:pt x="650" y="2350"/>
                  </a:cubicBezTo>
                  <a:cubicBezTo>
                    <a:pt x="138" y="1875"/>
                    <a:pt x="300" y="900"/>
                    <a:pt x="838" y="525"/>
                  </a:cubicBezTo>
                  <a:cubicBezTo>
                    <a:pt x="1425" y="125"/>
                    <a:pt x="2237" y="350"/>
                    <a:pt x="2537" y="1000"/>
                  </a:cubicBezTo>
                  <a:cubicBezTo>
                    <a:pt x="2550" y="1038"/>
                    <a:pt x="2600" y="1000"/>
                    <a:pt x="2587" y="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4181;p52"/>
            <p:cNvSpPr/>
            <p:nvPr/>
          </p:nvSpPr>
          <p:spPr>
            <a:xfrm>
              <a:off x="8347922" y="1833742"/>
              <a:ext cx="58355" cy="44754"/>
            </a:xfrm>
            <a:custGeom>
              <a:avLst/>
              <a:gdLst/>
              <a:ahLst/>
              <a:cxnLst/>
              <a:rect l="l" t="t" r="r" b="b"/>
              <a:pathLst>
                <a:path w="1875" h="1438" extrusionOk="0">
                  <a:moveTo>
                    <a:pt x="25" y="750"/>
                  </a:moveTo>
                  <a:cubicBezTo>
                    <a:pt x="200" y="1213"/>
                    <a:pt x="738" y="1438"/>
                    <a:pt x="1200" y="1250"/>
                  </a:cubicBezTo>
                  <a:cubicBezTo>
                    <a:pt x="1662" y="1050"/>
                    <a:pt x="1875" y="513"/>
                    <a:pt x="1662" y="51"/>
                  </a:cubicBezTo>
                  <a:cubicBezTo>
                    <a:pt x="1650" y="1"/>
                    <a:pt x="1575" y="38"/>
                    <a:pt x="1587" y="88"/>
                  </a:cubicBezTo>
                  <a:cubicBezTo>
                    <a:pt x="1712" y="513"/>
                    <a:pt x="1587" y="963"/>
                    <a:pt x="1150" y="1150"/>
                  </a:cubicBezTo>
                  <a:cubicBezTo>
                    <a:pt x="738" y="1313"/>
                    <a:pt x="263" y="1125"/>
                    <a:pt x="88" y="713"/>
                  </a:cubicBezTo>
                  <a:cubicBezTo>
                    <a:pt x="63" y="675"/>
                    <a:pt x="0" y="713"/>
                    <a:pt x="25" y="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4182;p52"/>
            <p:cNvSpPr/>
            <p:nvPr/>
          </p:nvSpPr>
          <p:spPr>
            <a:xfrm>
              <a:off x="8363078" y="1819737"/>
              <a:ext cx="38156" cy="21412"/>
            </a:xfrm>
            <a:custGeom>
              <a:avLst/>
              <a:gdLst/>
              <a:ahLst/>
              <a:cxnLst/>
              <a:rect l="l" t="t" r="r" b="b"/>
              <a:pathLst>
                <a:path w="1226" h="688" extrusionOk="0">
                  <a:moveTo>
                    <a:pt x="1200" y="638"/>
                  </a:moveTo>
                  <a:cubicBezTo>
                    <a:pt x="1225" y="301"/>
                    <a:pt x="863" y="51"/>
                    <a:pt x="550" y="63"/>
                  </a:cubicBezTo>
                  <a:cubicBezTo>
                    <a:pt x="238" y="63"/>
                    <a:pt x="1" y="338"/>
                    <a:pt x="113" y="626"/>
                  </a:cubicBezTo>
                  <a:cubicBezTo>
                    <a:pt x="138" y="676"/>
                    <a:pt x="213" y="663"/>
                    <a:pt x="201" y="601"/>
                  </a:cubicBezTo>
                  <a:cubicBezTo>
                    <a:pt x="13" y="1"/>
                    <a:pt x="1163" y="51"/>
                    <a:pt x="1125" y="638"/>
                  </a:cubicBezTo>
                  <a:cubicBezTo>
                    <a:pt x="1125" y="688"/>
                    <a:pt x="1200" y="688"/>
                    <a:pt x="1200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4183;p52"/>
            <p:cNvSpPr/>
            <p:nvPr/>
          </p:nvSpPr>
          <p:spPr>
            <a:xfrm>
              <a:off x="8325358" y="2125827"/>
              <a:ext cx="89104" cy="68501"/>
            </a:xfrm>
            <a:custGeom>
              <a:avLst/>
              <a:gdLst/>
              <a:ahLst/>
              <a:cxnLst/>
              <a:rect l="l" t="t" r="r" b="b"/>
              <a:pathLst>
                <a:path w="2863" h="2201" extrusionOk="0">
                  <a:moveTo>
                    <a:pt x="2787" y="1750"/>
                  </a:moveTo>
                  <a:cubicBezTo>
                    <a:pt x="1463" y="2100"/>
                    <a:pt x="375" y="1288"/>
                    <a:pt x="50" y="26"/>
                  </a:cubicBezTo>
                  <a:cubicBezTo>
                    <a:pt x="50" y="1"/>
                    <a:pt x="0" y="1"/>
                    <a:pt x="0" y="26"/>
                  </a:cubicBezTo>
                  <a:cubicBezTo>
                    <a:pt x="100" y="1425"/>
                    <a:pt x="1538" y="2200"/>
                    <a:pt x="2812" y="1813"/>
                  </a:cubicBezTo>
                  <a:cubicBezTo>
                    <a:pt x="2862" y="1800"/>
                    <a:pt x="2837" y="1725"/>
                    <a:pt x="2787" y="1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4184;p52"/>
            <p:cNvSpPr/>
            <p:nvPr/>
          </p:nvSpPr>
          <p:spPr>
            <a:xfrm>
              <a:off x="8293084" y="2552081"/>
              <a:ext cx="130310" cy="138900"/>
            </a:xfrm>
            <a:custGeom>
              <a:avLst/>
              <a:gdLst/>
              <a:ahLst/>
              <a:cxnLst/>
              <a:rect l="l" t="t" r="r" b="b"/>
              <a:pathLst>
                <a:path w="4187" h="4463" extrusionOk="0">
                  <a:moveTo>
                    <a:pt x="3999" y="2663"/>
                  </a:moveTo>
                  <a:cubicBezTo>
                    <a:pt x="4187" y="1213"/>
                    <a:pt x="2737" y="38"/>
                    <a:pt x="1387" y="751"/>
                  </a:cubicBezTo>
                  <a:cubicBezTo>
                    <a:pt x="0" y="1488"/>
                    <a:pt x="225" y="3425"/>
                    <a:pt x="1162" y="4437"/>
                  </a:cubicBezTo>
                  <a:cubicBezTo>
                    <a:pt x="1187" y="4462"/>
                    <a:pt x="1237" y="4425"/>
                    <a:pt x="1212" y="4387"/>
                  </a:cubicBezTo>
                  <a:cubicBezTo>
                    <a:pt x="563" y="3488"/>
                    <a:pt x="125" y="2013"/>
                    <a:pt x="1062" y="1138"/>
                  </a:cubicBezTo>
                  <a:cubicBezTo>
                    <a:pt x="2275" y="1"/>
                    <a:pt x="4087" y="1088"/>
                    <a:pt x="3899" y="2663"/>
                  </a:cubicBezTo>
                  <a:cubicBezTo>
                    <a:pt x="3887" y="2738"/>
                    <a:pt x="3999" y="2725"/>
                    <a:pt x="4012" y="2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4185;p52"/>
            <p:cNvSpPr/>
            <p:nvPr/>
          </p:nvSpPr>
          <p:spPr>
            <a:xfrm>
              <a:off x="8324580" y="2684320"/>
              <a:ext cx="182440" cy="328311"/>
            </a:xfrm>
            <a:custGeom>
              <a:avLst/>
              <a:gdLst/>
              <a:ahLst/>
              <a:cxnLst/>
              <a:rect l="l" t="t" r="r" b="b"/>
              <a:pathLst>
                <a:path w="5862" h="10549" extrusionOk="0">
                  <a:moveTo>
                    <a:pt x="38" y="101"/>
                  </a:moveTo>
                  <a:cubicBezTo>
                    <a:pt x="1700" y="1313"/>
                    <a:pt x="3812" y="2425"/>
                    <a:pt x="4737" y="4325"/>
                  </a:cubicBezTo>
                  <a:cubicBezTo>
                    <a:pt x="5586" y="6087"/>
                    <a:pt x="5761" y="8849"/>
                    <a:pt x="4562" y="10486"/>
                  </a:cubicBezTo>
                  <a:cubicBezTo>
                    <a:pt x="4537" y="10511"/>
                    <a:pt x="4587" y="10548"/>
                    <a:pt x="4612" y="10523"/>
                  </a:cubicBezTo>
                  <a:cubicBezTo>
                    <a:pt x="5861" y="9086"/>
                    <a:pt x="5724" y="6587"/>
                    <a:pt x="5137" y="4875"/>
                  </a:cubicBezTo>
                  <a:cubicBezTo>
                    <a:pt x="4349" y="2550"/>
                    <a:pt x="1950" y="1363"/>
                    <a:pt x="75" y="26"/>
                  </a:cubicBezTo>
                  <a:cubicBezTo>
                    <a:pt x="38" y="1"/>
                    <a:pt x="0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6" name="Google Shape;4186;p52"/>
            <p:cNvSpPr/>
            <p:nvPr/>
          </p:nvSpPr>
          <p:spPr>
            <a:xfrm>
              <a:off x="8352590" y="2928196"/>
              <a:ext cx="105038" cy="125642"/>
            </a:xfrm>
            <a:custGeom>
              <a:avLst/>
              <a:gdLst/>
              <a:ahLst/>
              <a:cxnLst/>
              <a:rect l="l" t="t" r="r" b="b"/>
              <a:pathLst>
                <a:path w="3375" h="4037" extrusionOk="0">
                  <a:moveTo>
                    <a:pt x="3299" y="2875"/>
                  </a:moveTo>
                  <a:cubicBezTo>
                    <a:pt x="2362" y="3412"/>
                    <a:pt x="987" y="3537"/>
                    <a:pt x="438" y="2375"/>
                  </a:cubicBezTo>
                  <a:cubicBezTo>
                    <a:pt x="313" y="2100"/>
                    <a:pt x="275" y="1787"/>
                    <a:pt x="325" y="1487"/>
                  </a:cubicBezTo>
                  <a:cubicBezTo>
                    <a:pt x="325" y="1412"/>
                    <a:pt x="313" y="1325"/>
                    <a:pt x="325" y="1250"/>
                  </a:cubicBezTo>
                  <a:cubicBezTo>
                    <a:pt x="450" y="488"/>
                    <a:pt x="650" y="513"/>
                    <a:pt x="1175" y="450"/>
                  </a:cubicBezTo>
                  <a:cubicBezTo>
                    <a:pt x="2075" y="338"/>
                    <a:pt x="2425" y="938"/>
                    <a:pt x="2275" y="1725"/>
                  </a:cubicBezTo>
                  <a:cubicBezTo>
                    <a:pt x="2162" y="2300"/>
                    <a:pt x="1875" y="2600"/>
                    <a:pt x="1462" y="3000"/>
                  </a:cubicBezTo>
                  <a:cubicBezTo>
                    <a:pt x="1150" y="3299"/>
                    <a:pt x="825" y="3549"/>
                    <a:pt x="800" y="3999"/>
                  </a:cubicBezTo>
                  <a:cubicBezTo>
                    <a:pt x="800" y="4024"/>
                    <a:pt x="850" y="4037"/>
                    <a:pt x="850" y="3999"/>
                  </a:cubicBezTo>
                  <a:cubicBezTo>
                    <a:pt x="950" y="3287"/>
                    <a:pt x="1862" y="2900"/>
                    <a:pt x="2225" y="2312"/>
                  </a:cubicBezTo>
                  <a:cubicBezTo>
                    <a:pt x="2525" y="1875"/>
                    <a:pt x="2575" y="1325"/>
                    <a:pt x="2362" y="850"/>
                  </a:cubicBezTo>
                  <a:cubicBezTo>
                    <a:pt x="2025" y="113"/>
                    <a:pt x="887" y="0"/>
                    <a:pt x="400" y="650"/>
                  </a:cubicBezTo>
                  <a:cubicBezTo>
                    <a:pt x="0" y="1163"/>
                    <a:pt x="138" y="2237"/>
                    <a:pt x="500" y="2725"/>
                  </a:cubicBezTo>
                  <a:cubicBezTo>
                    <a:pt x="1200" y="3662"/>
                    <a:pt x="2450" y="3462"/>
                    <a:pt x="3337" y="2950"/>
                  </a:cubicBezTo>
                  <a:cubicBezTo>
                    <a:pt x="3374" y="2912"/>
                    <a:pt x="3337" y="2850"/>
                    <a:pt x="3299" y="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7" name="Google Shape;4187;p52"/>
            <p:cNvSpPr/>
            <p:nvPr/>
          </p:nvSpPr>
          <p:spPr>
            <a:xfrm>
              <a:off x="8372820" y="3062365"/>
              <a:ext cx="17117" cy="68874"/>
            </a:xfrm>
            <a:custGeom>
              <a:avLst/>
              <a:gdLst/>
              <a:ahLst/>
              <a:cxnLst/>
              <a:rect l="l" t="t" r="r" b="b"/>
              <a:pathLst>
                <a:path w="550" h="2213" extrusionOk="0">
                  <a:moveTo>
                    <a:pt x="75" y="51"/>
                  </a:moveTo>
                  <a:cubicBezTo>
                    <a:pt x="0" y="738"/>
                    <a:pt x="63" y="1588"/>
                    <a:pt x="475" y="2188"/>
                  </a:cubicBezTo>
                  <a:cubicBezTo>
                    <a:pt x="500" y="2213"/>
                    <a:pt x="550" y="2200"/>
                    <a:pt x="537" y="2163"/>
                  </a:cubicBezTo>
                  <a:cubicBezTo>
                    <a:pt x="300" y="1438"/>
                    <a:pt x="75" y="825"/>
                    <a:pt x="150" y="51"/>
                  </a:cubicBezTo>
                  <a:cubicBezTo>
                    <a:pt x="150" y="1"/>
                    <a:pt x="87" y="1"/>
                    <a:pt x="7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4188;p52"/>
            <p:cNvSpPr/>
            <p:nvPr/>
          </p:nvSpPr>
          <p:spPr>
            <a:xfrm>
              <a:off x="8307867" y="2723628"/>
              <a:ext cx="120195" cy="101522"/>
            </a:xfrm>
            <a:custGeom>
              <a:avLst/>
              <a:gdLst/>
              <a:ahLst/>
              <a:cxnLst/>
              <a:rect l="l" t="t" r="r" b="b"/>
              <a:pathLst>
                <a:path w="3862" h="3262" extrusionOk="0">
                  <a:moveTo>
                    <a:pt x="3824" y="1025"/>
                  </a:moveTo>
                  <a:cubicBezTo>
                    <a:pt x="3187" y="475"/>
                    <a:pt x="2362" y="0"/>
                    <a:pt x="1487" y="187"/>
                  </a:cubicBezTo>
                  <a:cubicBezTo>
                    <a:pt x="662" y="375"/>
                    <a:pt x="50" y="1175"/>
                    <a:pt x="25" y="2012"/>
                  </a:cubicBezTo>
                  <a:cubicBezTo>
                    <a:pt x="0" y="2587"/>
                    <a:pt x="375" y="3262"/>
                    <a:pt x="1037" y="3187"/>
                  </a:cubicBezTo>
                  <a:cubicBezTo>
                    <a:pt x="1387" y="3149"/>
                    <a:pt x="1812" y="2799"/>
                    <a:pt x="1437" y="2512"/>
                  </a:cubicBezTo>
                  <a:cubicBezTo>
                    <a:pt x="1387" y="2487"/>
                    <a:pt x="1350" y="2549"/>
                    <a:pt x="1387" y="2587"/>
                  </a:cubicBezTo>
                  <a:cubicBezTo>
                    <a:pt x="562" y="3012"/>
                    <a:pt x="138" y="2862"/>
                    <a:pt x="125" y="2124"/>
                  </a:cubicBezTo>
                  <a:cubicBezTo>
                    <a:pt x="125" y="1812"/>
                    <a:pt x="200" y="1500"/>
                    <a:pt x="362" y="1225"/>
                  </a:cubicBezTo>
                  <a:cubicBezTo>
                    <a:pt x="562" y="787"/>
                    <a:pt x="950" y="462"/>
                    <a:pt x="1412" y="325"/>
                  </a:cubicBezTo>
                  <a:cubicBezTo>
                    <a:pt x="2299" y="88"/>
                    <a:pt x="3124" y="550"/>
                    <a:pt x="3787" y="1075"/>
                  </a:cubicBezTo>
                  <a:cubicBezTo>
                    <a:pt x="3824" y="1087"/>
                    <a:pt x="3862" y="1050"/>
                    <a:pt x="3837" y="10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9" name="Google Shape;4189;p52"/>
            <p:cNvSpPr/>
            <p:nvPr/>
          </p:nvSpPr>
          <p:spPr>
            <a:xfrm>
              <a:off x="8254585" y="2706106"/>
              <a:ext cx="137686" cy="28415"/>
            </a:xfrm>
            <a:custGeom>
              <a:avLst/>
              <a:gdLst/>
              <a:ahLst/>
              <a:cxnLst/>
              <a:rect l="l" t="t" r="r" b="b"/>
              <a:pathLst>
                <a:path w="4424" h="913" extrusionOk="0">
                  <a:moveTo>
                    <a:pt x="4399" y="825"/>
                  </a:moveTo>
                  <a:cubicBezTo>
                    <a:pt x="3874" y="376"/>
                    <a:pt x="3187" y="251"/>
                    <a:pt x="2524" y="176"/>
                  </a:cubicBezTo>
                  <a:cubicBezTo>
                    <a:pt x="1700" y="88"/>
                    <a:pt x="725" y="1"/>
                    <a:pt x="38" y="526"/>
                  </a:cubicBezTo>
                  <a:cubicBezTo>
                    <a:pt x="0" y="551"/>
                    <a:pt x="25" y="601"/>
                    <a:pt x="63" y="588"/>
                  </a:cubicBezTo>
                  <a:cubicBezTo>
                    <a:pt x="1187" y="1"/>
                    <a:pt x="3324" y="38"/>
                    <a:pt x="4324" y="875"/>
                  </a:cubicBezTo>
                  <a:cubicBezTo>
                    <a:pt x="4374" y="913"/>
                    <a:pt x="4424" y="863"/>
                    <a:pt x="4386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4190;p52"/>
            <p:cNvSpPr/>
            <p:nvPr/>
          </p:nvSpPr>
          <p:spPr>
            <a:xfrm>
              <a:off x="8240580" y="2719333"/>
              <a:ext cx="15188" cy="14814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126"/>
                  </a:moveTo>
                  <a:cubicBezTo>
                    <a:pt x="488" y="213"/>
                    <a:pt x="463" y="313"/>
                    <a:pt x="400" y="388"/>
                  </a:cubicBezTo>
                  <a:cubicBezTo>
                    <a:pt x="338" y="450"/>
                    <a:pt x="238" y="475"/>
                    <a:pt x="150" y="463"/>
                  </a:cubicBezTo>
                  <a:cubicBezTo>
                    <a:pt x="125" y="450"/>
                    <a:pt x="88" y="438"/>
                    <a:pt x="63" y="425"/>
                  </a:cubicBezTo>
                  <a:cubicBezTo>
                    <a:pt x="38" y="388"/>
                    <a:pt x="25" y="350"/>
                    <a:pt x="25" y="313"/>
                  </a:cubicBezTo>
                  <a:cubicBezTo>
                    <a:pt x="0" y="188"/>
                    <a:pt x="63" y="63"/>
                    <a:pt x="175" y="13"/>
                  </a:cubicBezTo>
                  <a:cubicBezTo>
                    <a:pt x="313" y="1"/>
                    <a:pt x="425" y="101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52"/>
            <p:cNvSpPr/>
            <p:nvPr/>
          </p:nvSpPr>
          <p:spPr>
            <a:xfrm>
              <a:off x="8237468" y="2714291"/>
              <a:ext cx="21412" cy="27637"/>
            </a:xfrm>
            <a:custGeom>
              <a:avLst/>
              <a:gdLst/>
              <a:ahLst/>
              <a:cxnLst/>
              <a:rect l="l" t="t" r="r" b="b"/>
              <a:pathLst>
                <a:path w="688" h="888" extrusionOk="0">
                  <a:moveTo>
                    <a:pt x="475" y="300"/>
                  </a:moveTo>
                  <a:cubicBezTo>
                    <a:pt x="450" y="587"/>
                    <a:pt x="375" y="637"/>
                    <a:pt x="275" y="462"/>
                  </a:cubicBezTo>
                  <a:cubicBezTo>
                    <a:pt x="100" y="300"/>
                    <a:pt x="163" y="288"/>
                    <a:pt x="488" y="413"/>
                  </a:cubicBezTo>
                  <a:cubicBezTo>
                    <a:pt x="488" y="450"/>
                    <a:pt x="575" y="438"/>
                    <a:pt x="575" y="400"/>
                  </a:cubicBezTo>
                  <a:cubicBezTo>
                    <a:pt x="575" y="0"/>
                    <a:pt x="0" y="88"/>
                    <a:pt x="63" y="487"/>
                  </a:cubicBezTo>
                  <a:cubicBezTo>
                    <a:pt x="125" y="887"/>
                    <a:pt x="687" y="650"/>
                    <a:pt x="600" y="275"/>
                  </a:cubicBezTo>
                  <a:cubicBezTo>
                    <a:pt x="575" y="200"/>
                    <a:pt x="475" y="2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2" name="Google Shape;4192;p52"/>
            <p:cNvSpPr/>
            <p:nvPr/>
          </p:nvSpPr>
          <p:spPr>
            <a:xfrm>
              <a:off x="8460710" y="3015308"/>
              <a:ext cx="4295" cy="3548"/>
            </a:xfrm>
            <a:custGeom>
              <a:avLst/>
              <a:gdLst/>
              <a:ahLst/>
              <a:cxnLst/>
              <a:rect l="l" t="t" r="r" b="b"/>
              <a:pathLst>
                <a:path w="138" h="114" extrusionOk="0">
                  <a:moveTo>
                    <a:pt x="63" y="13"/>
                  </a:moveTo>
                  <a:lnTo>
                    <a:pt x="38" y="26"/>
                  </a:lnTo>
                  <a:cubicBezTo>
                    <a:pt x="0" y="38"/>
                    <a:pt x="0" y="76"/>
                    <a:pt x="38" y="88"/>
                  </a:cubicBezTo>
                  <a:lnTo>
                    <a:pt x="63" y="101"/>
                  </a:lnTo>
                  <a:cubicBezTo>
                    <a:pt x="125" y="113"/>
                    <a:pt x="138" y="1"/>
                    <a:pt x="6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3" name="Google Shape;4193;p52"/>
            <p:cNvSpPr/>
            <p:nvPr/>
          </p:nvSpPr>
          <p:spPr>
            <a:xfrm>
              <a:off x="8388754" y="3127722"/>
              <a:ext cx="21817" cy="52535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" y="138"/>
                  </a:moveTo>
                  <a:cubicBezTo>
                    <a:pt x="313" y="225"/>
                    <a:pt x="425" y="662"/>
                    <a:pt x="475" y="887"/>
                  </a:cubicBezTo>
                  <a:cubicBezTo>
                    <a:pt x="513" y="1125"/>
                    <a:pt x="500" y="1375"/>
                    <a:pt x="463" y="1625"/>
                  </a:cubicBezTo>
                  <a:cubicBezTo>
                    <a:pt x="463" y="1675"/>
                    <a:pt x="550" y="1687"/>
                    <a:pt x="563" y="1637"/>
                  </a:cubicBezTo>
                  <a:cubicBezTo>
                    <a:pt x="700" y="1175"/>
                    <a:pt x="625" y="225"/>
                    <a:pt x="100" y="25"/>
                  </a:cubicBezTo>
                  <a:cubicBezTo>
                    <a:pt x="25" y="0"/>
                    <a:pt x="0" y="113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4194;p52"/>
            <p:cNvSpPr/>
            <p:nvPr/>
          </p:nvSpPr>
          <p:spPr>
            <a:xfrm>
              <a:off x="8382903" y="3128096"/>
              <a:ext cx="24556" cy="52535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751" y="1575"/>
                  </a:moveTo>
                  <a:cubicBezTo>
                    <a:pt x="376" y="1175"/>
                    <a:pt x="188" y="625"/>
                    <a:pt x="238" y="88"/>
                  </a:cubicBezTo>
                  <a:cubicBezTo>
                    <a:pt x="238" y="26"/>
                    <a:pt x="163" y="1"/>
                    <a:pt x="151" y="63"/>
                  </a:cubicBezTo>
                  <a:cubicBezTo>
                    <a:pt x="1" y="563"/>
                    <a:pt x="313" y="1288"/>
                    <a:pt x="676" y="1638"/>
                  </a:cubicBezTo>
                  <a:cubicBezTo>
                    <a:pt x="726" y="1688"/>
                    <a:pt x="788" y="1613"/>
                    <a:pt x="751" y="1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5" name="Google Shape;4195;p52"/>
            <p:cNvSpPr/>
            <p:nvPr/>
          </p:nvSpPr>
          <p:spPr>
            <a:xfrm>
              <a:off x="8340515" y="3053028"/>
              <a:ext cx="37378" cy="41268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01" y="51"/>
                  </a:moveTo>
                  <a:cubicBezTo>
                    <a:pt x="1125" y="363"/>
                    <a:pt x="951" y="613"/>
                    <a:pt x="763" y="863"/>
                  </a:cubicBezTo>
                  <a:cubicBezTo>
                    <a:pt x="588" y="1088"/>
                    <a:pt x="326" y="1225"/>
                    <a:pt x="38" y="1250"/>
                  </a:cubicBezTo>
                  <a:cubicBezTo>
                    <a:pt x="1" y="1250"/>
                    <a:pt x="13" y="1325"/>
                    <a:pt x="51" y="1325"/>
                  </a:cubicBezTo>
                  <a:cubicBezTo>
                    <a:pt x="351" y="1313"/>
                    <a:pt x="638" y="1163"/>
                    <a:pt x="813" y="913"/>
                  </a:cubicBezTo>
                  <a:cubicBezTo>
                    <a:pt x="1013" y="663"/>
                    <a:pt x="1200" y="388"/>
                    <a:pt x="1188" y="51"/>
                  </a:cubicBezTo>
                  <a:cubicBezTo>
                    <a:pt x="1188" y="1"/>
                    <a:pt x="1101" y="1"/>
                    <a:pt x="11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6" name="Google Shape;4196;p52"/>
            <p:cNvSpPr/>
            <p:nvPr/>
          </p:nvSpPr>
          <p:spPr>
            <a:xfrm>
              <a:off x="8340919" y="3053433"/>
              <a:ext cx="36195" cy="41237"/>
            </a:xfrm>
            <a:custGeom>
              <a:avLst/>
              <a:gdLst/>
              <a:ahLst/>
              <a:cxnLst/>
              <a:rect l="l" t="t" r="r" b="b"/>
              <a:pathLst>
                <a:path w="1163" h="1325" extrusionOk="0">
                  <a:moveTo>
                    <a:pt x="75" y="1275"/>
                  </a:moveTo>
                  <a:cubicBezTo>
                    <a:pt x="150" y="1012"/>
                    <a:pt x="288" y="763"/>
                    <a:pt x="463" y="538"/>
                  </a:cubicBezTo>
                  <a:cubicBezTo>
                    <a:pt x="638" y="313"/>
                    <a:pt x="875" y="250"/>
                    <a:pt x="1112" y="113"/>
                  </a:cubicBezTo>
                  <a:cubicBezTo>
                    <a:pt x="1162" y="75"/>
                    <a:pt x="1125" y="0"/>
                    <a:pt x="1063" y="13"/>
                  </a:cubicBezTo>
                  <a:cubicBezTo>
                    <a:pt x="488" y="125"/>
                    <a:pt x="88" y="700"/>
                    <a:pt x="0" y="1262"/>
                  </a:cubicBezTo>
                  <a:cubicBezTo>
                    <a:pt x="0" y="1300"/>
                    <a:pt x="63" y="1325"/>
                    <a:pt x="7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4197;p52"/>
            <p:cNvSpPr/>
            <p:nvPr/>
          </p:nvSpPr>
          <p:spPr>
            <a:xfrm>
              <a:off x="8260405" y="2669537"/>
              <a:ext cx="107777" cy="47898"/>
            </a:xfrm>
            <a:custGeom>
              <a:avLst/>
              <a:gdLst/>
              <a:ahLst/>
              <a:cxnLst/>
              <a:rect l="l" t="t" r="r" b="b"/>
              <a:pathLst>
                <a:path w="3463" h="1539" extrusionOk="0">
                  <a:moveTo>
                    <a:pt x="3425" y="1451"/>
                  </a:moveTo>
                  <a:cubicBezTo>
                    <a:pt x="2437" y="713"/>
                    <a:pt x="1288" y="226"/>
                    <a:pt x="88" y="13"/>
                  </a:cubicBezTo>
                  <a:cubicBezTo>
                    <a:pt x="25" y="1"/>
                    <a:pt x="0" y="88"/>
                    <a:pt x="50" y="101"/>
                  </a:cubicBezTo>
                  <a:cubicBezTo>
                    <a:pt x="1250" y="326"/>
                    <a:pt x="2387" y="801"/>
                    <a:pt x="3387" y="1513"/>
                  </a:cubicBezTo>
                  <a:cubicBezTo>
                    <a:pt x="3425" y="1538"/>
                    <a:pt x="3462" y="1476"/>
                    <a:pt x="3425" y="1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8" name="Google Shape;4198;p52"/>
            <p:cNvSpPr/>
            <p:nvPr/>
          </p:nvSpPr>
          <p:spPr>
            <a:xfrm>
              <a:off x="8242510" y="2656714"/>
              <a:ext cx="20634" cy="22190"/>
            </a:xfrm>
            <a:custGeom>
              <a:avLst/>
              <a:gdLst/>
              <a:ahLst/>
              <a:cxnLst/>
              <a:rect l="l" t="t" r="r" b="b"/>
              <a:pathLst>
                <a:path w="663" h="713" extrusionOk="0">
                  <a:moveTo>
                    <a:pt x="525" y="463"/>
                  </a:moveTo>
                  <a:cubicBezTo>
                    <a:pt x="488" y="363"/>
                    <a:pt x="488" y="351"/>
                    <a:pt x="500" y="425"/>
                  </a:cubicBezTo>
                  <a:cubicBezTo>
                    <a:pt x="500" y="463"/>
                    <a:pt x="500" y="500"/>
                    <a:pt x="500" y="538"/>
                  </a:cubicBezTo>
                  <a:cubicBezTo>
                    <a:pt x="500" y="575"/>
                    <a:pt x="550" y="600"/>
                    <a:pt x="563" y="563"/>
                  </a:cubicBezTo>
                  <a:cubicBezTo>
                    <a:pt x="663" y="338"/>
                    <a:pt x="438" y="1"/>
                    <a:pt x="213" y="238"/>
                  </a:cubicBezTo>
                  <a:cubicBezTo>
                    <a:pt x="1" y="488"/>
                    <a:pt x="376" y="713"/>
                    <a:pt x="575" y="525"/>
                  </a:cubicBezTo>
                  <a:cubicBezTo>
                    <a:pt x="625" y="488"/>
                    <a:pt x="563" y="425"/>
                    <a:pt x="513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9" name="Google Shape;4199;p52"/>
            <p:cNvSpPr/>
            <p:nvPr/>
          </p:nvSpPr>
          <p:spPr>
            <a:xfrm>
              <a:off x="8280635" y="2725962"/>
              <a:ext cx="101926" cy="37752"/>
            </a:xfrm>
            <a:custGeom>
              <a:avLst/>
              <a:gdLst/>
              <a:ahLst/>
              <a:cxnLst/>
              <a:rect l="l" t="t" r="r" b="b"/>
              <a:pathLst>
                <a:path w="3275" h="1213" extrusionOk="0">
                  <a:moveTo>
                    <a:pt x="3212" y="137"/>
                  </a:moveTo>
                  <a:cubicBezTo>
                    <a:pt x="2112" y="0"/>
                    <a:pt x="738" y="225"/>
                    <a:pt x="13" y="1150"/>
                  </a:cubicBezTo>
                  <a:cubicBezTo>
                    <a:pt x="0" y="1187"/>
                    <a:pt x="25" y="1212"/>
                    <a:pt x="63" y="1200"/>
                  </a:cubicBezTo>
                  <a:cubicBezTo>
                    <a:pt x="1000" y="412"/>
                    <a:pt x="2000" y="87"/>
                    <a:pt x="3212" y="225"/>
                  </a:cubicBezTo>
                  <a:cubicBezTo>
                    <a:pt x="3274" y="225"/>
                    <a:pt x="3274" y="137"/>
                    <a:pt x="3212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0" name="Google Shape;4200;p52"/>
            <p:cNvSpPr/>
            <p:nvPr/>
          </p:nvSpPr>
          <p:spPr>
            <a:xfrm>
              <a:off x="8268559" y="2759388"/>
              <a:ext cx="18331" cy="16370"/>
            </a:xfrm>
            <a:custGeom>
              <a:avLst/>
              <a:gdLst/>
              <a:ahLst/>
              <a:cxnLst/>
              <a:rect l="l" t="t" r="r" b="b"/>
              <a:pathLst>
                <a:path w="589" h="526" extrusionOk="0">
                  <a:moveTo>
                    <a:pt x="338" y="426"/>
                  </a:moveTo>
                  <a:cubicBezTo>
                    <a:pt x="338" y="326"/>
                    <a:pt x="313" y="313"/>
                    <a:pt x="263" y="376"/>
                  </a:cubicBezTo>
                  <a:cubicBezTo>
                    <a:pt x="226" y="388"/>
                    <a:pt x="238" y="438"/>
                    <a:pt x="276" y="438"/>
                  </a:cubicBezTo>
                  <a:cubicBezTo>
                    <a:pt x="563" y="438"/>
                    <a:pt x="588" y="1"/>
                    <a:pt x="301" y="38"/>
                  </a:cubicBezTo>
                  <a:cubicBezTo>
                    <a:pt x="1" y="63"/>
                    <a:pt x="38" y="526"/>
                    <a:pt x="338" y="488"/>
                  </a:cubicBezTo>
                  <a:cubicBezTo>
                    <a:pt x="376" y="488"/>
                    <a:pt x="376" y="426"/>
                    <a:pt x="338" y="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1" name="Google Shape;4201;p52"/>
            <p:cNvSpPr/>
            <p:nvPr/>
          </p:nvSpPr>
          <p:spPr>
            <a:xfrm>
              <a:off x="8411318" y="2979517"/>
              <a:ext cx="75099" cy="295633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337" y="38"/>
                  </a:moveTo>
                  <a:cubicBezTo>
                    <a:pt x="1650" y="1800"/>
                    <a:pt x="925" y="3125"/>
                    <a:pt x="738" y="5050"/>
                  </a:cubicBezTo>
                  <a:cubicBezTo>
                    <a:pt x="575" y="6762"/>
                    <a:pt x="975" y="8011"/>
                    <a:pt x="1925" y="9436"/>
                  </a:cubicBezTo>
                  <a:cubicBezTo>
                    <a:pt x="1975" y="9498"/>
                    <a:pt x="2075" y="9436"/>
                    <a:pt x="2037" y="9373"/>
                  </a:cubicBezTo>
                  <a:cubicBezTo>
                    <a:pt x="0" y="6049"/>
                    <a:pt x="1137" y="3375"/>
                    <a:pt x="2400" y="51"/>
                  </a:cubicBezTo>
                  <a:cubicBezTo>
                    <a:pt x="2412" y="13"/>
                    <a:pt x="2350" y="1"/>
                    <a:pt x="233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2" name="Google Shape;4202;p52"/>
            <p:cNvSpPr/>
            <p:nvPr/>
          </p:nvSpPr>
          <p:spPr>
            <a:xfrm>
              <a:off x="8356480" y="2632221"/>
              <a:ext cx="61467" cy="39308"/>
            </a:xfrm>
            <a:custGeom>
              <a:avLst/>
              <a:gdLst/>
              <a:ahLst/>
              <a:cxnLst/>
              <a:rect l="l" t="t" r="r" b="b"/>
              <a:pathLst>
                <a:path w="1975" h="1263" extrusionOk="0">
                  <a:moveTo>
                    <a:pt x="1912" y="25"/>
                  </a:moveTo>
                  <a:cubicBezTo>
                    <a:pt x="1825" y="450"/>
                    <a:pt x="1612" y="838"/>
                    <a:pt x="1212" y="1025"/>
                  </a:cubicBezTo>
                  <a:cubicBezTo>
                    <a:pt x="712" y="1237"/>
                    <a:pt x="125" y="975"/>
                    <a:pt x="113" y="400"/>
                  </a:cubicBezTo>
                  <a:cubicBezTo>
                    <a:pt x="113" y="325"/>
                    <a:pt x="0" y="325"/>
                    <a:pt x="0" y="400"/>
                  </a:cubicBezTo>
                  <a:cubicBezTo>
                    <a:pt x="0" y="888"/>
                    <a:pt x="438" y="1262"/>
                    <a:pt x="925" y="1212"/>
                  </a:cubicBezTo>
                  <a:cubicBezTo>
                    <a:pt x="1525" y="1150"/>
                    <a:pt x="1875" y="613"/>
                    <a:pt x="1975" y="50"/>
                  </a:cubicBezTo>
                  <a:cubicBezTo>
                    <a:pt x="1975" y="13"/>
                    <a:pt x="1912" y="0"/>
                    <a:pt x="191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3" name="Google Shape;4203;p52"/>
            <p:cNvSpPr/>
            <p:nvPr/>
          </p:nvSpPr>
          <p:spPr>
            <a:xfrm>
              <a:off x="8410136" y="2899034"/>
              <a:ext cx="39308" cy="77806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626" y="2449"/>
                  </a:moveTo>
                  <a:cubicBezTo>
                    <a:pt x="626" y="2149"/>
                    <a:pt x="563" y="1850"/>
                    <a:pt x="426" y="1575"/>
                  </a:cubicBezTo>
                  <a:cubicBezTo>
                    <a:pt x="126" y="875"/>
                    <a:pt x="426" y="200"/>
                    <a:pt x="1225" y="88"/>
                  </a:cubicBezTo>
                  <a:cubicBezTo>
                    <a:pt x="1263" y="88"/>
                    <a:pt x="1250" y="13"/>
                    <a:pt x="1213" y="13"/>
                  </a:cubicBezTo>
                  <a:cubicBezTo>
                    <a:pt x="776" y="0"/>
                    <a:pt x="376" y="275"/>
                    <a:pt x="226" y="687"/>
                  </a:cubicBezTo>
                  <a:cubicBezTo>
                    <a:pt x="1" y="1325"/>
                    <a:pt x="563" y="1825"/>
                    <a:pt x="538" y="2449"/>
                  </a:cubicBezTo>
                  <a:cubicBezTo>
                    <a:pt x="538" y="2499"/>
                    <a:pt x="613" y="2499"/>
                    <a:pt x="6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4" name="Google Shape;4204;p52"/>
            <p:cNvSpPr/>
            <p:nvPr/>
          </p:nvSpPr>
          <p:spPr>
            <a:xfrm>
              <a:off x="8442036" y="2897478"/>
              <a:ext cx="26859" cy="381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63" y="175"/>
                  </a:moveTo>
                  <a:cubicBezTo>
                    <a:pt x="588" y="0"/>
                    <a:pt x="825" y="837"/>
                    <a:pt x="575" y="1162"/>
                  </a:cubicBezTo>
                  <a:cubicBezTo>
                    <a:pt x="550" y="1200"/>
                    <a:pt x="588" y="1225"/>
                    <a:pt x="613" y="1212"/>
                  </a:cubicBezTo>
                  <a:cubicBezTo>
                    <a:pt x="863" y="1062"/>
                    <a:pt x="788" y="675"/>
                    <a:pt x="700" y="437"/>
                  </a:cubicBezTo>
                  <a:cubicBezTo>
                    <a:pt x="588" y="163"/>
                    <a:pt x="338" y="0"/>
                    <a:pt x="38" y="113"/>
                  </a:cubicBezTo>
                  <a:cubicBezTo>
                    <a:pt x="0" y="125"/>
                    <a:pt x="13" y="200"/>
                    <a:pt x="63" y="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5" name="Google Shape;4205;p52"/>
            <p:cNvSpPr/>
            <p:nvPr/>
          </p:nvSpPr>
          <p:spPr>
            <a:xfrm>
              <a:off x="8270894" y="2598764"/>
              <a:ext cx="70430" cy="101148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213" y="3162"/>
                  </a:moveTo>
                  <a:cubicBezTo>
                    <a:pt x="1263" y="2350"/>
                    <a:pt x="201" y="1463"/>
                    <a:pt x="388" y="76"/>
                  </a:cubicBezTo>
                  <a:cubicBezTo>
                    <a:pt x="388" y="26"/>
                    <a:pt x="301" y="1"/>
                    <a:pt x="288" y="51"/>
                  </a:cubicBezTo>
                  <a:cubicBezTo>
                    <a:pt x="1" y="1450"/>
                    <a:pt x="1213" y="2425"/>
                    <a:pt x="2163" y="3212"/>
                  </a:cubicBezTo>
                  <a:cubicBezTo>
                    <a:pt x="2200" y="3250"/>
                    <a:pt x="2263" y="3187"/>
                    <a:pt x="2213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6" name="Google Shape;4206;p52"/>
            <p:cNvSpPr/>
            <p:nvPr/>
          </p:nvSpPr>
          <p:spPr>
            <a:xfrm>
              <a:off x="8385642" y="2884251"/>
              <a:ext cx="19078" cy="3853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588" y="1175"/>
                  </a:moveTo>
                  <a:cubicBezTo>
                    <a:pt x="613" y="950"/>
                    <a:pt x="563" y="725"/>
                    <a:pt x="450" y="525"/>
                  </a:cubicBezTo>
                  <a:cubicBezTo>
                    <a:pt x="375" y="325"/>
                    <a:pt x="250" y="150"/>
                    <a:pt x="88" y="25"/>
                  </a:cubicBezTo>
                  <a:cubicBezTo>
                    <a:pt x="50" y="0"/>
                    <a:pt x="0" y="63"/>
                    <a:pt x="38" y="100"/>
                  </a:cubicBezTo>
                  <a:cubicBezTo>
                    <a:pt x="313" y="388"/>
                    <a:pt x="488" y="775"/>
                    <a:pt x="500" y="1175"/>
                  </a:cubicBezTo>
                  <a:cubicBezTo>
                    <a:pt x="500" y="1237"/>
                    <a:pt x="588" y="1237"/>
                    <a:pt x="600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7" name="Google Shape;4207;p52"/>
            <p:cNvSpPr/>
            <p:nvPr/>
          </p:nvSpPr>
          <p:spPr>
            <a:xfrm>
              <a:off x="8377862" y="2883846"/>
              <a:ext cx="27263" cy="42420"/>
            </a:xfrm>
            <a:custGeom>
              <a:avLst/>
              <a:gdLst/>
              <a:ahLst/>
              <a:cxnLst/>
              <a:rect l="l" t="t" r="r" b="b"/>
              <a:pathLst>
                <a:path w="876" h="1363" extrusionOk="0">
                  <a:moveTo>
                    <a:pt x="238" y="51"/>
                  </a:moveTo>
                  <a:cubicBezTo>
                    <a:pt x="0" y="538"/>
                    <a:pt x="300" y="1150"/>
                    <a:pt x="775" y="1350"/>
                  </a:cubicBezTo>
                  <a:cubicBezTo>
                    <a:pt x="838" y="1363"/>
                    <a:pt x="875" y="1275"/>
                    <a:pt x="825" y="1250"/>
                  </a:cubicBezTo>
                  <a:cubicBezTo>
                    <a:pt x="413" y="1050"/>
                    <a:pt x="113" y="551"/>
                    <a:pt x="325" y="101"/>
                  </a:cubicBezTo>
                  <a:cubicBezTo>
                    <a:pt x="350" y="51"/>
                    <a:pt x="275" y="1"/>
                    <a:pt x="238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4208;p52"/>
            <p:cNvSpPr/>
            <p:nvPr/>
          </p:nvSpPr>
          <p:spPr>
            <a:xfrm>
              <a:off x="8381347" y="3178265"/>
              <a:ext cx="74321" cy="16454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1738" y="63"/>
                  </a:moveTo>
                  <a:cubicBezTo>
                    <a:pt x="2038" y="1600"/>
                    <a:pt x="2350" y="4912"/>
                    <a:pt x="51" y="5212"/>
                  </a:cubicBezTo>
                  <a:cubicBezTo>
                    <a:pt x="1" y="5212"/>
                    <a:pt x="1" y="5287"/>
                    <a:pt x="51" y="5287"/>
                  </a:cubicBezTo>
                  <a:cubicBezTo>
                    <a:pt x="2388" y="5074"/>
                    <a:pt x="2125" y="1638"/>
                    <a:pt x="1813" y="51"/>
                  </a:cubicBezTo>
                  <a:cubicBezTo>
                    <a:pt x="1813" y="1"/>
                    <a:pt x="1738" y="26"/>
                    <a:pt x="17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9" name="Google Shape;4209;p52"/>
            <p:cNvSpPr/>
            <p:nvPr/>
          </p:nvSpPr>
          <p:spPr>
            <a:xfrm>
              <a:off x="8334695" y="3258001"/>
              <a:ext cx="80918" cy="76250"/>
            </a:xfrm>
            <a:custGeom>
              <a:avLst/>
              <a:gdLst/>
              <a:ahLst/>
              <a:cxnLst/>
              <a:rect l="l" t="t" r="r" b="b"/>
              <a:pathLst>
                <a:path w="2600" h="2450" extrusionOk="0">
                  <a:moveTo>
                    <a:pt x="2537" y="1475"/>
                  </a:moveTo>
                  <a:cubicBezTo>
                    <a:pt x="2212" y="2100"/>
                    <a:pt x="1437" y="2362"/>
                    <a:pt x="838" y="1938"/>
                  </a:cubicBezTo>
                  <a:cubicBezTo>
                    <a:pt x="300" y="1563"/>
                    <a:pt x="138" y="588"/>
                    <a:pt x="650" y="125"/>
                  </a:cubicBezTo>
                  <a:cubicBezTo>
                    <a:pt x="700" y="76"/>
                    <a:pt x="638" y="1"/>
                    <a:pt x="575" y="51"/>
                  </a:cubicBezTo>
                  <a:cubicBezTo>
                    <a:pt x="0" y="538"/>
                    <a:pt x="200" y="1613"/>
                    <a:pt x="788" y="2012"/>
                  </a:cubicBezTo>
                  <a:cubicBezTo>
                    <a:pt x="1412" y="2450"/>
                    <a:pt x="2275" y="2200"/>
                    <a:pt x="2587" y="1500"/>
                  </a:cubicBezTo>
                  <a:cubicBezTo>
                    <a:pt x="2600" y="1475"/>
                    <a:pt x="2550" y="1438"/>
                    <a:pt x="2537" y="1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0" name="Google Shape;4210;p52"/>
            <p:cNvSpPr/>
            <p:nvPr/>
          </p:nvSpPr>
          <p:spPr>
            <a:xfrm>
              <a:off x="8347922" y="3245552"/>
              <a:ext cx="57981" cy="44754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75" y="738"/>
                  </a:moveTo>
                  <a:cubicBezTo>
                    <a:pt x="263" y="326"/>
                    <a:pt x="738" y="138"/>
                    <a:pt x="1150" y="301"/>
                  </a:cubicBezTo>
                  <a:cubicBezTo>
                    <a:pt x="1587" y="488"/>
                    <a:pt x="1712" y="938"/>
                    <a:pt x="1575" y="1363"/>
                  </a:cubicBezTo>
                  <a:cubicBezTo>
                    <a:pt x="1562" y="1413"/>
                    <a:pt x="1637" y="1438"/>
                    <a:pt x="1662" y="1400"/>
                  </a:cubicBezTo>
                  <a:cubicBezTo>
                    <a:pt x="1862" y="938"/>
                    <a:pt x="1650" y="401"/>
                    <a:pt x="1200" y="201"/>
                  </a:cubicBezTo>
                  <a:cubicBezTo>
                    <a:pt x="738" y="1"/>
                    <a:pt x="200" y="226"/>
                    <a:pt x="13" y="700"/>
                  </a:cubicBezTo>
                  <a:cubicBezTo>
                    <a:pt x="0" y="738"/>
                    <a:pt x="50" y="775"/>
                    <a:pt x="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52"/>
            <p:cNvSpPr/>
            <p:nvPr/>
          </p:nvSpPr>
          <p:spPr>
            <a:xfrm>
              <a:off x="8363078" y="3283273"/>
              <a:ext cx="38530" cy="21817"/>
            </a:xfrm>
            <a:custGeom>
              <a:avLst/>
              <a:gdLst/>
              <a:ahLst/>
              <a:cxnLst/>
              <a:rect l="l" t="t" r="r" b="b"/>
              <a:pathLst>
                <a:path w="1238" h="701" extrusionOk="0">
                  <a:moveTo>
                    <a:pt x="1125" y="51"/>
                  </a:moveTo>
                  <a:cubicBezTo>
                    <a:pt x="1163" y="638"/>
                    <a:pt x="13" y="701"/>
                    <a:pt x="201" y="88"/>
                  </a:cubicBezTo>
                  <a:cubicBezTo>
                    <a:pt x="226" y="26"/>
                    <a:pt x="138" y="13"/>
                    <a:pt x="113" y="63"/>
                  </a:cubicBezTo>
                  <a:cubicBezTo>
                    <a:pt x="1" y="351"/>
                    <a:pt x="263" y="626"/>
                    <a:pt x="550" y="626"/>
                  </a:cubicBezTo>
                  <a:cubicBezTo>
                    <a:pt x="838" y="626"/>
                    <a:pt x="1238" y="388"/>
                    <a:pt x="1200" y="51"/>
                  </a:cubicBezTo>
                  <a:cubicBezTo>
                    <a:pt x="1200" y="1"/>
                    <a:pt x="1125" y="1"/>
                    <a:pt x="1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52"/>
            <p:cNvSpPr/>
            <p:nvPr/>
          </p:nvSpPr>
          <p:spPr>
            <a:xfrm>
              <a:off x="8325358" y="2929752"/>
              <a:ext cx="89104" cy="68874"/>
            </a:xfrm>
            <a:custGeom>
              <a:avLst/>
              <a:gdLst/>
              <a:ahLst/>
              <a:cxnLst/>
              <a:rect l="l" t="t" r="r" b="b"/>
              <a:pathLst>
                <a:path w="2863" h="2213" extrusionOk="0">
                  <a:moveTo>
                    <a:pt x="2812" y="388"/>
                  </a:moveTo>
                  <a:cubicBezTo>
                    <a:pt x="1538" y="0"/>
                    <a:pt x="100" y="788"/>
                    <a:pt x="0" y="2175"/>
                  </a:cubicBezTo>
                  <a:cubicBezTo>
                    <a:pt x="0" y="2212"/>
                    <a:pt x="50" y="2212"/>
                    <a:pt x="50" y="2187"/>
                  </a:cubicBezTo>
                  <a:cubicBezTo>
                    <a:pt x="375" y="925"/>
                    <a:pt x="1463" y="113"/>
                    <a:pt x="2787" y="463"/>
                  </a:cubicBezTo>
                  <a:cubicBezTo>
                    <a:pt x="2837" y="475"/>
                    <a:pt x="2862" y="400"/>
                    <a:pt x="2800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3" name="Google Shape;4213;p52"/>
            <p:cNvSpPr/>
            <p:nvPr/>
          </p:nvSpPr>
          <p:spPr>
            <a:xfrm>
              <a:off x="8299308" y="2532256"/>
              <a:ext cx="19078" cy="24929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550" y="688"/>
                  </a:moveTo>
                  <a:cubicBezTo>
                    <a:pt x="325" y="538"/>
                    <a:pt x="163" y="313"/>
                    <a:pt x="100" y="51"/>
                  </a:cubicBezTo>
                  <a:cubicBezTo>
                    <a:pt x="88" y="1"/>
                    <a:pt x="0" y="1"/>
                    <a:pt x="0" y="63"/>
                  </a:cubicBezTo>
                  <a:cubicBezTo>
                    <a:pt x="50" y="363"/>
                    <a:pt x="238" y="625"/>
                    <a:pt x="513" y="775"/>
                  </a:cubicBezTo>
                  <a:cubicBezTo>
                    <a:pt x="562" y="800"/>
                    <a:pt x="612" y="713"/>
                    <a:pt x="550" y="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4" name="Google Shape;4214;p52"/>
            <p:cNvSpPr/>
            <p:nvPr/>
          </p:nvSpPr>
          <p:spPr>
            <a:xfrm>
              <a:off x="8295014" y="2531477"/>
              <a:ext cx="7438" cy="21039"/>
            </a:xfrm>
            <a:custGeom>
              <a:avLst/>
              <a:gdLst/>
              <a:ahLst/>
              <a:cxnLst/>
              <a:rect l="l" t="t" r="r" b="b"/>
              <a:pathLst>
                <a:path w="239" h="676" extrusionOk="0">
                  <a:moveTo>
                    <a:pt x="101" y="76"/>
                  </a:moveTo>
                  <a:cubicBezTo>
                    <a:pt x="26" y="238"/>
                    <a:pt x="1" y="426"/>
                    <a:pt x="26" y="613"/>
                  </a:cubicBezTo>
                  <a:cubicBezTo>
                    <a:pt x="38" y="675"/>
                    <a:pt x="138" y="663"/>
                    <a:pt x="138" y="601"/>
                  </a:cubicBezTo>
                  <a:cubicBezTo>
                    <a:pt x="138" y="426"/>
                    <a:pt x="163" y="263"/>
                    <a:pt x="213" y="101"/>
                  </a:cubicBezTo>
                  <a:cubicBezTo>
                    <a:pt x="238" y="26"/>
                    <a:pt x="126" y="1"/>
                    <a:pt x="10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5" name="Google Shape;4215;p52"/>
            <p:cNvSpPr/>
            <p:nvPr/>
          </p:nvSpPr>
          <p:spPr>
            <a:xfrm>
              <a:off x="8314870" y="2555193"/>
              <a:ext cx="9337" cy="11702"/>
            </a:xfrm>
            <a:custGeom>
              <a:avLst/>
              <a:gdLst/>
              <a:ahLst/>
              <a:cxnLst/>
              <a:rect l="l" t="t" r="r" b="b"/>
              <a:pathLst>
                <a:path w="300" h="376" extrusionOk="0">
                  <a:moveTo>
                    <a:pt x="75" y="101"/>
                  </a:moveTo>
                  <a:cubicBezTo>
                    <a:pt x="112" y="163"/>
                    <a:pt x="87" y="226"/>
                    <a:pt x="38" y="263"/>
                  </a:cubicBezTo>
                  <a:cubicBezTo>
                    <a:pt x="0" y="301"/>
                    <a:pt x="38" y="376"/>
                    <a:pt x="87" y="351"/>
                  </a:cubicBezTo>
                  <a:cubicBezTo>
                    <a:pt x="237" y="288"/>
                    <a:pt x="300" y="113"/>
                    <a:pt x="137" y="26"/>
                  </a:cubicBezTo>
                  <a:cubicBezTo>
                    <a:pt x="87" y="1"/>
                    <a:pt x="38" y="63"/>
                    <a:pt x="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6" name="Google Shape;4216;p52"/>
            <p:cNvSpPr/>
            <p:nvPr/>
          </p:nvSpPr>
          <p:spPr>
            <a:xfrm>
              <a:off x="8298126" y="2564156"/>
              <a:ext cx="19483" cy="25303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526" y="25"/>
                  </a:moveTo>
                  <a:cubicBezTo>
                    <a:pt x="288" y="188"/>
                    <a:pt x="1" y="450"/>
                    <a:pt x="63" y="763"/>
                  </a:cubicBezTo>
                  <a:cubicBezTo>
                    <a:pt x="76" y="813"/>
                    <a:pt x="138" y="813"/>
                    <a:pt x="151" y="763"/>
                  </a:cubicBezTo>
                  <a:cubicBezTo>
                    <a:pt x="201" y="500"/>
                    <a:pt x="363" y="263"/>
                    <a:pt x="588" y="100"/>
                  </a:cubicBezTo>
                  <a:cubicBezTo>
                    <a:pt x="625" y="63"/>
                    <a:pt x="576" y="0"/>
                    <a:pt x="526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7" name="Google Shape;4217;p52"/>
            <p:cNvSpPr/>
            <p:nvPr/>
          </p:nvSpPr>
          <p:spPr>
            <a:xfrm>
              <a:off x="8292679" y="2558710"/>
              <a:ext cx="12480" cy="29971"/>
            </a:xfrm>
            <a:custGeom>
              <a:avLst/>
              <a:gdLst/>
              <a:ahLst/>
              <a:cxnLst/>
              <a:rect l="l" t="t" r="r" b="b"/>
              <a:pathLst>
                <a:path w="401" h="963" extrusionOk="0">
                  <a:moveTo>
                    <a:pt x="288" y="850"/>
                  </a:moveTo>
                  <a:cubicBezTo>
                    <a:pt x="113" y="613"/>
                    <a:pt x="188" y="350"/>
                    <a:pt x="351" y="138"/>
                  </a:cubicBezTo>
                  <a:cubicBezTo>
                    <a:pt x="401" y="75"/>
                    <a:pt x="326" y="0"/>
                    <a:pt x="276" y="50"/>
                  </a:cubicBezTo>
                  <a:cubicBezTo>
                    <a:pt x="26" y="275"/>
                    <a:pt x="1" y="663"/>
                    <a:pt x="201" y="925"/>
                  </a:cubicBezTo>
                  <a:cubicBezTo>
                    <a:pt x="238" y="963"/>
                    <a:pt x="326" y="900"/>
                    <a:pt x="2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8" name="Google Shape;4218;p52"/>
            <p:cNvSpPr/>
            <p:nvPr/>
          </p:nvSpPr>
          <p:spPr>
            <a:xfrm>
              <a:off x="8295418" y="2545483"/>
              <a:ext cx="10146" cy="17522"/>
            </a:xfrm>
            <a:custGeom>
              <a:avLst/>
              <a:gdLst/>
              <a:ahLst/>
              <a:cxnLst/>
              <a:rect l="l" t="t" r="r" b="b"/>
              <a:pathLst>
                <a:path w="326" h="563" extrusionOk="0">
                  <a:moveTo>
                    <a:pt x="263" y="425"/>
                  </a:moveTo>
                  <a:cubicBezTo>
                    <a:pt x="175" y="325"/>
                    <a:pt x="125" y="200"/>
                    <a:pt x="113" y="63"/>
                  </a:cubicBezTo>
                  <a:cubicBezTo>
                    <a:pt x="100" y="1"/>
                    <a:pt x="13" y="26"/>
                    <a:pt x="13" y="76"/>
                  </a:cubicBezTo>
                  <a:cubicBezTo>
                    <a:pt x="0" y="238"/>
                    <a:pt x="63" y="400"/>
                    <a:pt x="188" y="500"/>
                  </a:cubicBezTo>
                  <a:cubicBezTo>
                    <a:pt x="238" y="563"/>
                    <a:pt x="325" y="475"/>
                    <a:pt x="263" y="4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9" name="Google Shape;4219;p52"/>
            <p:cNvSpPr/>
            <p:nvPr/>
          </p:nvSpPr>
          <p:spPr>
            <a:xfrm>
              <a:off x="8277896" y="2552081"/>
              <a:ext cx="15592" cy="17927"/>
            </a:xfrm>
            <a:custGeom>
              <a:avLst/>
              <a:gdLst/>
              <a:ahLst/>
              <a:cxnLst/>
              <a:rect l="l" t="t" r="r" b="b"/>
              <a:pathLst>
                <a:path w="501" h="576" extrusionOk="0">
                  <a:moveTo>
                    <a:pt x="476" y="288"/>
                  </a:moveTo>
                  <a:cubicBezTo>
                    <a:pt x="463" y="163"/>
                    <a:pt x="426" y="38"/>
                    <a:pt x="288" y="13"/>
                  </a:cubicBezTo>
                  <a:cubicBezTo>
                    <a:pt x="163" y="1"/>
                    <a:pt x="63" y="88"/>
                    <a:pt x="63" y="213"/>
                  </a:cubicBezTo>
                  <a:cubicBezTo>
                    <a:pt x="1" y="501"/>
                    <a:pt x="463" y="576"/>
                    <a:pt x="488" y="263"/>
                  </a:cubicBezTo>
                  <a:cubicBezTo>
                    <a:pt x="501" y="188"/>
                    <a:pt x="376" y="176"/>
                    <a:pt x="363" y="251"/>
                  </a:cubicBezTo>
                  <a:cubicBezTo>
                    <a:pt x="363" y="263"/>
                    <a:pt x="363" y="276"/>
                    <a:pt x="351" y="288"/>
                  </a:cubicBezTo>
                  <a:cubicBezTo>
                    <a:pt x="351" y="376"/>
                    <a:pt x="488" y="376"/>
                    <a:pt x="476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0" name="Google Shape;4220;p52"/>
            <p:cNvSpPr/>
            <p:nvPr/>
          </p:nvSpPr>
          <p:spPr>
            <a:xfrm>
              <a:off x="701964" y="2552485"/>
              <a:ext cx="130310" cy="138495"/>
            </a:xfrm>
            <a:custGeom>
              <a:avLst/>
              <a:gdLst/>
              <a:ahLst/>
              <a:cxnLst/>
              <a:rect l="l" t="t" r="r" b="b"/>
              <a:pathLst>
                <a:path w="4187" h="4450" extrusionOk="0">
                  <a:moveTo>
                    <a:pt x="288" y="2650"/>
                  </a:moveTo>
                  <a:cubicBezTo>
                    <a:pt x="100" y="1075"/>
                    <a:pt x="1912" y="0"/>
                    <a:pt x="3124" y="1125"/>
                  </a:cubicBezTo>
                  <a:cubicBezTo>
                    <a:pt x="4062" y="2000"/>
                    <a:pt x="3624" y="3475"/>
                    <a:pt x="2974" y="4374"/>
                  </a:cubicBezTo>
                  <a:cubicBezTo>
                    <a:pt x="2949" y="4412"/>
                    <a:pt x="2999" y="4449"/>
                    <a:pt x="3037" y="4424"/>
                  </a:cubicBezTo>
                  <a:cubicBezTo>
                    <a:pt x="3974" y="3412"/>
                    <a:pt x="4187" y="1475"/>
                    <a:pt x="2799" y="738"/>
                  </a:cubicBezTo>
                  <a:cubicBezTo>
                    <a:pt x="1450" y="25"/>
                    <a:pt x="0" y="1213"/>
                    <a:pt x="188" y="2650"/>
                  </a:cubicBezTo>
                  <a:cubicBezTo>
                    <a:pt x="188" y="2712"/>
                    <a:pt x="300" y="2725"/>
                    <a:pt x="2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52"/>
            <p:cNvSpPr/>
            <p:nvPr/>
          </p:nvSpPr>
          <p:spPr>
            <a:xfrm>
              <a:off x="617933" y="2684725"/>
              <a:ext cx="182845" cy="328280"/>
            </a:xfrm>
            <a:custGeom>
              <a:avLst/>
              <a:gdLst/>
              <a:ahLst/>
              <a:cxnLst/>
              <a:rect l="l" t="t" r="r" b="b"/>
              <a:pathLst>
                <a:path w="5875" h="10548" extrusionOk="0">
                  <a:moveTo>
                    <a:pt x="5812" y="25"/>
                  </a:moveTo>
                  <a:cubicBezTo>
                    <a:pt x="3937" y="1350"/>
                    <a:pt x="1513" y="2550"/>
                    <a:pt x="738" y="4862"/>
                  </a:cubicBezTo>
                  <a:cubicBezTo>
                    <a:pt x="151" y="6599"/>
                    <a:pt x="1" y="9073"/>
                    <a:pt x="1263" y="10523"/>
                  </a:cubicBezTo>
                  <a:cubicBezTo>
                    <a:pt x="1288" y="10548"/>
                    <a:pt x="1338" y="10510"/>
                    <a:pt x="1313" y="10485"/>
                  </a:cubicBezTo>
                  <a:cubicBezTo>
                    <a:pt x="113" y="8848"/>
                    <a:pt x="288" y="6086"/>
                    <a:pt x="1138" y="4324"/>
                  </a:cubicBezTo>
                  <a:cubicBezTo>
                    <a:pt x="2063" y="2412"/>
                    <a:pt x="4175" y="1300"/>
                    <a:pt x="5837" y="100"/>
                  </a:cubicBezTo>
                  <a:cubicBezTo>
                    <a:pt x="5874" y="63"/>
                    <a:pt x="5837" y="0"/>
                    <a:pt x="5799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2" name="Google Shape;4222;p52"/>
            <p:cNvSpPr/>
            <p:nvPr/>
          </p:nvSpPr>
          <p:spPr>
            <a:xfrm>
              <a:off x="667729" y="2928974"/>
              <a:ext cx="105817" cy="124863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8" y="2925"/>
                  </a:moveTo>
                  <a:cubicBezTo>
                    <a:pt x="900" y="3424"/>
                    <a:pt x="2075" y="3624"/>
                    <a:pt x="2812" y="2787"/>
                  </a:cubicBezTo>
                  <a:cubicBezTo>
                    <a:pt x="3237" y="2312"/>
                    <a:pt x="3400" y="1175"/>
                    <a:pt x="2975" y="625"/>
                  </a:cubicBezTo>
                  <a:cubicBezTo>
                    <a:pt x="2500" y="0"/>
                    <a:pt x="1350" y="88"/>
                    <a:pt x="1025" y="825"/>
                  </a:cubicBezTo>
                  <a:cubicBezTo>
                    <a:pt x="813" y="1262"/>
                    <a:pt x="838" y="1775"/>
                    <a:pt x="1088" y="2200"/>
                  </a:cubicBezTo>
                  <a:cubicBezTo>
                    <a:pt x="1450" y="2837"/>
                    <a:pt x="2425" y="3237"/>
                    <a:pt x="2537" y="3987"/>
                  </a:cubicBezTo>
                  <a:cubicBezTo>
                    <a:pt x="2537" y="4012"/>
                    <a:pt x="2575" y="4012"/>
                    <a:pt x="2575" y="3987"/>
                  </a:cubicBezTo>
                  <a:cubicBezTo>
                    <a:pt x="2562" y="3574"/>
                    <a:pt x="2287" y="3337"/>
                    <a:pt x="2000" y="3062"/>
                  </a:cubicBezTo>
                  <a:cubicBezTo>
                    <a:pt x="1713" y="2787"/>
                    <a:pt x="1350" y="2500"/>
                    <a:pt x="1188" y="2150"/>
                  </a:cubicBezTo>
                  <a:cubicBezTo>
                    <a:pt x="825" y="1287"/>
                    <a:pt x="1075" y="288"/>
                    <a:pt x="2200" y="425"/>
                  </a:cubicBezTo>
                  <a:cubicBezTo>
                    <a:pt x="2550" y="350"/>
                    <a:pt x="2762" y="488"/>
                    <a:pt x="2837" y="838"/>
                  </a:cubicBezTo>
                  <a:cubicBezTo>
                    <a:pt x="2975" y="913"/>
                    <a:pt x="3050" y="1063"/>
                    <a:pt x="3050" y="1212"/>
                  </a:cubicBezTo>
                  <a:cubicBezTo>
                    <a:pt x="3062" y="1275"/>
                    <a:pt x="3062" y="1337"/>
                    <a:pt x="3050" y="1400"/>
                  </a:cubicBezTo>
                  <a:cubicBezTo>
                    <a:pt x="3087" y="1650"/>
                    <a:pt x="3075" y="1912"/>
                    <a:pt x="3025" y="2162"/>
                  </a:cubicBezTo>
                  <a:cubicBezTo>
                    <a:pt x="2687" y="3524"/>
                    <a:pt x="1025" y="3399"/>
                    <a:pt x="75" y="2862"/>
                  </a:cubicBezTo>
                  <a:cubicBezTo>
                    <a:pt x="38" y="2837"/>
                    <a:pt x="0" y="2900"/>
                    <a:pt x="38" y="2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3" name="Google Shape;4223;p52"/>
            <p:cNvSpPr/>
            <p:nvPr/>
          </p:nvSpPr>
          <p:spPr>
            <a:xfrm>
              <a:off x="735389" y="3062365"/>
              <a:ext cx="17148" cy="68874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01" y="51"/>
                  </a:moveTo>
                  <a:cubicBezTo>
                    <a:pt x="476" y="825"/>
                    <a:pt x="238" y="1438"/>
                    <a:pt x="13" y="2163"/>
                  </a:cubicBezTo>
                  <a:cubicBezTo>
                    <a:pt x="1" y="2200"/>
                    <a:pt x="51" y="2213"/>
                    <a:pt x="76" y="2188"/>
                  </a:cubicBezTo>
                  <a:cubicBezTo>
                    <a:pt x="488" y="1588"/>
                    <a:pt x="551" y="738"/>
                    <a:pt x="476" y="51"/>
                  </a:cubicBezTo>
                  <a:cubicBezTo>
                    <a:pt x="476" y="1"/>
                    <a:pt x="388" y="1"/>
                    <a:pt x="4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4224;p52"/>
            <p:cNvSpPr/>
            <p:nvPr/>
          </p:nvSpPr>
          <p:spPr>
            <a:xfrm>
              <a:off x="697669" y="2722850"/>
              <a:ext cx="120226" cy="102300"/>
            </a:xfrm>
            <a:custGeom>
              <a:avLst/>
              <a:gdLst/>
              <a:ahLst/>
              <a:cxnLst/>
              <a:rect l="l" t="t" r="r" b="b"/>
              <a:pathLst>
                <a:path w="3863" h="3287" extrusionOk="0">
                  <a:moveTo>
                    <a:pt x="63" y="1100"/>
                  </a:moveTo>
                  <a:cubicBezTo>
                    <a:pt x="738" y="575"/>
                    <a:pt x="1563" y="113"/>
                    <a:pt x="2450" y="350"/>
                  </a:cubicBezTo>
                  <a:cubicBezTo>
                    <a:pt x="2900" y="487"/>
                    <a:pt x="3287" y="812"/>
                    <a:pt x="3500" y="1250"/>
                  </a:cubicBezTo>
                  <a:cubicBezTo>
                    <a:pt x="3650" y="1525"/>
                    <a:pt x="3737" y="1837"/>
                    <a:pt x="3737" y="2149"/>
                  </a:cubicBezTo>
                  <a:cubicBezTo>
                    <a:pt x="3725" y="2887"/>
                    <a:pt x="3300" y="3037"/>
                    <a:pt x="2463" y="2612"/>
                  </a:cubicBezTo>
                  <a:cubicBezTo>
                    <a:pt x="2500" y="2574"/>
                    <a:pt x="2463" y="2512"/>
                    <a:pt x="2425" y="2537"/>
                  </a:cubicBezTo>
                  <a:cubicBezTo>
                    <a:pt x="2050" y="2824"/>
                    <a:pt x="2463" y="3162"/>
                    <a:pt x="2812" y="3212"/>
                  </a:cubicBezTo>
                  <a:cubicBezTo>
                    <a:pt x="3475" y="3287"/>
                    <a:pt x="3862" y="2612"/>
                    <a:pt x="3837" y="2037"/>
                  </a:cubicBezTo>
                  <a:cubicBezTo>
                    <a:pt x="3812" y="1237"/>
                    <a:pt x="3250" y="450"/>
                    <a:pt x="2475" y="250"/>
                  </a:cubicBezTo>
                  <a:cubicBezTo>
                    <a:pt x="1550" y="0"/>
                    <a:pt x="701" y="475"/>
                    <a:pt x="26" y="1050"/>
                  </a:cubicBezTo>
                  <a:cubicBezTo>
                    <a:pt x="1" y="1075"/>
                    <a:pt x="38" y="1112"/>
                    <a:pt x="63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4225;p52"/>
            <p:cNvSpPr/>
            <p:nvPr/>
          </p:nvSpPr>
          <p:spPr>
            <a:xfrm>
              <a:off x="732682" y="2706106"/>
              <a:ext cx="137717" cy="28415"/>
            </a:xfrm>
            <a:custGeom>
              <a:avLst/>
              <a:gdLst/>
              <a:ahLst/>
              <a:cxnLst/>
              <a:rect l="l" t="t" r="r" b="b"/>
              <a:pathLst>
                <a:path w="4425" h="913" extrusionOk="0">
                  <a:moveTo>
                    <a:pt x="100" y="875"/>
                  </a:moveTo>
                  <a:cubicBezTo>
                    <a:pt x="1100" y="38"/>
                    <a:pt x="3250" y="1"/>
                    <a:pt x="4362" y="588"/>
                  </a:cubicBezTo>
                  <a:cubicBezTo>
                    <a:pt x="4399" y="601"/>
                    <a:pt x="4424" y="551"/>
                    <a:pt x="4399" y="526"/>
                  </a:cubicBezTo>
                  <a:cubicBezTo>
                    <a:pt x="3712" y="1"/>
                    <a:pt x="2725" y="88"/>
                    <a:pt x="1912" y="176"/>
                  </a:cubicBezTo>
                  <a:cubicBezTo>
                    <a:pt x="1250" y="251"/>
                    <a:pt x="563" y="376"/>
                    <a:pt x="38" y="825"/>
                  </a:cubicBezTo>
                  <a:cubicBezTo>
                    <a:pt x="0" y="863"/>
                    <a:pt x="63" y="913"/>
                    <a:pt x="100" y="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52"/>
            <p:cNvSpPr/>
            <p:nvPr/>
          </p:nvSpPr>
          <p:spPr>
            <a:xfrm>
              <a:off x="869590" y="2719333"/>
              <a:ext cx="15188" cy="14814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126"/>
                  </a:moveTo>
                  <a:cubicBezTo>
                    <a:pt x="0" y="213"/>
                    <a:pt x="25" y="325"/>
                    <a:pt x="88" y="388"/>
                  </a:cubicBezTo>
                  <a:cubicBezTo>
                    <a:pt x="163" y="450"/>
                    <a:pt x="250" y="475"/>
                    <a:pt x="338" y="463"/>
                  </a:cubicBezTo>
                  <a:cubicBezTo>
                    <a:pt x="375" y="450"/>
                    <a:pt x="400" y="438"/>
                    <a:pt x="425" y="425"/>
                  </a:cubicBezTo>
                  <a:cubicBezTo>
                    <a:pt x="450" y="388"/>
                    <a:pt x="463" y="350"/>
                    <a:pt x="463" y="313"/>
                  </a:cubicBezTo>
                  <a:cubicBezTo>
                    <a:pt x="488" y="188"/>
                    <a:pt x="425" y="63"/>
                    <a:pt x="300" y="13"/>
                  </a:cubicBezTo>
                  <a:cubicBezTo>
                    <a:pt x="175" y="1"/>
                    <a:pt x="50" y="101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52"/>
            <p:cNvSpPr/>
            <p:nvPr/>
          </p:nvSpPr>
          <p:spPr>
            <a:xfrm>
              <a:off x="867255" y="2714291"/>
              <a:ext cx="20261" cy="22190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63" y="275"/>
                  </a:moveTo>
                  <a:cubicBezTo>
                    <a:pt x="0" y="438"/>
                    <a:pt x="88" y="625"/>
                    <a:pt x="263" y="675"/>
                  </a:cubicBezTo>
                  <a:cubicBezTo>
                    <a:pt x="425" y="712"/>
                    <a:pt x="575" y="650"/>
                    <a:pt x="588" y="487"/>
                  </a:cubicBezTo>
                  <a:cubicBezTo>
                    <a:pt x="650" y="88"/>
                    <a:pt x="88" y="0"/>
                    <a:pt x="88" y="400"/>
                  </a:cubicBezTo>
                  <a:cubicBezTo>
                    <a:pt x="88" y="438"/>
                    <a:pt x="163" y="450"/>
                    <a:pt x="163" y="413"/>
                  </a:cubicBezTo>
                  <a:cubicBezTo>
                    <a:pt x="488" y="288"/>
                    <a:pt x="563" y="313"/>
                    <a:pt x="388" y="462"/>
                  </a:cubicBezTo>
                  <a:cubicBezTo>
                    <a:pt x="275" y="637"/>
                    <a:pt x="213" y="587"/>
                    <a:pt x="175" y="300"/>
                  </a:cubicBezTo>
                  <a:cubicBezTo>
                    <a:pt x="188" y="238"/>
                    <a:pt x="88" y="200"/>
                    <a:pt x="63" y="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52"/>
            <p:cNvSpPr/>
            <p:nvPr/>
          </p:nvSpPr>
          <p:spPr>
            <a:xfrm>
              <a:off x="660726" y="3015308"/>
              <a:ext cx="3921" cy="3548"/>
            </a:xfrm>
            <a:custGeom>
              <a:avLst/>
              <a:gdLst/>
              <a:ahLst/>
              <a:cxnLst/>
              <a:rect l="l" t="t" r="r" b="b"/>
              <a:pathLst>
                <a:path w="126" h="114" extrusionOk="0">
                  <a:moveTo>
                    <a:pt x="63" y="101"/>
                  </a:moveTo>
                  <a:lnTo>
                    <a:pt x="88" y="88"/>
                  </a:lnTo>
                  <a:cubicBezTo>
                    <a:pt x="126" y="76"/>
                    <a:pt x="126" y="38"/>
                    <a:pt x="88" y="26"/>
                  </a:cubicBezTo>
                  <a:lnTo>
                    <a:pt x="63" y="13"/>
                  </a:lnTo>
                  <a:cubicBezTo>
                    <a:pt x="1" y="1"/>
                    <a:pt x="1" y="113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52"/>
            <p:cNvSpPr/>
            <p:nvPr/>
          </p:nvSpPr>
          <p:spPr>
            <a:xfrm>
              <a:off x="714786" y="3127722"/>
              <a:ext cx="21817" cy="52535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13" y="25"/>
                  </a:moveTo>
                  <a:cubicBezTo>
                    <a:pt x="76" y="225"/>
                    <a:pt x="1" y="1175"/>
                    <a:pt x="138" y="1637"/>
                  </a:cubicBezTo>
                  <a:cubicBezTo>
                    <a:pt x="163" y="1687"/>
                    <a:pt x="251" y="1675"/>
                    <a:pt x="238" y="1612"/>
                  </a:cubicBezTo>
                  <a:cubicBezTo>
                    <a:pt x="201" y="1375"/>
                    <a:pt x="188" y="1125"/>
                    <a:pt x="226" y="887"/>
                  </a:cubicBezTo>
                  <a:cubicBezTo>
                    <a:pt x="263" y="650"/>
                    <a:pt x="375" y="225"/>
                    <a:pt x="638" y="125"/>
                  </a:cubicBezTo>
                  <a:cubicBezTo>
                    <a:pt x="700" y="100"/>
                    <a:pt x="675" y="0"/>
                    <a:pt x="600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0" name="Google Shape;4230;p52"/>
            <p:cNvSpPr/>
            <p:nvPr/>
          </p:nvSpPr>
          <p:spPr>
            <a:xfrm>
              <a:off x="717899" y="3128096"/>
              <a:ext cx="24525" cy="52535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113" y="1638"/>
                  </a:moveTo>
                  <a:cubicBezTo>
                    <a:pt x="475" y="1288"/>
                    <a:pt x="788" y="563"/>
                    <a:pt x="638" y="63"/>
                  </a:cubicBezTo>
                  <a:cubicBezTo>
                    <a:pt x="625" y="1"/>
                    <a:pt x="538" y="26"/>
                    <a:pt x="550" y="88"/>
                  </a:cubicBezTo>
                  <a:cubicBezTo>
                    <a:pt x="600" y="625"/>
                    <a:pt x="413" y="1175"/>
                    <a:pt x="38" y="1575"/>
                  </a:cubicBezTo>
                  <a:cubicBezTo>
                    <a:pt x="1" y="1613"/>
                    <a:pt x="63" y="1688"/>
                    <a:pt x="113" y="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1" name="Google Shape;4231;p52"/>
            <p:cNvSpPr/>
            <p:nvPr/>
          </p:nvSpPr>
          <p:spPr>
            <a:xfrm>
              <a:off x="747465" y="3053028"/>
              <a:ext cx="37347" cy="41268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25" y="51"/>
                  </a:moveTo>
                  <a:cubicBezTo>
                    <a:pt x="0" y="388"/>
                    <a:pt x="175" y="663"/>
                    <a:pt x="388" y="913"/>
                  </a:cubicBezTo>
                  <a:cubicBezTo>
                    <a:pt x="563" y="1163"/>
                    <a:pt x="850" y="1313"/>
                    <a:pt x="1150" y="1325"/>
                  </a:cubicBezTo>
                  <a:cubicBezTo>
                    <a:pt x="1200" y="1325"/>
                    <a:pt x="1200" y="1250"/>
                    <a:pt x="1163" y="1250"/>
                  </a:cubicBezTo>
                  <a:cubicBezTo>
                    <a:pt x="875" y="1225"/>
                    <a:pt x="613" y="1088"/>
                    <a:pt x="450" y="863"/>
                  </a:cubicBezTo>
                  <a:cubicBezTo>
                    <a:pt x="263" y="613"/>
                    <a:pt x="88" y="363"/>
                    <a:pt x="100" y="51"/>
                  </a:cubicBezTo>
                  <a:cubicBezTo>
                    <a:pt x="100" y="1"/>
                    <a:pt x="25" y="1"/>
                    <a:pt x="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2" name="Google Shape;4232;p52"/>
            <p:cNvSpPr/>
            <p:nvPr/>
          </p:nvSpPr>
          <p:spPr>
            <a:xfrm>
              <a:off x="748243" y="3053433"/>
              <a:ext cx="36569" cy="41237"/>
            </a:xfrm>
            <a:custGeom>
              <a:avLst/>
              <a:gdLst/>
              <a:ahLst/>
              <a:cxnLst/>
              <a:rect l="l" t="t" r="r" b="b"/>
              <a:pathLst>
                <a:path w="1175" h="1325" extrusionOk="0">
                  <a:moveTo>
                    <a:pt x="1163" y="1262"/>
                  </a:moveTo>
                  <a:cubicBezTo>
                    <a:pt x="1088" y="700"/>
                    <a:pt x="675" y="125"/>
                    <a:pt x="100" y="13"/>
                  </a:cubicBezTo>
                  <a:cubicBezTo>
                    <a:pt x="38" y="0"/>
                    <a:pt x="0" y="75"/>
                    <a:pt x="50" y="113"/>
                  </a:cubicBezTo>
                  <a:cubicBezTo>
                    <a:pt x="288" y="250"/>
                    <a:pt x="525" y="313"/>
                    <a:pt x="700" y="550"/>
                  </a:cubicBezTo>
                  <a:cubicBezTo>
                    <a:pt x="875" y="763"/>
                    <a:pt x="1013" y="1012"/>
                    <a:pt x="1100" y="1287"/>
                  </a:cubicBezTo>
                  <a:cubicBezTo>
                    <a:pt x="1113" y="1325"/>
                    <a:pt x="1175" y="1312"/>
                    <a:pt x="1163" y="12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3" name="Google Shape;4233;p52"/>
            <p:cNvSpPr/>
            <p:nvPr/>
          </p:nvSpPr>
          <p:spPr>
            <a:xfrm>
              <a:off x="757175" y="2669537"/>
              <a:ext cx="108151" cy="47898"/>
            </a:xfrm>
            <a:custGeom>
              <a:avLst/>
              <a:gdLst/>
              <a:ahLst/>
              <a:cxnLst/>
              <a:rect l="l" t="t" r="r" b="b"/>
              <a:pathLst>
                <a:path w="3475" h="1539" extrusionOk="0">
                  <a:moveTo>
                    <a:pt x="76" y="1513"/>
                  </a:moveTo>
                  <a:cubicBezTo>
                    <a:pt x="1075" y="801"/>
                    <a:pt x="2213" y="326"/>
                    <a:pt x="3412" y="101"/>
                  </a:cubicBezTo>
                  <a:cubicBezTo>
                    <a:pt x="3475" y="88"/>
                    <a:pt x="3450" y="1"/>
                    <a:pt x="3387" y="13"/>
                  </a:cubicBezTo>
                  <a:cubicBezTo>
                    <a:pt x="2175" y="226"/>
                    <a:pt x="1025" y="726"/>
                    <a:pt x="38" y="1451"/>
                  </a:cubicBezTo>
                  <a:cubicBezTo>
                    <a:pt x="1" y="1476"/>
                    <a:pt x="38" y="1538"/>
                    <a:pt x="76" y="1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4" name="Google Shape;4234;p52"/>
            <p:cNvSpPr/>
            <p:nvPr/>
          </p:nvSpPr>
          <p:spPr>
            <a:xfrm>
              <a:off x="862182" y="2656714"/>
              <a:ext cx="20261" cy="22190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88" y="525"/>
                  </a:moveTo>
                  <a:cubicBezTo>
                    <a:pt x="288" y="713"/>
                    <a:pt x="651" y="475"/>
                    <a:pt x="451" y="238"/>
                  </a:cubicBezTo>
                  <a:cubicBezTo>
                    <a:pt x="238" y="1"/>
                    <a:pt x="1" y="338"/>
                    <a:pt x="101" y="563"/>
                  </a:cubicBezTo>
                  <a:cubicBezTo>
                    <a:pt x="113" y="600"/>
                    <a:pt x="176" y="575"/>
                    <a:pt x="176" y="538"/>
                  </a:cubicBezTo>
                  <a:cubicBezTo>
                    <a:pt x="163" y="500"/>
                    <a:pt x="163" y="463"/>
                    <a:pt x="176" y="425"/>
                  </a:cubicBezTo>
                  <a:cubicBezTo>
                    <a:pt x="176" y="351"/>
                    <a:pt x="176" y="351"/>
                    <a:pt x="151" y="463"/>
                  </a:cubicBezTo>
                  <a:cubicBezTo>
                    <a:pt x="101" y="425"/>
                    <a:pt x="38" y="488"/>
                    <a:pt x="88" y="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5" name="Google Shape;4235;p52"/>
            <p:cNvSpPr/>
            <p:nvPr/>
          </p:nvSpPr>
          <p:spPr>
            <a:xfrm>
              <a:off x="742797" y="2725962"/>
              <a:ext cx="102300" cy="381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225"/>
                  </a:moveTo>
                  <a:cubicBezTo>
                    <a:pt x="1288" y="87"/>
                    <a:pt x="2287" y="425"/>
                    <a:pt x="3225" y="1200"/>
                  </a:cubicBezTo>
                  <a:cubicBezTo>
                    <a:pt x="3250" y="1225"/>
                    <a:pt x="3287" y="1187"/>
                    <a:pt x="3262" y="1150"/>
                  </a:cubicBezTo>
                  <a:cubicBezTo>
                    <a:pt x="2537" y="212"/>
                    <a:pt x="1163" y="0"/>
                    <a:pt x="63" y="137"/>
                  </a:cubicBezTo>
                  <a:cubicBezTo>
                    <a:pt x="0" y="137"/>
                    <a:pt x="0" y="237"/>
                    <a:pt x="6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6" name="Google Shape;4236;p52"/>
            <p:cNvSpPr/>
            <p:nvPr/>
          </p:nvSpPr>
          <p:spPr>
            <a:xfrm>
              <a:off x="838467" y="2759792"/>
              <a:ext cx="18705" cy="15966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475"/>
                  </a:moveTo>
                  <a:cubicBezTo>
                    <a:pt x="550" y="513"/>
                    <a:pt x="600" y="50"/>
                    <a:pt x="288" y="25"/>
                  </a:cubicBezTo>
                  <a:cubicBezTo>
                    <a:pt x="1" y="0"/>
                    <a:pt x="26" y="425"/>
                    <a:pt x="313" y="425"/>
                  </a:cubicBezTo>
                  <a:cubicBezTo>
                    <a:pt x="350" y="425"/>
                    <a:pt x="363" y="375"/>
                    <a:pt x="325" y="363"/>
                  </a:cubicBezTo>
                  <a:cubicBezTo>
                    <a:pt x="275" y="300"/>
                    <a:pt x="250" y="325"/>
                    <a:pt x="250" y="413"/>
                  </a:cubicBezTo>
                  <a:cubicBezTo>
                    <a:pt x="213" y="413"/>
                    <a:pt x="213" y="475"/>
                    <a:pt x="25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7" name="Google Shape;4237;p52"/>
            <p:cNvSpPr/>
            <p:nvPr/>
          </p:nvSpPr>
          <p:spPr>
            <a:xfrm>
              <a:off x="638941" y="2979517"/>
              <a:ext cx="75099" cy="295633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6" y="51"/>
                  </a:moveTo>
                  <a:cubicBezTo>
                    <a:pt x="1275" y="3362"/>
                    <a:pt x="2413" y="6049"/>
                    <a:pt x="388" y="9373"/>
                  </a:cubicBezTo>
                  <a:cubicBezTo>
                    <a:pt x="338" y="9448"/>
                    <a:pt x="451" y="9498"/>
                    <a:pt x="488" y="9436"/>
                  </a:cubicBezTo>
                  <a:cubicBezTo>
                    <a:pt x="1438" y="8024"/>
                    <a:pt x="1838" y="6749"/>
                    <a:pt x="1675" y="5050"/>
                  </a:cubicBezTo>
                  <a:cubicBezTo>
                    <a:pt x="1488" y="3113"/>
                    <a:pt x="776" y="1813"/>
                    <a:pt x="76" y="38"/>
                  </a:cubicBezTo>
                  <a:cubicBezTo>
                    <a:pt x="63" y="1"/>
                    <a:pt x="1" y="13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8" name="Google Shape;4238;p52"/>
            <p:cNvSpPr/>
            <p:nvPr/>
          </p:nvSpPr>
          <p:spPr>
            <a:xfrm>
              <a:off x="707410" y="2631816"/>
              <a:ext cx="61467" cy="39712"/>
            </a:xfrm>
            <a:custGeom>
              <a:avLst/>
              <a:gdLst/>
              <a:ahLst/>
              <a:cxnLst/>
              <a:rect l="l" t="t" r="r" b="b"/>
              <a:pathLst>
                <a:path w="1975" h="1276" extrusionOk="0">
                  <a:moveTo>
                    <a:pt x="13" y="63"/>
                  </a:moveTo>
                  <a:cubicBezTo>
                    <a:pt x="100" y="613"/>
                    <a:pt x="450" y="1151"/>
                    <a:pt x="1062" y="1213"/>
                  </a:cubicBezTo>
                  <a:cubicBezTo>
                    <a:pt x="1550" y="1275"/>
                    <a:pt x="1975" y="888"/>
                    <a:pt x="1975" y="401"/>
                  </a:cubicBezTo>
                  <a:cubicBezTo>
                    <a:pt x="1975" y="326"/>
                    <a:pt x="1862" y="326"/>
                    <a:pt x="1862" y="401"/>
                  </a:cubicBezTo>
                  <a:cubicBezTo>
                    <a:pt x="1850" y="976"/>
                    <a:pt x="1275" y="1263"/>
                    <a:pt x="775" y="1026"/>
                  </a:cubicBezTo>
                  <a:cubicBezTo>
                    <a:pt x="363" y="838"/>
                    <a:pt x="163" y="463"/>
                    <a:pt x="75" y="38"/>
                  </a:cubicBezTo>
                  <a:cubicBezTo>
                    <a:pt x="63" y="1"/>
                    <a:pt x="0" y="13"/>
                    <a:pt x="13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9" name="Google Shape;4239;p52"/>
            <p:cNvSpPr/>
            <p:nvPr/>
          </p:nvSpPr>
          <p:spPr>
            <a:xfrm>
              <a:off x="675883" y="2899034"/>
              <a:ext cx="39339" cy="78180"/>
            </a:xfrm>
            <a:custGeom>
              <a:avLst/>
              <a:gdLst/>
              <a:ahLst/>
              <a:cxnLst/>
              <a:rect l="l" t="t" r="r" b="b"/>
              <a:pathLst>
                <a:path w="1264" h="2512" extrusionOk="0">
                  <a:moveTo>
                    <a:pt x="726" y="2449"/>
                  </a:moveTo>
                  <a:cubicBezTo>
                    <a:pt x="713" y="1825"/>
                    <a:pt x="1263" y="1325"/>
                    <a:pt x="1038" y="687"/>
                  </a:cubicBezTo>
                  <a:cubicBezTo>
                    <a:pt x="888" y="275"/>
                    <a:pt x="488" y="0"/>
                    <a:pt x="51" y="13"/>
                  </a:cubicBezTo>
                  <a:cubicBezTo>
                    <a:pt x="13" y="13"/>
                    <a:pt x="1" y="75"/>
                    <a:pt x="38" y="88"/>
                  </a:cubicBezTo>
                  <a:cubicBezTo>
                    <a:pt x="838" y="200"/>
                    <a:pt x="1138" y="875"/>
                    <a:pt x="838" y="1575"/>
                  </a:cubicBezTo>
                  <a:cubicBezTo>
                    <a:pt x="701" y="1850"/>
                    <a:pt x="638" y="2149"/>
                    <a:pt x="651" y="2449"/>
                  </a:cubicBezTo>
                  <a:cubicBezTo>
                    <a:pt x="651" y="2499"/>
                    <a:pt x="726" y="2512"/>
                    <a:pt x="7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0" name="Google Shape;4240;p52"/>
            <p:cNvSpPr/>
            <p:nvPr/>
          </p:nvSpPr>
          <p:spPr>
            <a:xfrm>
              <a:off x="656463" y="2897478"/>
              <a:ext cx="26859" cy="381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25" y="113"/>
                  </a:moveTo>
                  <a:cubicBezTo>
                    <a:pt x="525" y="0"/>
                    <a:pt x="275" y="163"/>
                    <a:pt x="163" y="437"/>
                  </a:cubicBezTo>
                  <a:cubicBezTo>
                    <a:pt x="75" y="675"/>
                    <a:pt x="0" y="1062"/>
                    <a:pt x="250" y="1212"/>
                  </a:cubicBezTo>
                  <a:cubicBezTo>
                    <a:pt x="275" y="1225"/>
                    <a:pt x="313" y="1200"/>
                    <a:pt x="300" y="1162"/>
                  </a:cubicBezTo>
                  <a:cubicBezTo>
                    <a:pt x="50" y="837"/>
                    <a:pt x="275" y="0"/>
                    <a:pt x="800" y="175"/>
                  </a:cubicBezTo>
                  <a:cubicBezTo>
                    <a:pt x="850" y="200"/>
                    <a:pt x="862" y="125"/>
                    <a:pt x="825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1" name="Google Shape;4241;p52"/>
            <p:cNvSpPr/>
            <p:nvPr/>
          </p:nvSpPr>
          <p:spPr>
            <a:xfrm>
              <a:off x="784812" y="2598764"/>
              <a:ext cx="70026" cy="101148"/>
            </a:xfrm>
            <a:custGeom>
              <a:avLst/>
              <a:gdLst/>
              <a:ahLst/>
              <a:cxnLst/>
              <a:rect l="l" t="t" r="r" b="b"/>
              <a:pathLst>
                <a:path w="2250" h="3250" extrusionOk="0">
                  <a:moveTo>
                    <a:pt x="87" y="3212"/>
                  </a:moveTo>
                  <a:cubicBezTo>
                    <a:pt x="1037" y="2425"/>
                    <a:pt x="2249" y="1450"/>
                    <a:pt x="1962" y="51"/>
                  </a:cubicBezTo>
                  <a:cubicBezTo>
                    <a:pt x="1949" y="1"/>
                    <a:pt x="1862" y="26"/>
                    <a:pt x="1875" y="76"/>
                  </a:cubicBezTo>
                  <a:cubicBezTo>
                    <a:pt x="2062" y="1463"/>
                    <a:pt x="987" y="2350"/>
                    <a:pt x="37" y="3162"/>
                  </a:cubicBezTo>
                  <a:cubicBezTo>
                    <a:pt x="0" y="3187"/>
                    <a:pt x="62" y="3250"/>
                    <a:pt x="100" y="32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2" name="Google Shape;4242;p52"/>
            <p:cNvSpPr/>
            <p:nvPr/>
          </p:nvSpPr>
          <p:spPr>
            <a:xfrm>
              <a:off x="721011" y="2884251"/>
              <a:ext cx="19078" cy="3853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101" y="1175"/>
                  </a:moveTo>
                  <a:cubicBezTo>
                    <a:pt x="126" y="775"/>
                    <a:pt x="288" y="388"/>
                    <a:pt x="575" y="100"/>
                  </a:cubicBezTo>
                  <a:cubicBezTo>
                    <a:pt x="613" y="63"/>
                    <a:pt x="563" y="0"/>
                    <a:pt x="525" y="25"/>
                  </a:cubicBezTo>
                  <a:cubicBezTo>
                    <a:pt x="350" y="150"/>
                    <a:pt x="225" y="325"/>
                    <a:pt x="163" y="525"/>
                  </a:cubicBezTo>
                  <a:cubicBezTo>
                    <a:pt x="51" y="725"/>
                    <a:pt x="1" y="950"/>
                    <a:pt x="13" y="1175"/>
                  </a:cubicBezTo>
                  <a:cubicBezTo>
                    <a:pt x="13" y="1237"/>
                    <a:pt x="113" y="1237"/>
                    <a:pt x="11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3" name="Google Shape;4243;p52"/>
            <p:cNvSpPr/>
            <p:nvPr/>
          </p:nvSpPr>
          <p:spPr>
            <a:xfrm>
              <a:off x="720233" y="2883846"/>
              <a:ext cx="27263" cy="42825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550" y="101"/>
                  </a:moveTo>
                  <a:cubicBezTo>
                    <a:pt x="763" y="538"/>
                    <a:pt x="475" y="1050"/>
                    <a:pt x="51" y="1250"/>
                  </a:cubicBezTo>
                  <a:cubicBezTo>
                    <a:pt x="1" y="1275"/>
                    <a:pt x="38" y="1375"/>
                    <a:pt x="101" y="1350"/>
                  </a:cubicBezTo>
                  <a:cubicBezTo>
                    <a:pt x="575" y="1138"/>
                    <a:pt x="875" y="538"/>
                    <a:pt x="638" y="51"/>
                  </a:cubicBezTo>
                  <a:cubicBezTo>
                    <a:pt x="613" y="1"/>
                    <a:pt x="525" y="51"/>
                    <a:pt x="550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4" name="Google Shape;4244;p52"/>
            <p:cNvSpPr/>
            <p:nvPr/>
          </p:nvSpPr>
          <p:spPr>
            <a:xfrm>
              <a:off x="669659" y="3178265"/>
              <a:ext cx="74725" cy="16454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576" y="51"/>
                  </a:moveTo>
                  <a:cubicBezTo>
                    <a:pt x="263" y="1638"/>
                    <a:pt x="1" y="5074"/>
                    <a:pt x="2350" y="5287"/>
                  </a:cubicBezTo>
                  <a:cubicBezTo>
                    <a:pt x="2400" y="5287"/>
                    <a:pt x="2388" y="5224"/>
                    <a:pt x="2350" y="5212"/>
                  </a:cubicBezTo>
                  <a:cubicBezTo>
                    <a:pt x="63" y="4912"/>
                    <a:pt x="363" y="1600"/>
                    <a:pt x="651" y="63"/>
                  </a:cubicBezTo>
                  <a:cubicBezTo>
                    <a:pt x="663" y="13"/>
                    <a:pt x="588" y="1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5" name="Google Shape;4245;p52"/>
            <p:cNvSpPr/>
            <p:nvPr/>
          </p:nvSpPr>
          <p:spPr>
            <a:xfrm>
              <a:off x="709744" y="3258001"/>
              <a:ext cx="80918" cy="7665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13" y="1500"/>
                  </a:moveTo>
                  <a:cubicBezTo>
                    <a:pt x="350" y="2175"/>
                    <a:pt x="1175" y="2462"/>
                    <a:pt x="1825" y="2012"/>
                  </a:cubicBezTo>
                  <a:cubicBezTo>
                    <a:pt x="2400" y="1600"/>
                    <a:pt x="2599" y="538"/>
                    <a:pt x="2025" y="38"/>
                  </a:cubicBezTo>
                  <a:cubicBezTo>
                    <a:pt x="1975" y="1"/>
                    <a:pt x="1900" y="76"/>
                    <a:pt x="1950" y="113"/>
                  </a:cubicBezTo>
                  <a:cubicBezTo>
                    <a:pt x="2462" y="588"/>
                    <a:pt x="2300" y="1563"/>
                    <a:pt x="1762" y="1938"/>
                  </a:cubicBezTo>
                  <a:cubicBezTo>
                    <a:pt x="1150" y="2350"/>
                    <a:pt x="400" y="2112"/>
                    <a:pt x="75" y="1463"/>
                  </a:cubicBezTo>
                  <a:cubicBezTo>
                    <a:pt x="50" y="1425"/>
                    <a:pt x="0" y="1463"/>
                    <a:pt x="13" y="1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6" name="Google Shape;4246;p52"/>
            <p:cNvSpPr/>
            <p:nvPr/>
          </p:nvSpPr>
          <p:spPr>
            <a:xfrm>
              <a:off x="719455" y="3245552"/>
              <a:ext cx="57981" cy="44754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1850" y="700"/>
                  </a:moveTo>
                  <a:cubicBezTo>
                    <a:pt x="1663" y="226"/>
                    <a:pt x="1125" y="1"/>
                    <a:pt x="663" y="201"/>
                  </a:cubicBezTo>
                  <a:cubicBezTo>
                    <a:pt x="200" y="401"/>
                    <a:pt x="1" y="938"/>
                    <a:pt x="200" y="1400"/>
                  </a:cubicBezTo>
                  <a:cubicBezTo>
                    <a:pt x="225" y="1438"/>
                    <a:pt x="300" y="1413"/>
                    <a:pt x="288" y="1363"/>
                  </a:cubicBezTo>
                  <a:cubicBezTo>
                    <a:pt x="163" y="938"/>
                    <a:pt x="275" y="488"/>
                    <a:pt x="713" y="301"/>
                  </a:cubicBezTo>
                  <a:cubicBezTo>
                    <a:pt x="1125" y="138"/>
                    <a:pt x="1600" y="326"/>
                    <a:pt x="1788" y="738"/>
                  </a:cubicBezTo>
                  <a:cubicBezTo>
                    <a:pt x="1800" y="775"/>
                    <a:pt x="1863" y="738"/>
                    <a:pt x="1838" y="7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7" name="Google Shape;4247;p52"/>
            <p:cNvSpPr/>
            <p:nvPr/>
          </p:nvSpPr>
          <p:spPr>
            <a:xfrm>
              <a:off x="724123" y="3283273"/>
              <a:ext cx="38530" cy="21443"/>
            </a:xfrm>
            <a:custGeom>
              <a:avLst/>
              <a:gdLst/>
              <a:ahLst/>
              <a:cxnLst/>
              <a:rect l="l" t="t" r="r" b="b"/>
              <a:pathLst>
                <a:path w="1238" h="689" extrusionOk="0">
                  <a:moveTo>
                    <a:pt x="26" y="51"/>
                  </a:moveTo>
                  <a:cubicBezTo>
                    <a:pt x="1" y="388"/>
                    <a:pt x="375" y="638"/>
                    <a:pt x="688" y="626"/>
                  </a:cubicBezTo>
                  <a:cubicBezTo>
                    <a:pt x="1000" y="626"/>
                    <a:pt x="1238" y="351"/>
                    <a:pt x="1113" y="63"/>
                  </a:cubicBezTo>
                  <a:cubicBezTo>
                    <a:pt x="1100" y="13"/>
                    <a:pt x="1013" y="26"/>
                    <a:pt x="1025" y="88"/>
                  </a:cubicBezTo>
                  <a:cubicBezTo>
                    <a:pt x="1213" y="688"/>
                    <a:pt x="75" y="638"/>
                    <a:pt x="100" y="51"/>
                  </a:cubicBezTo>
                  <a:cubicBezTo>
                    <a:pt x="100" y="1"/>
                    <a:pt x="38" y="1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8" name="Google Shape;4248;p52"/>
            <p:cNvSpPr/>
            <p:nvPr/>
          </p:nvSpPr>
          <p:spPr>
            <a:xfrm>
              <a:off x="710896" y="2929752"/>
              <a:ext cx="89477" cy="68874"/>
            </a:xfrm>
            <a:custGeom>
              <a:avLst/>
              <a:gdLst/>
              <a:ahLst/>
              <a:cxnLst/>
              <a:rect l="l" t="t" r="r" b="b"/>
              <a:pathLst>
                <a:path w="2875" h="2213" extrusionOk="0">
                  <a:moveTo>
                    <a:pt x="88" y="463"/>
                  </a:moveTo>
                  <a:cubicBezTo>
                    <a:pt x="1400" y="113"/>
                    <a:pt x="2487" y="925"/>
                    <a:pt x="2812" y="2187"/>
                  </a:cubicBezTo>
                  <a:cubicBezTo>
                    <a:pt x="2812" y="2212"/>
                    <a:pt x="2875" y="2212"/>
                    <a:pt x="2862" y="2175"/>
                  </a:cubicBezTo>
                  <a:cubicBezTo>
                    <a:pt x="2762" y="788"/>
                    <a:pt x="1325" y="0"/>
                    <a:pt x="51" y="388"/>
                  </a:cubicBezTo>
                  <a:cubicBezTo>
                    <a:pt x="1" y="400"/>
                    <a:pt x="26" y="475"/>
                    <a:pt x="76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9" name="Google Shape;4249;p52"/>
            <p:cNvSpPr/>
            <p:nvPr/>
          </p:nvSpPr>
          <p:spPr>
            <a:xfrm>
              <a:off x="701964" y="2433473"/>
              <a:ext cx="130310" cy="138869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188" y="1800"/>
                  </a:moveTo>
                  <a:cubicBezTo>
                    <a:pt x="0" y="3250"/>
                    <a:pt x="1450" y="4424"/>
                    <a:pt x="2799" y="3712"/>
                  </a:cubicBezTo>
                  <a:cubicBezTo>
                    <a:pt x="4187" y="2975"/>
                    <a:pt x="3962" y="1038"/>
                    <a:pt x="3024" y="25"/>
                  </a:cubicBezTo>
                  <a:cubicBezTo>
                    <a:pt x="2999" y="0"/>
                    <a:pt x="2949" y="38"/>
                    <a:pt x="2974" y="75"/>
                  </a:cubicBezTo>
                  <a:cubicBezTo>
                    <a:pt x="3624" y="975"/>
                    <a:pt x="4074" y="2450"/>
                    <a:pt x="3124" y="3325"/>
                  </a:cubicBezTo>
                  <a:cubicBezTo>
                    <a:pt x="1912" y="4462"/>
                    <a:pt x="100" y="3375"/>
                    <a:pt x="288" y="1800"/>
                  </a:cubicBezTo>
                  <a:cubicBezTo>
                    <a:pt x="300" y="1738"/>
                    <a:pt x="188" y="1738"/>
                    <a:pt x="175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0" name="Google Shape;4250;p52"/>
            <p:cNvSpPr/>
            <p:nvPr/>
          </p:nvSpPr>
          <p:spPr>
            <a:xfrm>
              <a:off x="618338" y="2111822"/>
              <a:ext cx="182814" cy="327907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5836" y="10448"/>
                  </a:moveTo>
                  <a:cubicBezTo>
                    <a:pt x="4162" y="9236"/>
                    <a:pt x="2050" y="8124"/>
                    <a:pt x="1125" y="6224"/>
                  </a:cubicBezTo>
                  <a:cubicBezTo>
                    <a:pt x="275" y="4462"/>
                    <a:pt x="100" y="1688"/>
                    <a:pt x="1300" y="63"/>
                  </a:cubicBezTo>
                  <a:cubicBezTo>
                    <a:pt x="1325" y="38"/>
                    <a:pt x="1275" y="1"/>
                    <a:pt x="1250" y="26"/>
                  </a:cubicBezTo>
                  <a:cubicBezTo>
                    <a:pt x="0" y="1463"/>
                    <a:pt x="138" y="3950"/>
                    <a:pt x="725" y="5674"/>
                  </a:cubicBezTo>
                  <a:cubicBezTo>
                    <a:pt x="1513" y="7986"/>
                    <a:pt x="3912" y="9186"/>
                    <a:pt x="5799" y="10510"/>
                  </a:cubicBezTo>
                  <a:cubicBezTo>
                    <a:pt x="5836" y="10535"/>
                    <a:pt x="5874" y="10473"/>
                    <a:pt x="5836" y="10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1" name="Google Shape;4251;p52"/>
            <p:cNvSpPr/>
            <p:nvPr/>
          </p:nvSpPr>
          <p:spPr>
            <a:xfrm>
              <a:off x="667324" y="2070616"/>
              <a:ext cx="105443" cy="125642"/>
            </a:xfrm>
            <a:custGeom>
              <a:avLst/>
              <a:gdLst/>
              <a:ahLst/>
              <a:cxnLst/>
              <a:rect l="l" t="t" r="r" b="b"/>
              <a:pathLst>
                <a:path w="3388" h="4037" extrusionOk="0">
                  <a:moveTo>
                    <a:pt x="88" y="1150"/>
                  </a:moveTo>
                  <a:cubicBezTo>
                    <a:pt x="1026" y="625"/>
                    <a:pt x="2413" y="500"/>
                    <a:pt x="2950" y="1662"/>
                  </a:cubicBezTo>
                  <a:cubicBezTo>
                    <a:pt x="3075" y="1937"/>
                    <a:pt x="3113" y="2249"/>
                    <a:pt x="3075" y="2549"/>
                  </a:cubicBezTo>
                  <a:cubicBezTo>
                    <a:pt x="3063" y="2624"/>
                    <a:pt x="3075" y="2712"/>
                    <a:pt x="3075" y="2774"/>
                  </a:cubicBezTo>
                  <a:cubicBezTo>
                    <a:pt x="2938" y="3549"/>
                    <a:pt x="2738" y="3524"/>
                    <a:pt x="2213" y="3587"/>
                  </a:cubicBezTo>
                  <a:cubicBezTo>
                    <a:pt x="1313" y="3699"/>
                    <a:pt x="976" y="3087"/>
                    <a:pt x="1113" y="2312"/>
                  </a:cubicBezTo>
                  <a:cubicBezTo>
                    <a:pt x="1226" y="1737"/>
                    <a:pt x="1526" y="1425"/>
                    <a:pt x="1938" y="1037"/>
                  </a:cubicBezTo>
                  <a:cubicBezTo>
                    <a:pt x="2250" y="737"/>
                    <a:pt x="2575" y="487"/>
                    <a:pt x="2588" y="25"/>
                  </a:cubicBezTo>
                  <a:cubicBezTo>
                    <a:pt x="2588" y="0"/>
                    <a:pt x="2550" y="0"/>
                    <a:pt x="2538" y="25"/>
                  </a:cubicBezTo>
                  <a:cubicBezTo>
                    <a:pt x="2438" y="750"/>
                    <a:pt x="1538" y="1137"/>
                    <a:pt x="1163" y="1725"/>
                  </a:cubicBezTo>
                  <a:cubicBezTo>
                    <a:pt x="863" y="2149"/>
                    <a:pt x="813" y="2712"/>
                    <a:pt x="1026" y="3187"/>
                  </a:cubicBezTo>
                  <a:cubicBezTo>
                    <a:pt x="1363" y="3912"/>
                    <a:pt x="2500" y="4036"/>
                    <a:pt x="2988" y="3387"/>
                  </a:cubicBezTo>
                  <a:cubicBezTo>
                    <a:pt x="3388" y="2874"/>
                    <a:pt x="3263" y="1800"/>
                    <a:pt x="2900" y="1312"/>
                  </a:cubicBezTo>
                  <a:cubicBezTo>
                    <a:pt x="2200" y="387"/>
                    <a:pt x="938" y="575"/>
                    <a:pt x="51" y="1087"/>
                  </a:cubicBezTo>
                  <a:cubicBezTo>
                    <a:pt x="1" y="1112"/>
                    <a:pt x="51" y="1187"/>
                    <a:pt x="88" y="1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2" name="Google Shape;4252;p52"/>
            <p:cNvSpPr/>
            <p:nvPr/>
          </p:nvSpPr>
          <p:spPr>
            <a:xfrm>
              <a:off x="735389" y="1993214"/>
              <a:ext cx="17148" cy="68874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76" y="2162"/>
                  </a:moveTo>
                  <a:cubicBezTo>
                    <a:pt x="551" y="1475"/>
                    <a:pt x="488" y="625"/>
                    <a:pt x="76" y="25"/>
                  </a:cubicBezTo>
                  <a:cubicBezTo>
                    <a:pt x="51" y="0"/>
                    <a:pt x="1" y="13"/>
                    <a:pt x="13" y="50"/>
                  </a:cubicBezTo>
                  <a:cubicBezTo>
                    <a:pt x="251" y="775"/>
                    <a:pt x="476" y="1387"/>
                    <a:pt x="401" y="2162"/>
                  </a:cubicBezTo>
                  <a:cubicBezTo>
                    <a:pt x="401" y="2212"/>
                    <a:pt x="476" y="2212"/>
                    <a:pt x="476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3" name="Google Shape;4253;p52"/>
            <p:cNvSpPr/>
            <p:nvPr/>
          </p:nvSpPr>
          <p:spPr>
            <a:xfrm>
              <a:off x="697295" y="2299304"/>
              <a:ext cx="120600" cy="101522"/>
            </a:xfrm>
            <a:custGeom>
              <a:avLst/>
              <a:gdLst/>
              <a:ahLst/>
              <a:cxnLst/>
              <a:rect l="l" t="t" r="r" b="b"/>
              <a:pathLst>
                <a:path w="3875" h="3262" extrusionOk="0">
                  <a:moveTo>
                    <a:pt x="38" y="2237"/>
                  </a:moveTo>
                  <a:cubicBezTo>
                    <a:pt x="688" y="2787"/>
                    <a:pt x="1500" y="3262"/>
                    <a:pt x="2375" y="3074"/>
                  </a:cubicBezTo>
                  <a:cubicBezTo>
                    <a:pt x="3212" y="2887"/>
                    <a:pt x="3812" y="2087"/>
                    <a:pt x="3849" y="1250"/>
                  </a:cubicBezTo>
                  <a:cubicBezTo>
                    <a:pt x="3874" y="675"/>
                    <a:pt x="3487" y="0"/>
                    <a:pt x="2824" y="75"/>
                  </a:cubicBezTo>
                  <a:cubicBezTo>
                    <a:pt x="2475" y="113"/>
                    <a:pt x="2062" y="463"/>
                    <a:pt x="2437" y="750"/>
                  </a:cubicBezTo>
                  <a:cubicBezTo>
                    <a:pt x="2475" y="775"/>
                    <a:pt x="2512" y="712"/>
                    <a:pt x="2475" y="675"/>
                  </a:cubicBezTo>
                  <a:cubicBezTo>
                    <a:pt x="3299" y="250"/>
                    <a:pt x="3724" y="400"/>
                    <a:pt x="3749" y="1137"/>
                  </a:cubicBezTo>
                  <a:cubicBezTo>
                    <a:pt x="3737" y="1450"/>
                    <a:pt x="3662" y="1762"/>
                    <a:pt x="3499" y="2037"/>
                  </a:cubicBezTo>
                  <a:cubicBezTo>
                    <a:pt x="3299" y="2474"/>
                    <a:pt x="2912" y="2799"/>
                    <a:pt x="2450" y="2937"/>
                  </a:cubicBezTo>
                  <a:cubicBezTo>
                    <a:pt x="1562" y="3174"/>
                    <a:pt x="750" y="2712"/>
                    <a:pt x="75" y="2187"/>
                  </a:cubicBezTo>
                  <a:cubicBezTo>
                    <a:pt x="50" y="2162"/>
                    <a:pt x="0" y="2212"/>
                    <a:pt x="38" y="22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4" name="Google Shape;4254;p52"/>
            <p:cNvSpPr/>
            <p:nvPr/>
          </p:nvSpPr>
          <p:spPr>
            <a:xfrm>
              <a:off x="733055" y="2389901"/>
              <a:ext cx="137717" cy="28446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38" y="88"/>
                  </a:moveTo>
                  <a:cubicBezTo>
                    <a:pt x="551" y="538"/>
                    <a:pt x="1238" y="663"/>
                    <a:pt x="1913" y="738"/>
                  </a:cubicBezTo>
                  <a:cubicBezTo>
                    <a:pt x="2725" y="826"/>
                    <a:pt x="3712" y="913"/>
                    <a:pt x="4400" y="388"/>
                  </a:cubicBezTo>
                  <a:cubicBezTo>
                    <a:pt x="4425" y="363"/>
                    <a:pt x="4400" y="313"/>
                    <a:pt x="4362" y="326"/>
                  </a:cubicBezTo>
                  <a:cubicBezTo>
                    <a:pt x="3238" y="913"/>
                    <a:pt x="1101" y="876"/>
                    <a:pt x="101" y="26"/>
                  </a:cubicBezTo>
                  <a:cubicBezTo>
                    <a:pt x="63" y="1"/>
                    <a:pt x="1" y="51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5" name="Google Shape;4255;p52"/>
            <p:cNvSpPr/>
            <p:nvPr/>
          </p:nvSpPr>
          <p:spPr>
            <a:xfrm>
              <a:off x="869590" y="2390306"/>
              <a:ext cx="15188" cy="14814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350"/>
                  </a:moveTo>
                  <a:cubicBezTo>
                    <a:pt x="0" y="263"/>
                    <a:pt x="25" y="150"/>
                    <a:pt x="88" y="88"/>
                  </a:cubicBezTo>
                  <a:cubicBezTo>
                    <a:pt x="163" y="25"/>
                    <a:pt x="250" y="0"/>
                    <a:pt x="338" y="13"/>
                  </a:cubicBezTo>
                  <a:cubicBezTo>
                    <a:pt x="375" y="13"/>
                    <a:pt x="400" y="25"/>
                    <a:pt x="425" y="50"/>
                  </a:cubicBezTo>
                  <a:cubicBezTo>
                    <a:pt x="450" y="88"/>
                    <a:pt x="463" y="125"/>
                    <a:pt x="463" y="163"/>
                  </a:cubicBezTo>
                  <a:cubicBezTo>
                    <a:pt x="488" y="288"/>
                    <a:pt x="425" y="413"/>
                    <a:pt x="300" y="463"/>
                  </a:cubicBezTo>
                  <a:cubicBezTo>
                    <a:pt x="175" y="475"/>
                    <a:pt x="50" y="375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6" name="Google Shape;4256;p52"/>
            <p:cNvSpPr/>
            <p:nvPr/>
          </p:nvSpPr>
          <p:spPr>
            <a:xfrm>
              <a:off x="866073" y="2382525"/>
              <a:ext cx="21443" cy="27637"/>
            </a:xfrm>
            <a:custGeom>
              <a:avLst/>
              <a:gdLst/>
              <a:ahLst/>
              <a:cxnLst/>
              <a:rect l="l" t="t" r="r" b="b"/>
              <a:pathLst>
                <a:path w="689" h="888" extrusionOk="0">
                  <a:moveTo>
                    <a:pt x="213" y="588"/>
                  </a:moveTo>
                  <a:cubicBezTo>
                    <a:pt x="251" y="300"/>
                    <a:pt x="313" y="250"/>
                    <a:pt x="426" y="425"/>
                  </a:cubicBezTo>
                  <a:cubicBezTo>
                    <a:pt x="601" y="575"/>
                    <a:pt x="526" y="588"/>
                    <a:pt x="201" y="475"/>
                  </a:cubicBezTo>
                  <a:cubicBezTo>
                    <a:pt x="201" y="438"/>
                    <a:pt x="126" y="450"/>
                    <a:pt x="126" y="488"/>
                  </a:cubicBezTo>
                  <a:cubicBezTo>
                    <a:pt x="126" y="888"/>
                    <a:pt x="688" y="800"/>
                    <a:pt x="626" y="400"/>
                  </a:cubicBezTo>
                  <a:cubicBezTo>
                    <a:pt x="576" y="0"/>
                    <a:pt x="1" y="238"/>
                    <a:pt x="101" y="613"/>
                  </a:cubicBezTo>
                  <a:cubicBezTo>
                    <a:pt x="113" y="700"/>
                    <a:pt x="238" y="663"/>
                    <a:pt x="213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7" name="Google Shape;4257;p52"/>
            <p:cNvSpPr/>
            <p:nvPr/>
          </p:nvSpPr>
          <p:spPr>
            <a:xfrm>
              <a:off x="660726" y="2105597"/>
              <a:ext cx="3921" cy="3921"/>
            </a:xfrm>
            <a:custGeom>
              <a:avLst/>
              <a:gdLst/>
              <a:ahLst/>
              <a:cxnLst/>
              <a:rect l="l" t="t" r="r" b="b"/>
              <a:pathLst>
                <a:path w="126" h="126" extrusionOk="0">
                  <a:moveTo>
                    <a:pt x="63" y="88"/>
                  </a:moveTo>
                  <a:lnTo>
                    <a:pt x="88" y="88"/>
                  </a:lnTo>
                  <a:cubicBezTo>
                    <a:pt x="126" y="88"/>
                    <a:pt x="126" y="38"/>
                    <a:pt x="88" y="26"/>
                  </a:cubicBezTo>
                  <a:lnTo>
                    <a:pt x="63" y="26"/>
                  </a:lnTo>
                  <a:cubicBezTo>
                    <a:pt x="1" y="1"/>
                    <a:pt x="1" y="126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8" name="Google Shape;4258;p52"/>
            <p:cNvSpPr/>
            <p:nvPr/>
          </p:nvSpPr>
          <p:spPr>
            <a:xfrm>
              <a:off x="714786" y="1944196"/>
              <a:ext cx="21817" cy="52535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8" y="1550"/>
                  </a:moveTo>
                  <a:cubicBezTo>
                    <a:pt x="388" y="1463"/>
                    <a:pt x="276" y="1025"/>
                    <a:pt x="226" y="800"/>
                  </a:cubicBezTo>
                  <a:cubicBezTo>
                    <a:pt x="188" y="563"/>
                    <a:pt x="201" y="313"/>
                    <a:pt x="238" y="63"/>
                  </a:cubicBezTo>
                  <a:cubicBezTo>
                    <a:pt x="238" y="13"/>
                    <a:pt x="163" y="1"/>
                    <a:pt x="138" y="51"/>
                  </a:cubicBezTo>
                  <a:cubicBezTo>
                    <a:pt x="1" y="513"/>
                    <a:pt x="76" y="1463"/>
                    <a:pt x="613" y="1663"/>
                  </a:cubicBezTo>
                  <a:cubicBezTo>
                    <a:pt x="675" y="1688"/>
                    <a:pt x="700" y="1575"/>
                    <a:pt x="638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9" name="Google Shape;4259;p52"/>
            <p:cNvSpPr/>
            <p:nvPr/>
          </p:nvSpPr>
          <p:spPr>
            <a:xfrm>
              <a:off x="717899" y="1943822"/>
              <a:ext cx="24525" cy="52535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38" y="113"/>
                  </a:moveTo>
                  <a:cubicBezTo>
                    <a:pt x="413" y="513"/>
                    <a:pt x="600" y="1062"/>
                    <a:pt x="550" y="1600"/>
                  </a:cubicBezTo>
                  <a:cubicBezTo>
                    <a:pt x="550" y="1662"/>
                    <a:pt x="625" y="1687"/>
                    <a:pt x="638" y="1625"/>
                  </a:cubicBezTo>
                  <a:cubicBezTo>
                    <a:pt x="788" y="1125"/>
                    <a:pt x="475" y="400"/>
                    <a:pt x="113" y="50"/>
                  </a:cubicBezTo>
                  <a:cubicBezTo>
                    <a:pt x="63" y="0"/>
                    <a:pt x="1" y="63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0" name="Google Shape;4260;p52"/>
            <p:cNvSpPr/>
            <p:nvPr/>
          </p:nvSpPr>
          <p:spPr>
            <a:xfrm>
              <a:off x="747465" y="2030156"/>
              <a:ext cx="37347" cy="41268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100" y="1275"/>
                  </a:moveTo>
                  <a:cubicBezTo>
                    <a:pt x="88" y="963"/>
                    <a:pt x="250" y="713"/>
                    <a:pt x="450" y="463"/>
                  </a:cubicBezTo>
                  <a:cubicBezTo>
                    <a:pt x="613" y="238"/>
                    <a:pt x="875" y="100"/>
                    <a:pt x="1163" y="75"/>
                  </a:cubicBezTo>
                  <a:cubicBezTo>
                    <a:pt x="1200" y="75"/>
                    <a:pt x="1200" y="0"/>
                    <a:pt x="1150" y="0"/>
                  </a:cubicBezTo>
                  <a:cubicBezTo>
                    <a:pt x="850" y="13"/>
                    <a:pt x="563" y="163"/>
                    <a:pt x="388" y="413"/>
                  </a:cubicBezTo>
                  <a:cubicBezTo>
                    <a:pt x="188" y="663"/>
                    <a:pt x="0" y="938"/>
                    <a:pt x="25" y="1275"/>
                  </a:cubicBezTo>
                  <a:cubicBezTo>
                    <a:pt x="25" y="1325"/>
                    <a:pt x="100" y="1325"/>
                    <a:pt x="100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1" name="Google Shape;4261;p52"/>
            <p:cNvSpPr/>
            <p:nvPr/>
          </p:nvSpPr>
          <p:spPr>
            <a:xfrm>
              <a:off x="748243" y="2029752"/>
              <a:ext cx="36195" cy="41673"/>
            </a:xfrm>
            <a:custGeom>
              <a:avLst/>
              <a:gdLst/>
              <a:ahLst/>
              <a:cxnLst/>
              <a:rect l="l" t="t" r="r" b="b"/>
              <a:pathLst>
                <a:path w="1163" h="1339" extrusionOk="0">
                  <a:moveTo>
                    <a:pt x="1100" y="51"/>
                  </a:moveTo>
                  <a:cubicBezTo>
                    <a:pt x="1013" y="313"/>
                    <a:pt x="875" y="563"/>
                    <a:pt x="700" y="788"/>
                  </a:cubicBezTo>
                  <a:cubicBezTo>
                    <a:pt x="525" y="1013"/>
                    <a:pt x="288" y="1076"/>
                    <a:pt x="50" y="1213"/>
                  </a:cubicBezTo>
                  <a:cubicBezTo>
                    <a:pt x="0" y="1251"/>
                    <a:pt x="38" y="1338"/>
                    <a:pt x="100" y="1313"/>
                  </a:cubicBezTo>
                  <a:cubicBezTo>
                    <a:pt x="675" y="1201"/>
                    <a:pt x="1088" y="626"/>
                    <a:pt x="1163" y="63"/>
                  </a:cubicBezTo>
                  <a:cubicBezTo>
                    <a:pt x="1163" y="26"/>
                    <a:pt x="1113" y="1"/>
                    <a:pt x="110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2" name="Google Shape;4262;p52"/>
            <p:cNvSpPr/>
            <p:nvPr/>
          </p:nvSpPr>
          <p:spPr>
            <a:xfrm>
              <a:off x="757175" y="2407019"/>
              <a:ext cx="108151" cy="47866"/>
            </a:xfrm>
            <a:custGeom>
              <a:avLst/>
              <a:gdLst/>
              <a:ahLst/>
              <a:cxnLst/>
              <a:rect l="l" t="t" r="r" b="b"/>
              <a:pathLst>
                <a:path w="3475" h="1538" extrusionOk="0">
                  <a:moveTo>
                    <a:pt x="38" y="88"/>
                  </a:moveTo>
                  <a:cubicBezTo>
                    <a:pt x="1025" y="813"/>
                    <a:pt x="2175" y="1313"/>
                    <a:pt x="3387" y="1525"/>
                  </a:cubicBezTo>
                  <a:cubicBezTo>
                    <a:pt x="3450" y="1538"/>
                    <a:pt x="3475" y="1450"/>
                    <a:pt x="3412" y="1438"/>
                  </a:cubicBezTo>
                  <a:cubicBezTo>
                    <a:pt x="2213" y="1213"/>
                    <a:pt x="1075" y="738"/>
                    <a:pt x="76" y="26"/>
                  </a:cubicBezTo>
                  <a:cubicBezTo>
                    <a:pt x="38" y="1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3" name="Google Shape;4263;p52"/>
            <p:cNvSpPr/>
            <p:nvPr/>
          </p:nvSpPr>
          <p:spPr>
            <a:xfrm>
              <a:off x="862182" y="2445517"/>
              <a:ext cx="20665" cy="22221"/>
            </a:xfrm>
            <a:custGeom>
              <a:avLst/>
              <a:gdLst/>
              <a:ahLst/>
              <a:cxnLst/>
              <a:rect l="l" t="t" r="r" b="b"/>
              <a:pathLst>
                <a:path w="664" h="714" extrusionOk="0">
                  <a:moveTo>
                    <a:pt x="151" y="251"/>
                  </a:moveTo>
                  <a:cubicBezTo>
                    <a:pt x="176" y="351"/>
                    <a:pt x="188" y="363"/>
                    <a:pt x="176" y="288"/>
                  </a:cubicBezTo>
                  <a:cubicBezTo>
                    <a:pt x="163" y="251"/>
                    <a:pt x="163" y="213"/>
                    <a:pt x="176" y="176"/>
                  </a:cubicBezTo>
                  <a:cubicBezTo>
                    <a:pt x="176" y="138"/>
                    <a:pt x="113" y="113"/>
                    <a:pt x="101" y="151"/>
                  </a:cubicBezTo>
                  <a:cubicBezTo>
                    <a:pt x="1" y="376"/>
                    <a:pt x="238" y="713"/>
                    <a:pt x="451" y="463"/>
                  </a:cubicBezTo>
                  <a:cubicBezTo>
                    <a:pt x="663" y="213"/>
                    <a:pt x="288" y="1"/>
                    <a:pt x="88" y="176"/>
                  </a:cubicBezTo>
                  <a:cubicBezTo>
                    <a:pt x="38" y="213"/>
                    <a:pt x="101" y="276"/>
                    <a:pt x="151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4" name="Google Shape;4264;p52"/>
            <p:cNvSpPr/>
            <p:nvPr/>
          </p:nvSpPr>
          <p:spPr>
            <a:xfrm>
              <a:off x="742797" y="2360366"/>
              <a:ext cx="102300" cy="381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1087"/>
                  </a:moveTo>
                  <a:cubicBezTo>
                    <a:pt x="1163" y="1225"/>
                    <a:pt x="2537" y="1000"/>
                    <a:pt x="3262" y="75"/>
                  </a:cubicBezTo>
                  <a:cubicBezTo>
                    <a:pt x="3287" y="38"/>
                    <a:pt x="3250" y="0"/>
                    <a:pt x="3225" y="25"/>
                  </a:cubicBezTo>
                  <a:cubicBezTo>
                    <a:pt x="2287" y="812"/>
                    <a:pt x="1288" y="1137"/>
                    <a:pt x="63" y="1000"/>
                  </a:cubicBezTo>
                  <a:cubicBezTo>
                    <a:pt x="0" y="987"/>
                    <a:pt x="0" y="1087"/>
                    <a:pt x="63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5" name="Google Shape;4265;p52"/>
            <p:cNvSpPr/>
            <p:nvPr/>
          </p:nvSpPr>
          <p:spPr>
            <a:xfrm>
              <a:off x="838467" y="2348695"/>
              <a:ext cx="18705" cy="15966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100"/>
                  </a:moveTo>
                  <a:cubicBezTo>
                    <a:pt x="250" y="188"/>
                    <a:pt x="275" y="213"/>
                    <a:pt x="325" y="150"/>
                  </a:cubicBezTo>
                  <a:cubicBezTo>
                    <a:pt x="363" y="138"/>
                    <a:pt x="350" y="88"/>
                    <a:pt x="313" y="88"/>
                  </a:cubicBezTo>
                  <a:cubicBezTo>
                    <a:pt x="26" y="88"/>
                    <a:pt x="1" y="513"/>
                    <a:pt x="288" y="488"/>
                  </a:cubicBezTo>
                  <a:cubicBezTo>
                    <a:pt x="600" y="450"/>
                    <a:pt x="550" y="0"/>
                    <a:pt x="250" y="25"/>
                  </a:cubicBezTo>
                  <a:cubicBezTo>
                    <a:pt x="213" y="25"/>
                    <a:pt x="213" y="100"/>
                    <a:pt x="2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6" name="Google Shape;4266;p52"/>
            <p:cNvSpPr/>
            <p:nvPr/>
          </p:nvSpPr>
          <p:spPr>
            <a:xfrm>
              <a:off x="638941" y="1849303"/>
              <a:ext cx="75099" cy="295602"/>
            </a:xfrm>
            <a:custGeom>
              <a:avLst/>
              <a:gdLst/>
              <a:ahLst/>
              <a:cxnLst/>
              <a:rect l="l" t="t" r="r" b="b"/>
              <a:pathLst>
                <a:path w="2413" h="9498" extrusionOk="0">
                  <a:moveTo>
                    <a:pt x="76" y="9473"/>
                  </a:moveTo>
                  <a:cubicBezTo>
                    <a:pt x="776" y="7698"/>
                    <a:pt x="1488" y="6374"/>
                    <a:pt x="1675" y="4462"/>
                  </a:cubicBezTo>
                  <a:cubicBezTo>
                    <a:pt x="1838" y="2737"/>
                    <a:pt x="1438" y="1488"/>
                    <a:pt x="488" y="63"/>
                  </a:cubicBezTo>
                  <a:cubicBezTo>
                    <a:pt x="451" y="0"/>
                    <a:pt x="338" y="63"/>
                    <a:pt x="388" y="125"/>
                  </a:cubicBezTo>
                  <a:cubicBezTo>
                    <a:pt x="2413" y="3450"/>
                    <a:pt x="1275" y="6124"/>
                    <a:pt x="26" y="9448"/>
                  </a:cubicBezTo>
                  <a:cubicBezTo>
                    <a:pt x="1" y="9485"/>
                    <a:pt x="63" y="9498"/>
                    <a:pt x="76" y="9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7" name="Google Shape;4267;p52"/>
            <p:cNvSpPr/>
            <p:nvPr/>
          </p:nvSpPr>
          <p:spPr>
            <a:xfrm>
              <a:off x="707410" y="2452924"/>
              <a:ext cx="61467" cy="39681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75" y="1238"/>
                  </a:moveTo>
                  <a:cubicBezTo>
                    <a:pt x="163" y="813"/>
                    <a:pt x="363" y="425"/>
                    <a:pt x="775" y="238"/>
                  </a:cubicBezTo>
                  <a:cubicBezTo>
                    <a:pt x="1262" y="25"/>
                    <a:pt x="1850" y="288"/>
                    <a:pt x="1862" y="863"/>
                  </a:cubicBezTo>
                  <a:cubicBezTo>
                    <a:pt x="1862" y="938"/>
                    <a:pt x="1975" y="938"/>
                    <a:pt x="1975" y="863"/>
                  </a:cubicBezTo>
                  <a:cubicBezTo>
                    <a:pt x="1975" y="375"/>
                    <a:pt x="1550" y="0"/>
                    <a:pt x="1062" y="50"/>
                  </a:cubicBezTo>
                  <a:cubicBezTo>
                    <a:pt x="450" y="113"/>
                    <a:pt x="100" y="663"/>
                    <a:pt x="13" y="1213"/>
                  </a:cubicBezTo>
                  <a:cubicBezTo>
                    <a:pt x="0" y="1250"/>
                    <a:pt x="63" y="1275"/>
                    <a:pt x="75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8" name="Google Shape;4268;p52"/>
            <p:cNvSpPr/>
            <p:nvPr/>
          </p:nvSpPr>
          <p:spPr>
            <a:xfrm>
              <a:off x="675883" y="2147613"/>
              <a:ext cx="39339" cy="77806"/>
            </a:xfrm>
            <a:custGeom>
              <a:avLst/>
              <a:gdLst/>
              <a:ahLst/>
              <a:cxnLst/>
              <a:rect l="l" t="t" r="r" b="b"/>
              <a:pathLst>
                <a:path w="1264" h="2500" extrusionOk="0">
                  <a:moveTo>
                    <a:pt x="651" y="50"/>
                  </a:moveTo>
                  <a:cubicBezTo>
                    <a:pt x="638" y="350"/>
                    <a:pt x="701" y="650"/>
                    <a:pt x="838" y="925"/>
                  </a:cubicBezTo>
                  <a:cubicBezTo>
                    <a:pt x="1138" y="1625"/>
                    <a:pt x="838" y="2312"/>
                    <a:pt x="38" y="2412"/>
                  </a:cubicBezTo>
                  <a:cubicBezTo>
                    <a:pt x="1" y="2412"/>
                    <a:pt x="13" y="2487"/>
                    <a:pt x="51" y="2487"/>
                  </a:cubicBezTo>
                  <a:cubicBezTo>
                    <a:pt x="488" y="2500"/>
                    <a:pt x="888" y="2225"/>
                    <a:pt x="1038" y="1812"/>
                  </a:cubicBezTo>
                  <a:cubicBezTo>
                    <a:pt x="1263" y="1175"/>
                    <a:pt x="713" y="675"/>
                    <a:pt x="726" y="50"/>
                  </a:cubicBezTo>
                  <a:cubicBezTo>
                    <a:pt x="726" y="0"/>
                    <a:pt x="651" y="0"/>
                    <a:pt x="651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9" name="Google Shape;4269;p52"/>
            <p:cNvSpPr/>
            <p:nvPr/>
          </p:nvSpPr>
          <p:spPr>
            <a:xfrm>
              <a:off x="656463" y="2188850"/>
              <a:ext cx="26859" cy="381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00" y="1050"/>
                  </a:moveTo>
                  <a:cubicBezTo>
                    <a:pt x="288" y="1225"/>
                    <a:pt x="38" y="387"/>
                    <a:pt x="300" y="63"/>
                  </a:cubicBezTo>
                  <a:cubicBezTo>
                    <a:pt x="313" y="25"/>
                    <a:pt x="275" y="0"/>
                    <a:pt x="250" y="13"/>
                  </a:cubicBezTo>
                  <a:cubicBezTo>
                    <a:pt x="0" y="163"/>
                    <a:pt x="75" y="550"/>
                    <a:pt x="163" y="775"/>
                  </a:cubicBezTo>
                  <a:cubicBezTo>
                    <a:pt x="275" y="1062"/>
                    <a:pt x="525" y="1225"/>
                    <a:pt x="825" y="1112"/>
                  </a:cubicBezTo>
                  <a:cubicBezTo>
                    <a:pt x="862" y="1100"/>
                    <a:pt x="850" y="1025"/>
                    <a:pt x="800" y="1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0" name="Google Shape;4270;p52"/>
            <p:cNvSpPr/>
            <p:nvPr/>
          </p:nvSpPr>
          <p:spPr>
            <a:xfrm>
              <a:off x="784407" y="2424541"/>
              <a:ext cx="70430" cy="101148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50" y="88"/>
                  </a:moveTo>
                  <a:cubicBezTo>
                    <a:pt x="988" y="900"/>
                    <a:pt x="2062" y="1787"/>
                    <a:pt x="1875" y="3174"/>
                  </a:cubicBezTo>
                  <a:cubicBezTo>
                    <a:pt x="1875" y="3224"/>
                    <a:pt x="1950" y="3249"/>
                    <a:pt x="1962" y="3199"/>
                  </a:cubicBezTo>
                  <a:cubicBezTo>
                    <a:pt x="2262" y="1800"/>
                    <a:pt x="1050" y="825"/>
                    <a:pt x="88" y="38"/>
                  </a:cubicBezTo>
                  <a:cubicBezTo>
                    <a:pt x="50" y="0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1" name="Google Shape;4271;p52"/>
            <p:cNvSpPr/>
            <p:nvPr/>
          </p:nvSpPr>
          <p:spPr>
            <a:xfrm>
              <a:off x="720637" y="2201672"/>
              <a:ext cx="19078" cy="3853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25" y="63"/>
                  </a:moveTo>
                  <a:cubicBezTo>
                    <a:pt x="0" y="288"/>
                    <a:pt x="50" y="513"/>
                    <a:pt x="162" y="713"/>
                  </a:cubicBezTo>
                  <a:cubicBezTo>
                    <a:pt x="237" y="900"/>
                    <a:pt x="362" y="1075"/>
                    <a:pt x="525" y="1213"/>
                  </a:cubicBezTo>
                  <a:cubicBezTo>
                    <a:pt x="575" y="1238"/>
                    <a:pt x="612" y="1175"/>
                    <a:pt x="587" y="1138"/>
                  </a:cubicBezTo>
                  <a:cubicBezTo>
                    <a:pt x="300" y="850"/>
                    <a:pt x="125" y="463"/>
                    <a:pt x="113" y="63"/>
                  </a:cubicBezTo>
                  <a:cubicBezTo>
                    <a:pt x="113" y="0"/>
                    <a:pt x="25" y="0"/>
                    <a:pt x="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2" name="Google Shape;4272;p52"/>
            <p:cNvSpPr/>
            <p:nvPr/>
          </p:nvSpPr>
          <p:spPr>
            <a:xfrm>
              <a:off x="720233" y="2197782"/>
              <a:ext cx="27263" cy="42825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638" y="1325"/>
                  </a:moveTo>
                  <a:cubicBezTo>
                    <a:pt x="875" y="838"/>
                    <a:pt x="575" y="225"/>
                    <a:pt x="101" y="25"/>
                  </a:cubicBezTo>
                  <a:cubicBezTo>
                    <a:pt x="38" y="0"/>
                    <a:pt x="1" y="100"/>
                    <a:pt x="51" y="125"/>
                  </a:cubicBezTo>
                  <a:cubicBezTo>
                    <a:pt x="475" y="313"/>
                    <a:pt x="763" y="825"/>
                    <a:pt x="550" y="1275"/>
                  </a:cubicBezTo>
                  <a:cubicBezTo>
                    <a:pt x="525" y="1325"/>
                    <a:pt x="613" y="1375"/>
                    <a:pt x="638" y="1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3" name="Google Shape;4273;p52"/>
            <p:cNvSpPr/>
            <p:nvPr/>
          </p:nvSpPr>
          <p:spPr>
            <a:xfrm>
              <a:off x="669659" y="1781643"/>
              <a:ext cx="74321" cy="16454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651" y="5211"/>
                  </a:moveTo>
                  <a:cubicBezTo>
                    <a:pt x="363" y="3674"/>
                    <a:pt x="51" y="375"/>
                    <a:pt x="2338" y="75"/>
                  </a:cubicBezTo>
                  <a:cubicBezTo>
                    <a:pt x="2388" y="75"/>
                    <a:pt x="2388" y="0"/>
                    <a:pt x="2338" y="0"/>
                  </a:cubicBezTo>
                  <a:cubicBezTo>
                    <a:pt x="1" y="212"/>
                    <a:pt x="263" y="3649"/>
                    <a:pt x="576" y="5236"/>
                  </a:cubicBezTo>
                  <a:cubicBezTo>
                    <a:pt x="588" y="5286"/>
                    <a:pt x="663" y="5261"/>
                    <a:pt x="651" y="5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4" name="Google Shape;4274;p52"/>
            <p:cNvSpPr/>
            <p:nvPr/>
          </p:nvSpPr>
          <p:spPr>
            <a:xfrm>
              <a:off x="709744" y="1790171"/>
              <a:ext cx="80918" cy="76281"/>
            </a:xfrm>
            <a:custGeom>
              <a:avLst/>
              <a:gdLst/>
              <a:ahLst/>
              <a:cxnLst/>
              <a:rect l="l" t="t" r="r" b="b"/>
              <a:pathLst>
                <a:path w="2600" h="2451" extrusionOk="0">
                  <a:moveTo>
                    <a:pt x="75" y="976"/>
                  </a:moveTo>
                  <a:cubicBezTo>
                    <a:pt x="400" y="351"/>
                    <a:pt x="1162" y="88"/>
                    <a:pt x="1762" y="513"/>
                  </a:cubicBezTo>
                  <a:cubicBezTo>
                    <a:pt x="2300" y="888"/>
                    <a:pt x="2474" y="1863"/>
                    <a:pt x="1950" y="2325"/>
                  </a:cubicBezTo>
                  <a:cubicBezTo>
                    <a:pt x="1900" y="2375"/>
                    <a:pt x="1975" y="2450"/>
                    <a:pt x="2025" y="2400"/>
                  </a:cubicBezTo>
                  <a:cubicBezTo>
                    <a:pt x="2599" y="1913"/>
                    <a:pt x="2412" y="838"/>
                    <a:pt x="1825" y="438"/>
                  </a:cubicBezTo>
                  <a:cubicBezTo>
                    <a:pt x="1187" y="1"/>
                    <a:pt x="325" y="251"/>
                    <a:pt x="13" y="938"/>
                  </a:cubicBezTo>
                  <a:cubicBezTo>
                    <a:pt x="0" y="976"/>
                    <a:pt x="50" y="1013"/>
                    <a:pt x="7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5" name="Google Shape;4275;p52"/>
            <p:cNvSpPr/>
            <p:nvPr/>
          </p:nvSpPr>
          <p:spPr>
            <a:xfrm>
              <a:off x="719455" y="1833742"/>
              <a:ext cx="58386" cy="44754"/>
            </a:xfrm>
            <a:custGeom>
              <a:avLst/>
              <a:gdLst/>
              <a:ahLst/>
              <a:cxnLst/>
              <a:rect l="l" t="t" r="r" b="b"/>
              <a:pathLst>
                <a:path w="1876" h="1438" extrusionOk="0">
                  <a:moveTo>
                    <a:pt x="1788" y="713"/>
                  </a:moveTo>
                  <a:cubicBezTo>
                    <a:pt x="1600" y="1125"/>
                    <a:pt x="1138" y="1313"/>
                    <a:pt x="725" y="1150"/>
                  </a:cubicBezTo>
                  <a:cubicBezTo>
                    <a:pt x="288" y="963"/>
                    <a:pt x="163" y="513"/>
                    <a:pt x="288" y="88"/>
                  </a:cubicBezTo>
                  <a:cubicBezTo>
                    <a:pt x="300" y="38"/>
                    <a:pt x="225" y="1"/>
                    <a:pt x="213" y="51"/>
                  </a:cubicBezTo>
                  <a:cubicBezTo>
                    <a:pt x="1" y="513"/>
                    <a:pt x="213" y="1050"/>
                    <a:pt x="675" y="1250"/>
                  </a:cubicBezTo>
                  <a:cubicBezTo>
                    <a:pt x="1138" y="1438"/>
                    <a:pt x="1675" y="1225"/>
                    <a:pt x="1850" y="750"/>
                  </a:cubicBezTo>
                  <a:cubicBezTo>
                    <a:pt x="1875" y="713"/>
                    <a:pt x="1813" y="675"/>
                    <a:pt x="1800" y="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6" name="Google Shape;4276;p52"/>
            <p:cNvSpPr/>
            <p:nvPr/>
          </p:nvSpPr>
          <p:spPr>
            <a:xfrm>
              <a:off x="724123" y="1819364"/>
              <a:ext cx="38530" cy="21786"/>
            </a:xfrm>
            <a:custGeom>
              <a:avLst/>
              <a:gdLst/>
              <a:ahLst/>
              <a:cxnLst/>
              <a:rect l="l" t="t" r="r" b="b"/>
              <a:pathLst>
                <a:path w="1238" h="700" extrusionOk="0">
                  <a:moveTo>
                    <a:pt x="100" y="650"/>
                  </a:moveTo>
                  <a:cubicBezTo>
                    <a:pt x="75" y="63"/>
                    <a:pt x="1213" y="0"/>
                    <a:pt x="1025" y="613"/>
                  </a:cubicBezTo>
                  <a:cubicBezTo>
                    <a:pt x="1013" y="675"/>
                    <a:pt x="1100" y="688"/>
                    <a:pt x="1113" y="638"/>
                  </a:cubicBezTo>
                  <a:cubicBezTo>
                    <a:pt x="1238" y="350"/>
                    <a:pt x="975" y="75"/>
                    <a:pt x="688" y="75"/>
                  </a:cubicBezTo>
                  <a:cubicBezTo>
                    <a:pt x="388" y="75"/>
                    <a:pt x="1" y="313"/>
                    <a:pt x="26" y="650"/>
                  </a:cubicBezTo>
                  <a:cubicBezTo>
                    <a:pt x="26" y="700"/>
                    <a:pt x="113" y="700"/>
                    <a:pt x="100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4277;p52"/>
            <p:cNvSpPr/>
            <p:nvPr/>
          </p:nvSpPr>
          <p:spPr>
            <a:xfrm>
              <a:off x="711301" y="2125827"/>
              <a:ext cx="89073" cy="68874"/>
            </a:xfrm>
            <a:custGeom>
              <a:avLst/>
              <a:gdLst/>
              <a:ahLst/>
              <a:cxnLst/>
              <a:rect l="l" t="t" r="r" b="b"/>
              <a:pathLst>
                <a:path w="2862" h="2213" extrusionOk="0">
                  <a:moveTo>
                    <a:pt x="50" y="1838"/>
                  </a:moveTo>
                  <a:cubicBezTo>
                    <a:pt x="1312" y="2213"/>
                    <a:pt x="2749" y="1438"/>
                    <a:pt x="2862" y="38"/>
                  </a:cubicBezTo>
                  <a:cubicBezTo>
                    <a:pt x="2862" y="13"/>
                    <a:pt x="2812" y="1"/>
                    <a:pt x="2799" y="38"/>
                  </a:cubicBezTo>
                  <a:cubicBezTo>
                    <a:pt x="2474" y="1300"/>
                    <a:pt x="1400" y="2113"/>
                    <a:pt x="75" y="1763"/>
                  </a:cubicBezTo>
                  <a:cubicBezTo>
                    <a:pt x="25" y="1750"/>
                    <a:pt x="0" y="1825"/>
                    <a:pt x="50" y="1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8" name="Google Shape;4278;p52"/>
            <p:cNvSpPr/>
            <p:nvPr/>
          </p:nvSpPr>
          <p:spPr>
            <a:xfrm>
              <a:off x="806971" y="2567268"/>
              <a:ext cx="19078" cy="24929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63" y="113"/>
                  </a:moveTo>
                  <a:cubicBezTo>
                    <a:pt x="288" y="263"/>
                    <a:pt x="450" y="488"/>
                    <a:pt x="513" y="750"/>
                  </a:cubicBezTo>
                  <a:cubicBezTo>
                    <a:pt x="525" y="800"/>
                    <a:pt x="613" y="800"/>
                    <a:pt x="613" y="738"/>
                  </a:cubicBezTo>
                  <a:cubicBezTo>
                    <a:pt x="575" y="438"/>
                    <a:pt x="388" y="163"/>
                    <a:pt x="113" y="25"/>
                  </a:cubicBezTo>
                  <a:cubicBezTo>
                    <a:pt x="50" y="0"/>
                    <a:pt x="0" y="88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4279;p52"/>
            <p:cNvSpPr/>
            <p:nvPr/>
          </p:nvSpPr>
          <p:spPr>
            <a:xfrm>
              <a:off x="823310" y="2571532"/>
              <a:ext cx="7407" cy="21039"/>
            </a:xfrm>
            <a:custGeom>
              <a:avLst/>
              <a:gdLst/>
              <a:ahLst/>
              <a:cxnLst/>
              <a:rect l="l" t="t" r="r" b="b"/>
              <a:pathLst>
                <a:path w="238" h="676" extrusionOk="0">
                  <a:moveTo>
                    <a:pt x="125" y="613"/>
                  </a:moveTo>
                  <a:cubicBezTo>
                    <a:pt x="200" y="451"/>
                    <a:pt x="238" y="251"/>
                    <a:pt x="200" y="76"/>
                  </a:cubicBezTo>
                  <a:cubicBezTo>
                    <a:pt x="188" y="1"/>
                    <a:pt x="100" y="26"/>
                    <a:pt x="88" y="88"/>
                  </a:cubicBezTo>
                  <a:cubicBezTo>
                    <a:pt x="100" y="251"/>
                    <a:pt x="63" y="426"/>
                    <a:pt x="13" y="588"/>
                  </a:cubicBezTo>
                  <a:cubicBezTo>
                    <a:pt x="0" y="651"/>
                    <a:pt x="100" y="676"/>
                    <a:pt x="125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52"/>
            <p:cNvSpPr/>
            <p:nvPr/>
          </p:nvSpPr>
          <p:spPr>
            <a:xfrm>
              <a:off x="801120" y="2557527"/>
              <a:ext cx="9368" cy="11702"/>
            </a:xfrm>
            <a:custGeom>
              <a:avLst/>
              <a:gdLst/>
              <a:ahLst/>
              <a:cxnLst/>
              <a:rect l="l" t="t" r="r" b="b"/>
              <a:pathLst>
                <a:path w="301" h="376" extrusionOk="0">
                  <a:moveTo>
                    <a:pt x="226" y="276"/>
                  </a:moveTo>
                  <a:cubicBezTo>
                    <a:pt x="201" y="213"/>
                    <a:pt x="213" y="151"/>
                    <a:pt x="263" y="113"/>
                  </a:cubicBezTo>
                  <a:cubicBezTo>
                    <a:pt x="301" y="76"/>
                    <a:pt x="263" y="1"/>
                    <a:pt x="213" y="26"/>
                  </a:cubicBezTo>
                  <a:cubicBezTo>
                    <a:pt x="76" y="76"/>
                    <a:pt x="1" y="263"/>
                    <a:pt x="163" y="351"/>
                  </a:cubicBezTo>
                  <a:cubicBezTo>
                    <a:pt x="213" y="376"/>
                    <a:pt x="276" y="313"/>
                    <a:pt x="226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1" name="Google Shape;4281;p52"/>
            <p:cNvSpPr/>
            <p:nvPr/>
          </p:nvSpPr>
          <p:spPr>
            <a:xfrm>
              <a:off x="808123" y="2534994"/>
              <a:ext cx="19483" cy="25303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88" y="787"/>
                  </a:moveTo>
                  <a:cubicBezTo>
                    <a:pt x="338" y="625"/>
                    <a:pt x="626" y="363"/>
                    <a:pt x="563" y="50"/>
                  </a:cubicBezTo>
                  <a:cubicBezTo>
                    <a:pt x="538" y="0"/>
                    <a:pt x="488" y="0"/>
                    <a:pt x="463" y="50"/>
                  </a:cubicBezTo>
                  <a:cubicBezTo>
                    <a:pt x="413" y="313"/>
                    <a:pt x="263" y="550"/>
                    <a:pt x="38" y="712"/>
                  </a:cubicBezTo>
                  <a:cubicBezTo>
                    <a:pt x="1" y="750"/>
                    <a:pt x="51" y="812"/>
                    <a:pt x="88" y="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2" name="Google Shape;4282;p52"/>
            <p:cNvSpPr/>
            <p:nvPr/>
          </p:nvSpPr>
          <p:spPr>
            <a:xfrm>
              <a:off x="820198" y="2535368"/>
              <a:ext cx="12854" cy="30376"/>
            </a:xfrm>
            <a:custGeom>
              <a:avLst/>
              <a:gdLst/>
              <a:ahLst/>
              <a:cxnLst/>
              <a:rect l="l" t="t" r="r" b="b"/>
              <a:pathLst>
                <a:path w="413" h="976" extrusionOk="0">
                  <a:moveTo>
                    <a:pt x="113" y="126"/>
                  </a:moveTo>
                  <a:cubicBezTo>
                    <a:pt x="288" y="363"/>
                    <a:pt x="225" y="625"/>
                    <a:pt x="50" y="838"/>
                  </a:cubicBezTo>
                  <a:cubicBezTo>
                    <a:pt x="0" y="900"/>
                    <a:pt x="75" y="975"/>
                    <a:pt x="138" y="925"/>
                  </a:cubicBezTo>
                  <a:cubicBezTo>
                    <a:pt x="375" y="700"/>
                    <a:pt x="413" y="313"/>
                    <a:pt x="200" y="51"/>
                  </a:cubicBezTo>
                  <a:cubicBezTo>
                    <a:pt x="163" y="1"/>
                    <a:pt x="75" y="76"/>
                    <a:pt x="1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3" name="Google Shape;4283;p52"/>
            <p:cNvSpPr/>
            <p:nvPr/>
          </p:nvSpPr>
          <p:spPr>
            <a:xfrm>
              <a:off x="819794" y="2561417"/>
              <a:ext cx="10146" cy="17553"/>
            </a:xfrm>
            <a:custGeom>
              <a:avLst/>
              <a:gdLst/>
              <a:ahLst/>
              <a:cxnLst/>
              <a:rect l="l" t="t" r="r" b="b"/>
              <a:pathLst>
                <a:path w="326" h="564" extrusionOk="0">
                  <a:moveTo>
                    <a:pt x="63" y="138"/>
                  </a:moveTo>
                  <a:cubicBezTo>
                    <a:pt x="151" y="238"/>
                    <a:pt x="201" y="363"/>
                    <a:pt x="213" y="501"/>
                  </a:cubicBezTo>
                  <a:cubicBezTo>
                    <a:pt x="226" y="563"/>
                    <a:pt x="313" y="538"/>
                    <a:pt x="313" y="488"/>
                  </a:cubicBezTo>
                  <a:cubicBezTo>
                    <a:pt x="326" y="326"/>
                    <a:pt x="263" y="163"/>
                    <a:pt x="138" y="63"/>
                  </a:cubicBezTo>
                  <a:cubicBezTo>
                    <a:pt x="88" y="1"/>
                    <a:pt x="1" y="88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52"/>
            <p:cNvSpPr/>
            <p:nvPr/>
          </p:nvSpPr>
          <p:spPr>
            <a:xfrm>
              <a:off x="831869" y="2554415"/>
              <a:ext cx="15561" cy="17927"/>
            </a:xfrm>
            <a:custGeom>
              <a:avLst/>
              <a:gdLst/>
              <a:ahLst/>
              <a:cxnLst/>
              <a:rect l="l" t="t" r="r" b="b"/>
              <a:pathLst>
                <a:path w="500" h="576" extrusionOk="0">
                  <a:moveTo>
                    <a:pt x="25" y="288"/>
                  </a:moveTo>
                  <a:cubicBezTo>
                    <a:pt x="38" y="413"/>
                    <a:pt x="75" y="538"/>
                    <a:pt x="225" y="563"/>
                  </a:cubicBezTo>
                  <a:cubicBezTo>
                    <a:pt x="338" y="576"/>
                    <a:pt x="437" y="488"/>
                    <a:pt x="437" y="363"/>
                  </a:cubicBezTo>
                  <a:cubicBezTo>
                    <a:pt x="500" y="63"/>
                    <a:pt x="38" y="1"/>
                    <a:pt x="13" y="313"/>
                  </a:cubicBezTo>
                  <a:cubicBezTo>
                    <a:pt x="0" y="388"/>
                    <a:pt x="125" y="401"/>
                    <a:pt x="150" y="326"/>
                  </a:cubicBezTo>
                  <a:cubicBezTo>
                    <a:pt x="150" y="313"/>
                    <a:pt x="150" y="301"/>
                    <a:pt x="163" y="288"/>
                  </a:cubicBezTo>
                  <a:cubicBezTo>
                    <a:pt x="163" y="201"/>
                    <a:pt x="25" y="201"/>
                    <a:pt x="25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9" name="Google Shape;4469;p63"/>
          <p:cNvSpPr txBox="1">
            <a:spLocks noGrp="1"/>
          </p:cNvSpPr>
          <p:nvPr>
            <p:ph type="title"/>
          </p:nvPr>
        </p:nvSpPr>
        <p:spPr>
          <a:xfrm>
            <a:off x="720000" y="5974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Drei Mythen – und was die Quellen sagen</a:t>
            </a:r>
            <a:endParaRPr/>
          </a:p>
        </p:txBody>
      </p:sp>
      <p:graphicFrame>
        <p:nvGraphicFramePr>
          <p:cNvPr id="4470" name="Google Shape;4470;p63"/>
          <p:cNvGraphicFramePr/>
          <p:nvPr/>
        </p:nvGraphicFramePr>
        <p:xfrm>
          <a:off x="713225" y="136260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{A02D88B3-22BB-41FE-A7F5-9A3F9A6575C7}</a:tableStyleId>
              </a:tblPr>
              <a:tblGrid>
                <a:gridCol w="7710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60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200" b="1">
                          <a:solidFill>
                            <a:schemeClr val="dk1"/>
                          </a:solidFill>
                          <a:latin typeface="Libre Baskerville"/>
                          <a:ea typeface="Libre Baskerville"/>
                          <a:cs typeface="Libre Baskerville"/>
                          <a:sym typeface="Libre Baskerville"/>
                        </a:rPr>
                        <a:t>Mythos: Edison liess 1903 den Elefanten Topsy töten [23]</a:t>
                      </a:r>
                      <a:endParaRPr sz="1700" b="1">
                        <a:solidFill>
                          <a:schemeClr val="dk1"/>
                        </a:solidFill>
                        <a:latin typeface="Libre Baskerville"/>
                        <a:ea typeface="Libre Baskerville"/>
                        <a:cs typeface="Libre Baskerville"/>
                        <a:sym typeface="Libre Baskervill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Befund: über zehn Jahre nach dem Stromkrieg, ohne Edisons Beteiligung [25]</a:t>
                      </a:r>
                      <a:endParaRPr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471" name="Google Shape;4471;p63"/>
          <p:cNvGraphicFramePr/>
          <p:nvPr/>
        </p:nvGraphicFramePr>
        <p:xfrm>
          <a:off x="713225" y="252613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{A02D88B3-22BB-41FE-A7F5-9A3F9A6575C7}</a:tableStyleId>
              </a:tblPr>
              <a:tblGrid>
                <a:gridCol w="7710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60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200" b="1">
                          <a:solidFill>
                            <a:schemeClr val="dk1"/>
                          </a:solidFill>
                          <a:latin typeface="Libre Baskerville"/>
                          <a:ea typeface="Libre Baskerville"/>
                          <a:cs typeface="Libre Baskerville"/>
                          <a:sym typeface="Libre Baskerville"/>
                        </a:rPr>
                        <a:t>Mythos: Der Stromkrieg war ein Duell «Tesla gegen Edison»</a:t>
                      </a:r>
                      <a:endParaRPr sz="1700" b="1">
                        <a:solidFill>
                          <a:schemeClr val="dk1"/>
                        </a:solidFill>
                        <a:latin typeface="Libre Baskerville"/>
                        <a:ea typeface="Libre Baskerville"/>
                        <a:cs typeface="Libre Baskerville"/>
                        <a:sym typeface="Libre Baskervill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Befund: Gestritten haben vor allem Unternehmen und Investoren [2]</a:t>
                      </a:r>
                      <a:endParaRPr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472" name="Google Shape;4472;p63"/>
          <p:cNvGraphicFramePr/>
          <p:nvPr/>
        </p:nvGraphicFramePr>
        <p:xfrm>
          <a:off x="713225" y="368965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{A02D88B3-22BB-41FE-A7F5-9A3F9A6575C7}</a:tableStyleId>
              </a:tblPr>
              <a:tblGrid>
                <a:gridCol w="7710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60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200" b="1">
                          <a:solidFill>
                            <a:schemeClr val="dk1"/>
                          </a:solidFill>
                          <a:latin typeface="Libre Baskerville"/>
                          <a:ea typeface="Libre Baskerville"/>
                          <a:cs typeface="Libre Baskerville"/>
                          <a:sym typeface="Libre Baskerville"/>
                        </a:rPr>
                        <a:t>Mythos: Tesla zerriss seinen Vertrag mit Westinghouse</a:t>
                      </a:r>
                      <a:endParaRPr sz="1700" b="1">
                        <a:solidFill>
                          <a:schemeClr val="dk1"/>
                        </a:solidFill>
                        <a:latin typeface="Libre Baskerville"/>
                        <a:ea typeface="Libre Baskerville"/>
                        <a:cs typeface="Libre Baskerville"/>
                        <a:sym typeface="Libre Baskervill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Befund: Belegt sind nur Lizenzverzicht (1891) und Patentverkauf [4]</a:t>
                      </a:r>
                      <a:endParaRPr>
                        <a:solidFill>
                          <a:schemeClr val="dk1"/>
                        </a:solidFill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0" name="Google Shape;2340;p39"/>
          <p:cNvSpPr txBox="1">
            <a:spLocks noGrp="1"/>
          </p:cNvSpPr>
          <p:nvPr>
            <p:ph type="title"/>
          </p:nvPr>
        </p:nvSpPr>
        <p:spPr>
          <a:xfrm>
            <a:off x="1144550" y="597425"/>
            <a:ext cx="6855300" cy="97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Fazit: der erste grosse Standardkrieg</a:t>
            </a:r>
            <a:endParaRPr/>
          </a:p>
        </p:txBody>
      </p:sp>
      <p:sp>
        <p:nvSpPr>
          <p:cNvPr id="2341" name="Google Shape;2341;p39"/>
          <p:cNvSpPr txBox="1">
            <a:spLocks noGrp="1"/>
          </p:cNvSpPr>
          <p:nvPr>
            <p:ph type="subTitle" idx="1"/>
          </p:nvPr>
        </p:nvSpPr>
        <p:spPr>
          <a:xfrm>
            <a:off x="4825664" y="2070950"/>
            <a:ext cx="3174000" cy="18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Ironie der Geschichte: Mit Stromrichtern kehrt der Gleichstrom zurück. Die erste kommerzielle Hochspannungs-Gleichstrom-Übertragung (Gotland, 1954) baute ASEA – heute wie die BBC aus Baden Teil von ABB [30].</a:t>
            </a:r>
            <a:endParaRPr/>
          </a:p>
        </p:txBody>
      </p:sp>
      <p:sp>
        <p:nvSpPr>
          <p:cNvPr id="2342" name="Google Shape;2342;p39"/>
          <p:cNvSpPr txBox="1">
            <a:spLocks noGrp="1"/>
          </p:cNvSpPr>
          <p:nvPr>
            <p:ph type="subTitle" idx="2"/>
          </p:nvPr>
        </p:nvSpPr>
        <p:spPr>
          <a:xfrm>
            <a:off x="1144550" y="2070950"/>
            <a:ext cx="3174000" cy="18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Gewonnen hat das System, das sich billiger skalieren liess – nicht die bessere Propaganda. Mitgewonnen hat der finanzstarke Grosskonzern: GE und Westinghouse wurden zum Muster des US-Industriekapitalismus [29].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5" name="Google Shape;4515;p68"/>
          <p:cNvSpPr txBox="1">
            <a:spLocks noGrp="1"/>
          </p:cNvSpPr>
          <p:nvPr>
            <p:ph type="title"/>
          </p:nvPr>
        </p:nvSpPr>
        <p:spPr>
          <a:xfrm>
            <a:off x="2347938" y="67752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Danke!</a:t>
            </a:r>
            <a:endParaRPr/>
          </a:p>
        </p:txBody>
      </p:sp>
      <p:sp>
        <p:nvSpPr>
          <p:cNvPr id="4516" name="Google Shape;4516;p68"/>
          <p:cNvSpPr txBox="1">
            <a:spLocks noGrp="1"/>
          </p:cNvSpPr>
          <p:nvPr>
            <p:ph type="subTitle" idx="1"/>
          </p:nvPr>
        </p:nvSpPr>
        <p:spPr>
          <a:xfrm>
            <a:off x="2347900" y="176525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Fragen?</a:t>
            </a:r>
            <a:endParaRPr b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Simon Bruder · Modul «Weltmacht USA» (FHNW)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Dozent: Stephan Schwarz · 10.12.2026</a:t>
            </a:r>
            <a:endParaRPr/>
          </a:p>
        </p:txBody>
      </p:sp>
      <p:sp>
        <p:nvSpPr>
          <p:cNvPr id="4517" name="Google Shape;4517;p68"/>
          <p:cNvSpPr txBox="1"/>
          <p:nvPr/>
        </p:nvSpPr>
        <p:spPr>
          <a:xfrm>
            <a:off x="2496150" y="4125850"/>
            <a:ext cx="4151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Please keep this slide for attribution</a:t>
            </a:r>
            <a:endParaRPr sz="100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grpSp>
        <p:nvGrpSpPr>
          <p:cNvPr id="4518" name="Google Shape;4518;p68"/>
          <p:cNvGrpSpPr/>
          <p:nvPr/>
        </p:nvGrpSpPr>
        <p:grpSpPr>
          <a:xfrm>
            <a:off x="565056" y="519563"/>
            <a:ext cx="8012737" cy="4104778"/>
            <a:chOff x="565056" y="519563"/>
            <a:chExt cx="8012737" cy="4104778"/>
          </a:xfrm>
        </p:grpSpPr>
        <p:sp>
          <p:nvSpPr>
            <p:cNvPr id="4519" name="Google Shape;4519;p68"/>
            <p:cNvSpPr/>
            <p:nvPr/>
          </p:nvSpPr>
          <p:spPr>
            <a:xfrm>
              <a:off x="881261" y="519563"/>
              <a:ext cx="686096" cy="236873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1819" y="2949"/>
                  </a:moveTo>
                  <a:cubicBezTo>
                    <a:pt x="16996" y="7611"/>
                    <a:pt x="10597" y="0"/>
                    <a:pt x="4949" y="1300"/>
                  </a:cubicBezTo>
                  <a:cubicBezTo>
                    <a:pt x="1962" y="2000"/>
                    <a:pt x="0" y="4312"/>
                    <a:pt x="100" y="7373"/>
                  </a:cubicBezTo>
                  <a:cubicBezTo>
                    <a:pt x="113" y="7461"/>
                    <a:pt x="225" y="7461"/>
                    <a:pt x="238" y="7373"/>
                  </a:cubicBezTo>
                  <a:cubicBezTo>
                    <a:pt x="513" y="1100"/>
                    <a:pt x="7511" y="887"/>
                    <a:pt x="11872" y="2724"/>
                  </a:cubicBezTo>
                  <a:cubicBezTo>
                    <a:pt x="13597" y="3449"/>
                    <a:pt x="15309" y="4437"/>
                    <a:pt x="17208" y="4661"/>
                  </a:cubicBezTo>
                  <a:cubicBezTo>
                    <a:pt x="19108" y="4886"/>
                    <a:pt x="20620" y="4387"/>
                    <a:pt x="21957" y="3087"/>
                  </a:cubicBezTo>
                  <a:cubicBezTo>
                    <a:pt x="22044" y="2999"/>
                    <a:pt x="21919" y="2874"/>
                    <a:pt x="21832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0" name="Google Shape;4520;p68"/>
            <p:cNvSpPr/>
            <p:nvPr/>
          </p:nvSpPr>
          <p:spPr>
            <a:xfrm>
              <a:off x="887080" y="727617"/>
              <a:ext cx="225234" cy="151349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13" y="1688"/>
                  </a:moveTo>
                  <a:cubicBezTo>
                    <a:pt x="151" y="3700"/>
                    <a:pt x="2612" y="4862"/>
                    <a:pt x="4412" y="4325"/>
                  </a:cubicBezTo>
                  <a:cubicBezTo>
                    <a:pt x="5924" y="3875"/>
                    <a:pt x="7236" y="1338"/>
                    <a:pt x="5849" y="88"/>
                  </a:cubicBezTo>
                  <a:cubicBezTo>
                    <a:pt x="5774" y="1"/>
                    <a:pt x="5649" y="126"/>
                    <a:pt x="5737" y="201"/>
                  </a:cubicBezTo>
                  <a:cubicBezTo>
                    <a:pt x="7124" y="1725"/>
                    <a:pt x="5474" y="4025"/>
                    <a:pt x="3837" y="4225"/>
                  </a:cubicBezTo>
                  <a:cubicBezTo>
                    <a:pt x="2288" y="4425"/>
                    <a:pt x="326" y="3413"/>
                    <a:pt x="201" y="1688"/>
                  </a:cubicBezTo>
                  <a:cubicBezTo>
                    <a:pt x="201" y="1563"/>
                    <a:pt x="1" y="1563"/>
                    <a:pt x="13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1" name="Google Shape;4521;p68"/>
            <p:cNvSpPr/>
            <p:nvPr/>
          </p:nvSpPr>
          <p:spPr>
            <a:xfrm>
              <a:off x="954772" y="700790"/>
              <a:ext cx="91033" cy="96106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49" y="488"/>
                  </a:moveTo>
                  <a:cubicBezTo>
                    <a:pt x="2025" y="1"/>
                    <a:pt x="800" y="351"/>
                    <a:pt x="387" y="1238"/>
                  </a:cubicBezTo>
                  <a:cubicBezTo>
                    <a:pt x="0" y="2063"/>
                    <a:pt x="612" y="2987"/>
                    <a:pt x="1487" y="3075"/>
                  </a:cubicBezTo>
                  <a:cubicBezTo>
                    <a:pt x="1600" y="3087"/>
                    <a:pt x="1625" y="2900"/>
                    <a:pt x="1512" y="2887"/>
                  </a:cubicBezTo>
                  <a:cubicBezTo>
                    <a:pt x="700" y="2737"/>
                    <a:pt x="200" y="1913"/>
                    <a:pt x="675" y="1163"/>
                  </a:cubicBezTo>
                  <a:cubicBezTo>
                    <a:pt x="1137" y="476"/>
                    <a:pt x="2037" y="251"/>
                    <a:pt x="2774" y="625"/>
                  </a:cubicBezTo>
                  <a:cubicBezTo>
                    <a:pt x="2862" y="663"/>
                    <a:pt x="2924" y="551"/>
                    <a:pt x="2849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2" name="Google Shape;4522;p68"/>
            <p:cNvSpPr/>
            <p:nvPr/>
          </p:nvSpPr>
          <p:spPr>
            <a:xfrm>
              <a:off x="1012317" y="789084"/>
              <a:ext cx="31" cy="40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3" name="Google Shape;4523;p68"/>
            <p:cNvSpPr/>
            <p:nvPr/>
          </p:nvSpPr>
          <p:spPr>
            <a:xfrm>
              <a:off x="772736" y="567399"/>
              <a:ext cx="257508" cy="129532"/>
            </a:xfrm>
            <a:custGeom>
              <a:avLst/>
              <a:gdLst/>
              <a:ahLst/>
              <a:cxnLst/>
              <a:rect l="l" t="t" r="r" b="b"/>
              <a:pathLst>
                <a:path w="8274" h="4162" extrusionOk="0">
                  <a:moveTo>
                    <a:pt x="8123" y="25"/>
                  </a:moveTo>
                  <a:cubicBezTo>
                    <a:pt x="6999" y="263"/>
                    <a:pt x="5937" y="725"/>
                    <a:pt x="4987" y="1375"/>
                  </a:cubicBezTo>
                  <a:cubicBezTo>
                    <a:pt x="3537" y="2387"/>
                    <a:pt x="2063" y="4162"/>
                    <a:pt x="176" y="2875"/>
                  </a:cubicBezTo>
                  <a:cubicBezTo>
                    <a:pt x="101" y="2825"/>
                    <a:pt x="1" y="2950"/>
                    <a:pt x="76" y="3012"/>
                  </a:cubicBezTo>
                  <a:cubicBezTo>
                    <a:pt x="825" y="3699"/>
                    <a:pt x="1775" y="3699"/>
                    <a:pt x="2700" y="3299"/>
                  </a:cubicBezTo>
                  <a:cubicBezTo>
                    <a:pt x="3375" y="2999"/>
                    <a:pt x="3912" y="2475"/>
                    <a:pt x="4474" y="2025"/>
                  </a:cubicBezTo>
                  <a:cubicBezTo>
                    <a:pt x="5549" y="1137"/>
                    <a:pt x="6811" y="500"/>
                    <a:pt x="8173" y="175"/>
                  </a:cubicBezTo>
                  <a:cubicBezTo>
                    <a:pt x="8273" y="150"/>
                    <a:pt x="8223" y="0"/>
                    <a:pt x="812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4" name="Google Shape;4524;p68"/>
            <p:cNvSpPr/>
            <p:nvPr/>
          </p:nvSpPr>
          <p:spPr>
            <a:xfrm>
              <a:off x="1096722" y="573623"/>
              <a:ext cx="110485" cy="99592"/>
            </a:xfrm>
            <a:custGeom>
              <a:avLst/>
              <a:gdLst/>
              <a:ahLst/>
              <a:cxnLst/>
              <a:rect l="l" t="t" r="r" b="b"/>
              <a:pathLst>
                <a:path w="3550" h="3200" extrusionOk="0">
                  <a:moveTo>
                    <a:pt x="3437" y="313"/>
                  </a:moveTo>
                  <a:cubicBezTo>
                    <a:pt x="2562" y="113"/>
                    <a:pt x="1700" y="0"/>
                    <a:pt x="900" y="488"/>
                  </a:cubicBezTo>
                  <a:cubicBezTo>
                    <a:pt x="363" y="813"/>
                    <a:pt x="0" y="1325"/>
                    <a:pt x="100" y="1975"/>
                  </a:cubicBezTo>
                  <a:cubicBezTo>
                    <a:pt x="200" y="2587"/>
                    <a:pt x="700" y="3062"/>
                    <a:pt x="1325" y="3137"/>
                  </a:cubicBezTo>
                  <a:cubicBezTo>
                    <a:pt x="1787" y="3187"/>
                    <a:pt x="2462" y="3024"/>
                    <a:pt x="2512" y="2475"/>
                  </a:cubicBezTo>
                  <a:cubicBezTo>
                    <a:pt x="2525" y="2387"/>
                    <a:pt x="2400" y="2387"/>
                    <a:pt x="2387" y="2475"/>
                  </a:cubicBezTo>
                  <a:cubicBezTo>
                    <a:pt x="2312" y="3199"/>
                    <a:pt x="1100" y="2937"/>
                    <a:pt x="788" y="2712"/>
                  </a:cubicBezTo>
                  <a:cubicBezTo>
                    <a:pt x="300" y="2362"/>
                    <a:pt x="150" y="1700"/>
                    <a:pt x="450" y="1175"/>
                  </a:cubicBezTo>
                  <a:cubicBezTo>
                    <a:pt x="1063" y="163"/>
                    <a:pt x="2412" y="263"/>
                    <a:pt x="3387" y="488"/>
                  </a:cubicBezTo>
                  <a:cubicBezTo>
                    <a:pt x="3499" y="513"/>
                    <a:pt x="3549" y="338"/>
                    <a:pt x="3437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5" name="Google Shape;4525;p68"/>
            <p:cNvSpPr/>
            <p:nvPr/>
          </p:nvSpPr>
          <p:spPr>
            <a:xfrm>
              <a:off x="1234781" y="606271"/>
              <a:ext cx="41642" cy="54495"/>
            </a:xfrm>
            <a:custGeom>
              <a:avLst/>
              <a:gdLst/>
              <a:ahLst/>
              <a:cxnLst/>
              <a:rect l="l" t="t" r="r" b="b"/>
              <a:pathLst>
                <a:path w="1338" h="1751" extrusionOk="0">
                  <a:moveTo>
                    <a:pt x="1238" y="188"/>
                  </a:moveTo>
                  <a:cubicBezTo>
                    <a:pt x="688" y="1"/>
                    <a:pt x="1" y="326"/>
                    <a:pt x="76" y="976"/>
                  </a:cubicBezTo>
                  <a:cubicBezTo>
                    <a:pt x="126" y="1413"/>
                    <a:pt x="825" y="1750"/>
                    <a:pt x="1088" y="1326"/>
                  </a:cubicBezTo>
                  <a:cubicBezTo>
                    <a:pt x="1163" y="1213"/>
                    <a:pt x="975" y="1101"/>
                    <a:pt x="900" y="1213"/>
                  </a:cubicBezTo>
                  <a:cubicBezTo>
                    <a:pt x="788" y="1288"/>
                    <a:pt x="651" y="1301"/>
                    <a:pt x="538" y="1263"/>
                  </a:cubicBezTo>
                  <a:cubicBezTo>
                    <a:pt x="263" y="1026"/>
                    <a:pt x="213" y="813"/>
                    <a:pt x="388" y="613"/>
                  </a:cubicBezTo>
                  <a:cubicBezTo>
                    <a:pt x="551" y="301"/>
                    <a:pt x="888" y="263"/>
                    <a:pt x="1188" y="351"/>
                  </a:cubicBezTo>
                  <a:cubicBezTo>
                    <a:pt x="1288" y="376"/>
                    <a:pt x="1338" y="226"/>
                    <a:pt x="123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6" name="Google Shape;4526;p68"/>
            <p:cNvSpPr/>
            <p:nvPr/>
          </p:nvSpPr>
          <p:spPr>
            <a:xfrm>
              <a:off x="748616" y="631169"/>
              <a:ext cx="39712" cy="39712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51" y="925"/>
                  </a:moveTo>
                  <a:cubicBezTo>
                    <a:pt x="1275" y="563"/>
                    <a:pt x="826" y="1"/>
                    <a:pt x="413" y="326"/>
                  </a:cubicBezTo>
                  <a:cubicBezTo>
                    <a:pt x="1" y="651"/>
                    <a:pt x="476" y="1275"/>
                    <a:pt x="888" y="975"/>
                  </a:cubicBezTo>
                  <a:cubicBezTo>
                    <a:pt x="963" y="925"/>
                    <a:pt x="913" y="813"/>
                    <a:pt x="826" y="826"/>
                  </a:cubicBezTo>
                  <a:lnTo>
                    <a:pt x="826" y="826"/>
                  </a:lnTo>
                  <a:cubicBezTo>
                    <a:pt x="788" y="901"/>
                    <a:pt x="888" y="1000"/>
                    <a:pt x="951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7" name="Google Shape;4527;p68"/>
            <p:cNvSpPr/>
            <p:nvPr/>
          </p:nvSpPr>
          <p:spPr>
            <a:xfrm>
              <a:off x="843540" y="609788"/>
              <a:ext cx="96853" cy="140829"/>
            </a:xfrm>
            <a:custGeom>
              <a:avLst/>
              <a:gdLst/>
              <a:ahLst/>
              <a:cxnLst/>
              <a:rect l="l" t="t" r="r" b="b"/>
              <a:pathLst>
                <a:path w="3112" h="4525" extrusionOk="0">
                  <a:moveTo>
                    <a:pt x="2949" y="63"/>
                  </a:moveTo>
                  <a:cubicBezTo>
                    <a:pt x="1550" y="1163"/>
                    <a:pt x="525" y="2675"/>
                    <a:pt x="25" y="4374"/>
                  </a:cubicBezTo>
                  <a:cubicBezTo>
                    <a:pt x="0" y="4462"/>
                    <a:pt x="125" y="4524"/>
                    <a:pt x="175" y="4437"/>
                  </a:cubicBezTo>
                  <a:cubicBezTo>
                    <a:pt x="925" y="2825"/>
                    <a:pt x="1687" y="1338"/>
                    <a:pt x="3049" y="150"/>
                  </a:cubicBezTo>
                  <a:cubicBezTo>
                    <a:pt x="3112" y="100"/>
                    <a:pt x="3012" y="0"/>
                    <a:pt x="2949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8" name="Google Shape;4528;p68"/>
            <p:cNvSpPr/>
            <p:nvPr/>
          </p:nvSpPr>
          <p:spPr>
            <a:xfrm>
              <a:off x="822906" y="735803"/>
              <a:ext cx="38156" cy="40490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725" y="500"/>
                  </a:moveTo>
                  <a:lnTo>
                    <a:pt x="725" y="563"/>
                  </a:lnTo>
                  <a:cubicBezTo>
                    <a:pt x="800" y="638"/>
                    <a:pt x="913" y="550"/>
                    <a:pt x="875" y="450"/>
                  </a:cubicBezTo>
                  <a:cubicBezTo>
                    <a:pt x="626" y="0"/>
                    <a:pt x="1" y="550"/>
                    <a:pt x="338" y="925"/>
                  </a:cubicBezTo>
                  <a:cubicBezTo>
                    <a:pt x="688" y="1300"/>
                    <a:pt x="1225" y="750"/>
                    <a:pt x="838" y="388"/>
                  </a:cubicBezTo>
                  <a:cubicBezTo>
                    <a:pt x="763" y="325"/>
                    <a:pt x="663" y="425"/>
                    <a:pt x="725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9" name="Google Shape;4529;p68"/>
            <p:cNvSpPr/>
            <p:nvPr/>
          </p:nvSpPr>
          <p:spPr>
            <a:xfrm>
              <a:off x="883595" y="757184"/>
              <a:ext cx="7034" cy="12107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13" y="126"/>
                  </a:moveTo>
                  <a:cubicBezTo>
                    <a:pt x="0" y="201"/>
                    <a:pt x="13" y="276"/>
                    <a:pt x="63" y="326"/>
                  </a:cubicBezTo>
                  <a:cubicBezTo>
                    <a:pt x="100" y="388"/>
                    <a:pt x="225" y="376"/>
                    <a:pt x="225" y="288"/>
                  </a:cubicBezTo>
                  <a:cubicBezTo>
                    <a:pt x="213" y="238"/>
                    <a:pt x="213" y="176"/>
                    <a:pt x="213" y="126"/>
                  </a:cubicBezTo>
                  <a:cubicBezTo>
                    <a:pt x="200" y="1"/>
                    <a:pt x="13" y="1"/>
                    <a:pt x="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0" name="Google Shape;4530;p68"/>
            <p:cNvSpPr/>
            <p:nvPr/>
          </p:nvSpPr>
          <p:spPr>
            <a:xfrm>
              <a:off x="1048108" y="720241"/>
              <a:ext cx="12076" cy="8590"/>
            </a:xfrm>
            <a:custGeom>
              <a:avLst/>
              <a:gdLst/>
              <a:ahLst/>
              <a:cxnLst/>
              <a:rect l="l" t="t" r="r" b="b"/>
              <a:pathLst>
                <a:path w="388" h="276" extrusionOk="0">
                  <a:moveTo>
                    <a:pt x="75" y="188"/>
                  </a:moveTo>
                  <a:cubicBezTo>
                    <a:pt x="138" y="225"/>
                    <a:pt x="213" y="250"/>
                    <a:pt x="288" y="263"/>
                  </a:cubicBezTo>
                  <a:cubicBezTo>
                    <a:pt x="350" y="275"/>
                    <a:pt x="388" y="213"/>
                    <a:pt x="350" y="163"/>
                  </a:cubicBezTo>
                  <a:cubicBezTo>
                    <a:pt x="300" y="100"/>
                    <a:pt x="225" y="50"/>
                    <a:pt x="138" y="25"/>
                  </a:cubicBezTo>
                  <a:cubicBezTo>
                    <a:pt x="50" y="0"/>
                    <a:pt x="0" y="138"/>
                    <a:pt x="75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1" name="Google Shape;4531;p68"/>
            <p:cNvSpPr/>
            <p:nvPr/>
          </p:nvSpPr>
          <p:spPr>
            <a:xfrm>
              <a:off x="871924" y="558840"/>
              <a:ext cx="195263" cy="34266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6174" y="13"/>
                  </a:moveTo>
                  <a:cubicBezTo>
                    <a:pt x="5324" y="0"/>
                    <a:pt x="4462" y="75"/>
                    <a:pt x="3624" y="250"/>
                  </a:cubicBezTo>
                  <a:cubicBezTo>
                    <a:pt x="2475" y="488"/>
                    <a:pt x="1350" y="925"/>
                    <a:pt x="163" y="613"/>
                  </a:cubicBezTo>
                  <a:cubicBezTo>
                    <a:pt x="50" y="575"/>
                    <a:pt x="0" y="763"/>
                    <a:pt x="113" y="788"/>
                  </a:cubicBezTo>
                  <a:cubicBezTo>
                    <a:pt x="913" y="1100"/>
                    <a:pt x="1625" y="950"/>
                    <a:pt x="2450" y="775"/>
                  </a:cubicBezTo>
                  <a:cubicBezTo>
                    <a:pt x="3687" y="500"/>
                    <a:pt x="4899" y="250"/>
                    <a:pt x="6174" y="188"/>
                  </a:cubicBezTo>
                  <a:cubicBezTo>
                    <a:pt x="6274" y="175"/>
                    <a:pt x="6274" y="25"/>
                    <a:pt x="6174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2" name="Google Shape;4532;p68"/>
            <p:cNvSpPr/>
            <p:nvPr/>
          </p:nvSpPr>
          <p:spPr>
            <a:xfrm>
              <a:off x="845470" y="558435"/>
              <a:ext cx="41268" cy="38561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875" y="688"/>
                  </a:moveTo>
                  <a:lnTo>
                    <a:pt x="763" y="651"/>
                  </a:lnTo>
                  <a:cubicBezTo>
                    <a:pt x="700" y="726"/>
                    <a:pt x="763" y="826"/>
                    <a:pt x="850" y="813"/>
                  </a:cubicBezTo>
                  <a:cubicBezTo>
                    <a:pt x="1325" y="651"/>
                    <a:pt x="850" y="1"/>
                    <a:pt x="463" y="226"/>
                  </a:cubicBezTo>
                  <a:cubicBezTo>
                    <a:pt x="0" y="526"/>
                    <a:pt x="550" y="1238"/>
                    <a:pt x="975" y="801"/>
                  </a:cubicBezTo>
                  <a:cubicBezTo>
                    <a:pt x="1038" y="738"/>
                    <a:pt x="950" y="638"/>
                    <a:pt x="875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3" name="Google Shape;4533;p68"/>
            <p:cNvSpPr/>
            <p:nvPr/>
          </p:nvSpPr>
          <p:spPr>
            <a:xfrm>
              <a:off x="790227" y="630017"/>
              <a:ext cx="91064" cy="28041"/>
            </a:xfrm>
            <a:custGeom>
              <a:avLst/>
              <a:gdLst/>
              <a:ahLst/>
              <a:cxnLst/>
              <a:rect l="l" t="t" r="r" b="b"/>
              <a:pathLst>
                <a:path w="2926" h="901" extrusionOk="0">
                  <a:moveTo>
                    <a:pt x="2813" y="638"/>
                  </a:moveTo>
                  <a:cubicBezTo>
                    <a:pt x="2500" y="338"/>
                    <a:pt x="2113" y="150"/>
                    <a:pt x="1688" y="100"/>
                  </a:cubicBezTo>
                  <a:cubicBezTo>
                    <a:pt x="1226" y="38"/>
                    <a:pt x="526" y="0"/>
                    <a:pt x="113" y="263"/>
                  </a:cubicBezTo>
                  <a:cubicBezTo>
                    <a:pt x="1" y="325"/>
                    <a:pt x="76" y="488"/>
                    <a:pt x="201" y="463"/>
                  </a:cubicBezTo>
                  <a:cubicBezTo>
                    <a:pt x="976" y="263"/>
                    <a:pt x="2025" y="213"/>
                    <a:pt x="2650" y="800"/>
                  </a:cubicBezTo>
                  <a:cubicBezTo>
                    <a:pt x="2763" y="900"/>
                    <a:pt x="2925" y="738"/>
                    <a:pt x="28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4" name="Google Shape;4534;p68"/>
            <p:cNvSpPr/>
            <p:nvPr/>
          </p:nvSpPr>
          <p:spPr>
            <a:xfrm>
              <a:off x="791410" y="637020"/>
              <a:ext cx="87921" cy="29193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63" y="200"/>
                  </a:moveTo>
                  <a:cubicBezTo>
                    <a:pt x="575" y="887"/>
                    <a:pt x="2012" y="937"/>
                    <a:pt x="2712" y="575"/>
                  </a:cubicBezTo>
                  <a:cubicBezTo>
                    <a:pt x="2825" y="513"/>
                    <a:pt x="2737" y="375"/>
                    <a:pt x="2637" y="388"/>
                  </a:cubicBezTo>
                  <a:cubicBezTo>
                    <a:pt x="1925" y="500"/>
                    <a:pt x="763" y="762"/>
                    <a:pt x="213" y="88"/>
                  </a:cubicBezTo>
                  <a:cubicBezTo>
                    <a:pt x="150" y="0"/>
                    <a:pt x="0" y="113"/>
                    <a:pt x="63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5" name="Google Shape;4535;p68"/>
            <p:cNvSpPr/>
            <p:nvPr/>
          </p:nvSpPr>
          <p:spPr>
            <a:xfrm>
              <a:off x="980821" y="577514"/>
              <a:ext cx="22595" cy="70804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325" y="163"/>
                  </a:moveTo>
                  <a:cubicBezTo>
                    <a:pt x="488" y="800"/>
                    <a:pt x="400" y="1475"/>
                    <a:pt x="75" y="2037"/>
                  </a:cubicBezTo>
                  <a:cubicBezTo>
                    <a:pt x="0" y="2162"/>
                    <a:pt x="188" y="2275"/>
                    <a:pt x="263" y="2150"/>
                  </a:cubicBezTo>
                  <a:cubicBezTo>
                    <a:pt x="638" y="1537"/>
                    <a:pt x="725" y="800"/>
                    <a:pt x="500" y="113"/>
                  </a:cubicBezTo>
                  <a:cubicBezTo>
                    <a:pt x="463" y="0"/>
                    <a:pt x="288" y="50"/>
                    <a:pt x="3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6" name="Google Shape;4536;p68"/>
            <p:cNvSpPr/>
            <p:nvPr/>
          </p:nvSpPr>
          <p:spPr>
            <a:xfrm>
              <a:off x="974597" y="579848"/>
              <a:ext cx="20261" cy="67691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463" y="1987"/>
                  </a:moveTo>
                  <a:cubicBezTo>
                    <a:pt x="338" y="1625"/>
                    <a:pt x="288" y="1225"/>
                    <a:pt x="350" y="850"/>
                  </a:cubicBezTo>
                  <a:cubicBezTo>
                    <a:pt x="400" y="563"/>
                    <a:pt x="538" y="388"/>
                    <a:pt x="638" y="150"/>
                  </a:cubicBezTo>
                  <a:cubicBezTo>
                    <a:pt x="650" y="100"/>
                    <a:pt x="625" y="63"/>
                    <a:pt x="588" y="50"/>
                  </a:cubicBezTo>
                  <a:cubicBezTo>
                    <a:pt x="288" y="0"/>
                    <a:pt x="188" y="325"/>
                    <a:pt x="113" y="563"/>
                  </a:cubicBezTo>
                  <a:cubicBezTo>
                    <a:pt x="0" y="1062"/>
                    <a:pt x="50" y="1575"/>
                    <a:pt x="250" y="2050"/>
                  </a:cubicBezTo>
                  <a:cubicBezTo>
                    <a:pt x="300" y="2175"/>
                    <a:pt x="500" y="2125"/>
                    <a:pt x="463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7" name="Google Shape;4537;p68"/>
            <p:cNvSpPr/>
            <p:nvPr/>
          </p:nvSpPr>
          <p:spPr>
            <a:xfrm>
              <a:off x="1313739" y="653733"/>
              <a:ext cx="103482" cy="33488"/>
            </a:xfrm>
            <a:custGeom>
              <a:avLst/>
              <a:gdLst/>
              <a:ahLst/>
              <a:cxnLst/>
              <a:rect l="l" t="t" r="r" b="b"/>
              <a:pathLst>
                <a:path w="3325" h="1076" extrusionOk="0">
                  <a:moveTo>
                    <a:pt x="3200" y="151"/>
                  </a:moveTo>
                  <a:cubicBezTo>
                    <a:pt x="2187" y="1"/>
                    <a:pt x="813" y="151"/>
                    <a:pt x="63" y="913"/>
                  </a:cubicBezTo>
                  <a:cubicBezTo>
                    <a:pt x="1" y="963"/>
                    <a:pt x="63" y="1075"/>
                    <a:pt x="138" y="1050"/>
                  </a:cubicBezTo>
                  <a:cubicBezTo>
                    <a:pt x="613" y="888"/>
                    <a:pt x="1013" y="600"/>
                    <a:pt x="1500" y="475"/>
                  </a:cubicBezTo>
                  <a:cubicBezTo>
                    <a:pt x="2050" y="338"/>
                    <a:pt x="2612" y="300"/>
                    <a:pt x="3162" y="363"/>
                  </a:cubicBezTo>
                  <a:cubicBezTo>
                    <a:pt x="3287" y="375"/>
                    <a:pt x="3325" y="163"/>
                    <a:pt x="3200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8" name="Google Shape;4538;p68"/>
            <p:cNvSpPr/>
            <p:nvPr/>
          </p:nvSpPr>
          <p:spPr>
            <a:xfrm>
              <a:off x="1314143" y="659552"/>
              <a:ext cx="125237" cy="38561"/>
            </a:xfrm>
            <a:custGeom>
              <a:avLst/>
              <a:gdLst/>
              <a:ahLst/>
              <a:cxnLst/>
              <a:rect l="l" t="t" r="r" b="b"/>
              <a:pathLst>
                <a:path w="4024" h="1239" extrusionOk="0">
                  <a:moveTo>
                    <a:pt x="138" y="1001"/>
                  </a:moveTo>
                  <a:cubicBezTo>
                    <a:pt x="762" y="1113"/>
                    <a:pt x="1412" y="1238"/>
                    <a:pt x="2049" y="1151"/>
                  </a:cubicBezTo>
                  <a:cubicBezTo>
                    <a:pt x="2724" y="1038"/>
                    <a:pt x="3312" y="688"/>
                    <a:pt x="3887" y="313"/>
                  </a:cubicBezTo>
                  <a:cubicBezTo>
                    <a:pt x="4024" y="226"/>
                    <a:pt x="3887" y="1"/>
                    <a:pt x="3749" y="88"/>
                  </a:cubicBezTo>
                  <a:cubicBezTo>
                    <a:pt x="3287" y="401"/>
                    <a:pt x="2787" y="713"/>
                    <a:pt x="2237" y="851"/>
                  </a:cubicBezTo>
                  <a:cubicBezTo>
                    <a:pt x="1575" y="1013"/>
                    <a:pt x="862" y="901"/>
                    <a:pt x="187" y="788"/>
                  </a:cubicBezTo>
                  <a:cubicBezTo>
                    <a:pt x="50" y="776"/>
                    <a:pt x="0" y="976"/>
                    <a:pt x="138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9" name="Google Shape;4539;p68"/>
            <p:cNvSpPr/>
            <p:nvPr/>
          </p:nvSpPr>
          <p:spPr>
            <a:xfrm>
              <a:off x="565056" y="841183"/>
              <a:ext cx="248949" cy="686127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3487" y="21958"/>
                  </a:moveTo>
                  <a:cubicBezTo>
                    <a:pt x="4799" y="20621"/>
                    <a:pt x="5299" y="19108"/>
                    <a:pt x="5074" y="17209"/>
                  </a:cubicBezTo>
                  <a:cubicBezTo>
                    <a:pt x="4912" y="15809"/>
                    <a:pt x="4287" y="14560"/>
                    <a:pt x="3749" y="13285"/>
                  </a:cubicBezTo>
                  <a:cubicBezTo>
                    <a:pt x="1875" y="8811"/>
                    <a:pt x="0" y="576"/>
                    <a:pt x="7786" y="238"/>
                  </a:cubicBezTo>
                  <a:cubicBezTo>
                    <a:pt x="7861" y="238"/>
                    <a:pt x="7861" y="113"/>
                    <a:pt x="7786" y="101"/>
                  </a:cubicBezTo>
                  <a:cubicBezTo>
                    <a:pt x="4737" y="1"/>
                    <a:pt x="2400" y="1975"/>
                    <a:pt x="1712" y="4962"/>
                  </a:cubicBezTo>
                  <a:cubicBezTo>
                    <a:pt x="400" y="10611"/>
                    <a:pt x="7998" y="17034"/>
                    <a:pt x="3362" y="21833"/>
                  </a:cubicBezTo>
                  <a:cubicBezTo>
                    <a:pt x="3274" y="21908"/>
                    <a:pt x="3412" y="22045"/>
                    <a:pt x="3487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0" name="Google Shape;4540;p68"/>
            <p:cNvSpPr/>
            <p:nvPr/>
          </p:nvSpPr>
          <p:spPr>
            <a:xfrm>
              <a:off x="785963" y="847408"/>
              <a:ext cx="151318" cy="225234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1688" y="201"/>
                  </a:moveTo>
                  <a:cubicBezTo>
                    <a:pt x="3412" y="326"/>
                    <a:pt x="4424" y="2288"/>
                    <a:pt x="4224" y="3837"/>
                  </a:cubicBezTo>
                  <a:cubicBezTo>
                    <a:pt x="4024" y="5462"/>
                    <a:pt x="1725" y="7124"/>
                    <a:pt x="200" y="5724"/>
                  </a:cubicBezTo>
                  <a:cubicBezTo>
                    <a:pt x="125" y="5649"/>
                    <a:pt x="0" y="5774"/>
                    <a:pt x="88" y="5849"/>
                  </a:cubicBezTo>
                  <a:cubicBezTo>
                    <a:pt x="1338" y="7237"/>
                    <a:pt x="3874" y="5924"/>
                    <a:pt x="4324" y="4412"/>
                  </a:cubicBezTo>
                  <a:cubicBezTo>
                    <a:pt x="4862" y="2600"/>
                    <a:pt x="3700" y="151"/>
                    <a:pt x="1688" y="13"/>
                  </a:cubicBezTo>
                  <a:cubicBezTo>
                    <a:pt x="1563" y="1"/>
                    <a:pt x="1563" y="201"/>
                    <a:pt x="16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1" name="Google Shape;4541;p68"/>
            <p:cNvSpPr/>
            <p:nvPr/>
          </p:nvSpPr>
          <p:spPr>
            <a:xfrm>
              <a:off x="759136" y="915099"/>
              <a:ext cx="96075" cy="91033"/>
            </a:xfrm>
            <a:custGeom>
              <a:avLst/>
              <a:gdLst/>
              <a:ahLst/>
              <a:cxnLst/>
              <a:rect l="l" t="t" r="r" b="b"/>
              <a:pathLst>
                <a:path w="3087" h="2925" extrusionOk="0">
                  <a:moveTo>
                    <a:pt x="625" y="2775"/>
                  </a:moveTo>
                  <a:cubicBezTo>
                    <a:pt x="250" y="2037"/>
                    <a:pt x="475" y="1138"/>
                    <a:pt x="1162" y="675"/>
                  </a:cubicBezTo>
                  <a:cubicBezTo>
                    <a:pt x="1900" y="188"/>
                    <a:pt x="2737" y="713"/>
                    <a:pt x="2874" y="1512"/>
                  </a:cubicBezTo>
                  <a:cubicBezTo>
                    <a:pt x="2899" y="1625"/>
                    <a:pt x="3087" y="1600"/>
                    <a:pt x="3074" y="1487"/>
                  </a:cubicBezTo>
                  <a:cubicBezTo>
                    <a:pt x="2987" y="613"/>
                    <a:pt x="2062" y="0"/>
                    <a:pt x="1237" y="388"/>
                  </a:cubicBezTo>
                  <a:cubicBezTo>
                    <a:pt x="350" y="800"/>
                    <a:pt x="0" y="2025"/>
                    <a:pt x="488" y="2850"/>
                  </a:cubicBezTo>
                  <a:cubicBezTo>
                    <a:pt x="538" y="2925"/>
                    <a:pt x="663" y="2862"/>
                    <a:pt x="625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2" name="Google Shape;4542;p68"/>
            <p:cNvSpPr/>
            <p:nvPr/>
          </p:nvSpPr>
          <p:spPr>
            <a:xfrm>
              <a:off x="847399" y="972645"/>
              <a:ext cx="31" cy="436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3" name="Google Shape;4543;p68"/>
            <p:cNvSpPr/>
            <p:nvPr/>
          </p:nvSpPr>
          <p:spPr>
            <a:xfrm>
              <a:off x="625340" y="733064"/>
              <a:ext cx="129532" cy="257134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175" y="8174"/>
                  </a:moveTo>
                  <a:cubicBezTo>
                    <a:pt x="463" y="6974"/>
                    <a:pt x="988" y="5862"/>
                    <a:pt x="1725" y="4887"/>
                  </a:cubicBezTo>
                  <a:cubicBezTo>
                    <a:pt x="2250" y="4187"/>
                    <a:pt x="2937" y="3525"/>
                    <a:pt x="3312" y="2700"/>
                  </a:cubicBezTo>
                  <a:cubicBezTo>
                    <a:pt x="3712" y="1788"/>
                    <a:pt x="3699" y="826"/>
                    <a:pt x="3025" y="76"/>
                  </a:cubicBezTo>
                  <a:cubicBezTo>
                    <a:pt x="2962" y="1"/>
                    <a:pt x="2837" y="88"/>
                    <a:pt x="2887" y="176"/>
                  </a:cubicBezTo>
                  <a:cubicBezTo>
                    <a:pt x="4162" y="2050"/>
                    <a:pt x="2400" y="3537"/>
                    <a:pt x="1387" y="4987"/>
                  </a:cubicBezTo>
                  <a:cubicBezTo>
                    <a:pt x="738" y="5937"/>
                    <a:pt x="275" y="6999"/>
                    <a:pt x="25" y="8124"/>
                  </a:cubicBezTo>
                  <a:cubicBezTo>
                    <a:pt x="0" y="8224"/>
                    <a:pt x="150" y="8261"/>
                    <a:pt x="188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4" name="Google Shape;4544;p68"/>
            <p:cNvSpPr/>
            <p:nvPr/>
          </p:nvSpPr>
          <p:spPr>
            <a:xfrm>
              <a:off x="631565" y="1057049"/>
              <a:ext cx="101522" cy="110111"/>
            </a:xfrm>
            <a:custGeom>
              <a:avLst/>
              <a:gdLst/>
              <a:ahLst/>
              <a:cxnLst/>
              <a:rect l="l" t="t" r="r" b="b"/>
              <a:pathLst>
                <a:path w="3262" h="3538" extrusionOk="0">
                  <a:moveTo>
                    <a:pt x="488" y="3387"/>
                  </a:moveTo>
                  <a:cubicBezTo>
                    <a:pt x="275" y="2413"/>
                    <a:pt x="175" y="1050"/>
                    <a:pt x="1187" y="438"/>
                  </a:cubicBezTo>
                  <a:cubicBezTo>
                    <a:pt x="1650" y="176"/>
                    <a:pt x="2250" y="263"/>
                    <a:pt x="2625" y="650"/>
                  </a:cubicBezTo>
                  <a:cubicBezTo>
                    <a:pt x="2937" y="975"/>
                    <a:pt x="3262" y="2300"/>
                    <a:pt x="2475" y="2388"/>
                  </a:cubicBezTo>
                  <a:cubicBezTo>
                    <a:pt x="2400" y="2388"/>
                    <a:pt x="2400" y="2525"/>
                    <a:pt x="2475" y="2512"/>
                  </a:cubicBezTo>
                  <a:cubicBezTo>
                    <a:pt x="3024" y="2462"/>
                    <a:pt x="3199" y="1788"/>
                    <a:pt x="3137" y="1313"/>
                  </a:cubicBezTo>
                  <a:cubicBezTo>
                    <a:pt x="3074" y="700"/>
                    <a:pt x="2600" y="201"/>
                    <a:pt x="1975" y="101"/>
                  </a:cubicBezTo>
                  <a:cubicBezTo>
                    <a:pt x="1337" y="1"/>
                    <a:pt x="825" y="363"/>
                    <a:pt x="500" y="900"/>
                  </a:cubicBezTo>
                  <a:cubicBezTo>
                    <a:pt x="0" y="1700"/>
                    <a:pt x="125" y="2562"/>
                    <a:pt x="325" y="3425"/>
                  </a:cubicBezTo>
                  <a:cubicBezTo>
                    <a:pt x="350" y="3537"/>
                    <a:pt x="525" y="3500"/>
                    <a:pt x="488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5" name="Google Shape;4545;p68"/>
            <p:cNvSpPr/>
            <p:nvPr/>
          </p:nvSpPr>
          <p:spPr>
            <a:xfrm>
              <a:off x="664243" y="1195513"/>
              <a:ext cx="54869" cy="41268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350" y="1175"/>
                  </a:moveTo>
                  <a:cubicBezTo>
                    <a:pt x="262" y="863"/>
                    <a:pt x="312" y="538"/>
                    <a:pt x="625" y="363"/>
                  </a:cubicBezTo>
                  <a:cubicBezTo>
                    <a:pt x="825" y="188"/>
                    <a:pt x="1037" y="238"/>
                    <a:pt x="1262" y="525"/>
                  </a:cubicBezTo>
                  <a:cubicBezTo>
                    <a:pt x="1312" y="650"/>
                    <a:pt x="1300" y="788"/>
                    <a:pt x="1225" y="900"/>
                  </a:cubicBezTo>
                  <a:cubicBezTo>
                    <a:pt x="1112" y="975"/>
                    <a:pt x="1212" y="1150"/>
                    <a:pt x="1325" y="1075"/>
                  </a:cubicBezTo>
                  <a:cubicBezTo>
                    <a:pt x="1762" y="813"/>
                    <a:pt x="1412" y="113"/>
                    <a:pt x="987" y="63"/>
                  </a:cubicBezTo>
                  <a:cubicBezTo>
                    <a:pt x="325" y="0"/>
                    <a:pt x="0" y="688"/>
                    <a:pt x="200" y="1225"/>
                  </a:cubicBezTo>
                  <a:cubicBezTo>
                    <a:pt x="237" y="1325"/>
                    <a:pt x="387" y="1288"/>
                    <a:pt x="35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6" name="Google Shape;4546;p68"/>
            <p:cNvSpPr/>
            <p:nvPr/>
          </p:nvSpPr>
          <p:spPr>
            <a:xfrm>
              <a:off x="689110" y="708975"/>
              <a:ext cx="40086" cy="39681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838" y="825"/>
                  </a:moveTo>
                  <a:lnTo>
                    <a:pt x="838" y="825"/>
                  </a:lnTo>
                  <a:cubicBezTo>
                    <a:pt x="826" y="900"/>
                    <a:pt x="926" y="950"/>
                    <a:pt x="988" y="887"/>
                  </a:cubicBezTo>
                  <a:cubicBezTo>
                    <a:pt x="1288" y="475"/>
                    <a:pt x="663" y="0"/>
                    <a:pt x="326" y="412"/>
                  </a:cubicBezTo>
                  <a:cubicBezTo>
                    <a:pt x="1" y="825"/>
                    <a:pt x="563" y="1275"/>
                    <a:pt x="938" y="950"/>
                  </a:cubicBezTo>
                  <a:cubicBezTo>
                    <a:pt x="1001" y="887"/>
                    <a:pt x="913" y="775"/>
                    <a:pt x="838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7" name="Google Shape;4547;p68"/>
            <p:cNvSpPr/>
            <p:nvPr/>
          </p:nvSpPr>
          <p:spPr>
            <a:xfrm>
              <a:off x="668103" y="803463"/>
              <a:ext cx="140829" cy="9648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1" y="3050"/>
                  </a:moveTo>
                  <a:cubicBezTo>
                    <a:pt x="1338" y="1688"/>
                    <a:pt x="2813" y="926"/>
                    <a:pt x="4437" y="176"/>
                  </a:cubicBezTo>
                  <a:cubicBezTo>
                    <a:pt x="4525" y="138"/>
                    <a:pt x="4462" y="1"/>
                    <a:pt x="4375" y="26"/>
                  </a:cubicBezTo>
                  <a:cubicBezTo>
                    <a:pt x="2663" y="538"/>
                    <a:pt x="1163" y="1550"/>
                    <a:pt x="51" y="2950"/>
                  </a:cubicBezTo>
                  <a:cubicBezTo>
                    <a:pt x="1" y="3012"/>
                    <a:pt x="88" y="3100"/>
                    <a:pt x="151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8" name="Google Shape;4548;p68"/>
            <p:cNvSpPr/>
            <p:nvPr/>
          </p:nvSpPr>
          <p:spPr>
            <a:xfrm>
              <a:off x="794118" y="782860"/>
              <a:ext cx="40490" cy="3853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850"/>
                  </a:moveTo>
                  <a:cubicBezTo>
                    <a:pt x="751" y="1238"/>
                    <a:pt x="1301" y="700"/>
                    <a:pt x="926" y="350"/>
                  </a:cubicBezTo>
                  <a:cubicBezTo>
                    <a:pt x="551" y="0"/>
                    <a:pt x="1" y="638"/>
                    <a:pt x="451" y="888"/>
                  </a:cubicBezTo>
                  <a:cubicBezTo>
                    <a:pt x="538" y="925"/>
                    <a:pt x="626" y="813"/>
                    <a:pt x="563" y="738"/>
                  </a:cubicBezTo>
                  <a:lnTo>
                    <a:pt x="501" y="738"/>
                  </a:lnTo>
                  <a:cubicBezTo>
                    <a:pt x="426" y="675"/>
                    <a:pt x="326" y="775"/>
                    <a:pt x="3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9" name="Google Shape;4549;p68"/>
            <p:cNvSpPr/>
            <p:nvPr/>
          </p:nvSpPr>
          <p:spPr>
            <a:xfrm>
              <a:off x="815125" y="843518"/>
              <a:ext cx="12480" cy="7438"/>
            </a:xfrm>
            <a:custGeom>
              <a:avLst/>
              <a:gdLst/>
              <a:ahLst/>
              <a:cxnLst/>
              <a:rect l="l" t="t" r="r" b="b"/>
              <a:pathLst>
                <a:path w="401" h="239" extrusionOk="0">
                  <a:moveTo>
                    <a:pt x="126" y="213"/>
                  </a:moveTo>
                  <a:cubicBezTo>
                    <a:pt x="188" y="213"/>
                    <a:pt x="238" y="213"/>
                    <a:pt x="301" y="226"/>
                  </a:cubicBezTo>
                  <a:cubicBezTo>
                    <a:pt x="388" y="238"/>
                    <a:pt x="401" y="113"/>
                    <a:pt x="338" y="76"/>
                  </a:cubicBezTo>
                  <a:cubicBezTo>
                    <a:pt x="276" y="26"/>
                    <a:pt x="201" y="1"/>
                    <a:pt x="126" y="13"/>
                  </a:cubicBezTo>
                  <a:cubicBezTo>
                    <a:pt x="1" y="13"/>
                    <a:pt x="1" y="201"/>
                    <a:pt x="126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0" name="Google Shape;4550;p68"/>
            <p:cNvSpPr/>
            <p:nvPr/>
          </p:nvSpPr>
          <p:spPr>
            <a:xfrm>
              <a:off x="778183" y="1008062"/>
              <a:ext cx="8963" cy="12449"/>
            </a:xfrm>
            <a:custGeom>
              <a:avLst/>
              <a:gdLst/>
              <a:ahLst/>
              <a:cxnLst/>
              <a:rect l="l" t="t" r="r" b="b"/>
              <a:pathLst>
                <a:path w="288" h="400" extrusionOk="0">
                  <a:moveTo>
                    <a:pt x="38" y="150"/>
                  </a:moveTo>
                  <a:cubicBezTo>
                    <a:pt x="63" y="237"/>
                    <a:pt x="101" y="312"/>
                    <a:pt x="176" y="362"/>
                  </a:cubicBezTo>
                  <a:cubicBezTo>
                    <a:pt x="213" y="400"/>
                    <a:pt x="288" y="362"/>
                    <a:pt x="275" y="300"/>
                  </a:cubicBezTo>
                  <a:cubicBezTo>
                    <a:pt x="263" y="225"/>
                    <a:pt x="238" y="150"/>
                    <a:pt x="188" y="88"/>
                  </a:cubicBezTo>
                  <a:cubicBezTo>
                    <a:pt x="151" y="0"/>
                    <a:pt x="1" y="63"/>
                    <a:pt x="38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1" name="Google Shape;4551;p68"/>
            <p:cNvSpPr/>
            <p:nvPr/>
          </p:nvSpPr>
          <p:spPr>
            <a:xfrm>
              <a:off x="616782" y="832251"/>
              <a:ext cx="34639" cy="195263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188" y="6174"/>
                  </a:moveTo>
                  <a:cubicBezTo>
                    <a:pt x="250" y="4899"/>
                    <a:pt x="500" y="3675"/>
                    <a:pt x="775" y="2437"/>
                  </a:cubicBezTo>
                  <a:cubicBezTo>
                    <a:pt x="950" y="1625"/>
                    <a:pt x="1113" y="913"/>
                    <a:pt x="788" y="113"/>
                  </a:cubicBezTo>
                  <a:cubicBezTo>
                    <a:pt x="750" y="1"/>
                    <a:pt x="588" y="51"/>
                    <a:pt x="613" y="163"/>
                  </a:cubicBezTo>
                  <a:cubicBezTo>
                    <a:pt x="925" y="1338"/>
                    <a:pt x="488" y="2462"/>
                    <a:pt x="250" y="3625"/>
                  </a:cubicBezTo>
                  <a:cubicBezTo>
                    <a:pt x="75" y="4462"/>
                    <a:pt x="0" y="5312"/>
                    <a:pt x="0" y="6174"/>
                  </a:cubicBezTo>
                  <a:cubicBezTo>
                    <a:pt x="25" y="6274"/>
                    <a:pt x="175" y="6274"/>
                    <a:pt x="188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2" name="Google Shape;4552;p68"/>
            <p:cNvSpPr/>
            <p:nvPr/>
          </p:nvSpPr>
          <p:spPr>
            <a:xfrm>
              <a:off x="616782" y="805797"/>
              <a:ext cx="38530" cy="41268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800" y="976"/>
                  </a:moveTo>
                  <a:cubicBezTo>
                    <a:pt x="1238" y="551"/>
                    <a:pt x="513" y="1"/>
                    <a:pt x="225" y="476"/>
                  </a:cubicBezTo>
                  <a:cubicBezTo>
                    <a:pt x="0" y="851"/>
                    <a:pt x="663" y="1325"/>
                    <a:pt x="813" y="851"/>
                  </a:cubicBezTo>
                  <a:cubicBezTo>
                    <a:pt x="825" y="763"/>
                    <a:pt x="725" y="701"/>
                    <a:pt x="650" y="763"/>
                  </a:cubicBezTo>
                  <a:cubicBezTo>
                    <a:pt x="663" y="801"/>
                    <a:pt x="675" y="838"/>
                    <a:pt x="688" y="876"/>
                  </a:cubicBezTo>
                  <a:cubicBezTo>
                    <a:pt x="638" y="963"/>
                    <a:pt x="738" y="1038"/>
                    <a:pt x="813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3" name="Google Shape;4553;p68"/>
            <p:cNvSpPr/>
            <p:nvPr/>
          </p:nvSpPr>
          <p:spPr>
            <a:xfrm>
              <a:off x="688332" y="750586"/>
              <a:ext cx="28041" cy="90629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1" y="2650"/>
                  </a:moveTo>
                  <a:cubicBezTo>
                    <a:pt x="213" y="2012"/>
                    <a:pt x="263" y="975"/>
                    <a:pt x="451" y="188"/>
                  </a:cubicBezTo>
                  <a:cubicBezTo>
                    <a:pt x="488" y="63"/>
                    <a:pt x="326" y="0"/>
                    <a:pt x="251" y="113"/>
                  </a:cubicBezTo>
                  <a:cubicBezTo>
                    <a:pt x="1" y="525"/>
                    <a:pt x="26" y="1225"/>
                    <a:pt x="101" y="1687"/>
                  </a:cubicBezTo>
                  <a:cubicBezTo>
                    <a:pt x="151" y="2112"/>
                    <a:pt x="338" y="2500"/>
                    <a:pt x="638" y="2812"/>
                  </a:cubicBezTo>
                  <a:cubicBezTo>
                    <a:pt x="738" y="2912"/>
                    <a:pt x="901" y="2750"/>
                    <a:pt x="7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4" name="Google Shape;4554;p68"/>
            <p:cNvSpPr/>
            <p:nvPr/>
          </p:nvSpPr>
          <p:spPr>
            <a:xfrm>
              <a:off x="695335" y="751737"/>
              <a:ext cx="29597" cy="87921"/>
            </a:xfrm>
            <a:custGeom>
              <a:avLst/>
              <a:gdLst/>
              <a:ahLst/>
              <a:cxnLst/>
              <a:rect l="l" t="t" r="r" b="b"/>
              <a:pathLst>
                <a:path w="951" h="2825" extrusionOk="0">
                  <a:moveTo>
                    <a:pt x="88" y="213"/>
                  </a:moveTo>
                  <a:cubicBezTo>
                    <a:pt x="763" y="763"/>
                    <a:pt x="501" y="1938"/>
                    <a:pt x="401" y="2650"/>
                  </a:cubicBezTo>
                  <a:cubicBezTo>
                    <a:pt x="376" y="2750"/>
                    <a:pt x="513" y="2825"/>
                    <a:pt x="576" y="2725"/>
                  </a:cubicBezTo>
                  <a:cubicBezTo>
                    <a:pt x="951" y="2013"/>
                    <a:pt x="888" y="588"/>
                    <a:pt x="201" y="63"/>
                  </a:cubicBezTo>
                  <a:cubicBezTo>
                    <a:pt x="113" y="1"/>
                    <a:pt x="1" y="138"/>
                    <a:pt x="88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5" name="Google Shape;4555;p68"/>
            <p:cNvSpPr/>
            <p:nvPr/>
          </p:nvSpPr>
          <p:spPr>
            <a:xfrm>
              <a:off x="635455" y="941149"/>
              <a:ext cx="70804" cy="22595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113" y="500"/>
                  </a:moveTo>
                  <a:cubicBezTo>
                    <a:pt x="800" y="725"/>
                    <a:pt x="1537" y="638"/>
                    <a:pt x="2150" y="251"/>
                  </a:cubicBezTo>
                  <a:cubicBezTo>
                    <a:pt x="2275" y="188"/>
                    <a:pt x="2162" y="1"/>
                    <a:pt x="2037" y="63"/>
                  </a:cubicBezTo>
                  <a:cubicBezTo>
                    <a:pt x="1475" y="401"/>
                    <a:pt x="800" y="488"/>
                    <a:pt x="163" y="313"/>
                  </a:cubicBezTo>
                  <a:cubicBezTo>
                    <a:pt x="50" y="288"/>
                    <a:pt x="0" y="463"/>
                    <a:pt x="113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6" name="Google Shape;4556;p68"/>
            <p:cNvSpPr/>
            <p:nvPr/>
          </p:nvSpPr>
          <p:spPr>
            <a:xfrm>
              <a:off x="635828" y="928700"/>
              <a:ext cx="69652" cy="26081"/>
            </a:xfrm>
            <a:custGeom>
              <a:avLst/>
              <a:gdLst/>
              <a:ahLst/>
              <a:cxnLst/>
              <a:rect l="l" t="t" r="r" b="b"/>
              <a:pathLst>
                <a:path w="2238" h="838" extrusionOk="0">
                  <a:moveTo>
                    <a:pt x="2113" y="438"/>
                  </a:moveTo>
                  <a:cubicBezTo>
                    <a:pt x="1763" y="313"/>
                    <a:pt x="1" y="1"/>
                    <a:pt x="113" y="776"/>
                  </a:cubicBezTo>
                  <a:cubicBezTo>
                    <a:pt x="126" y="813"/>
                    <a:pt x="176" y="838"/>
                    <a:pt x="213" y="826"/>
                  </a:cubicBezTo>
                  <a:cubicBezTo>
                    <a:pt x="463" y="738"/>
                    <a:pt x="626" y="588"/>
                    <a:pt x="913" y="538"/>
                  </a:cubicBezTo>
                  <a:cubicBezTo>
                    <a:pt x="1300" y="488"/>
                    <a:pt x="1688" y="526"/>
                    <a:pt x="2050" y="663"/>
                  </a:cubicBezTo>
                  <a:cubicBezTo>
                    <a:pt x="2188" y="701"/>
                    <a:pt x="2238" y="501"/>
                    <a:pt x="2113" y="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7" name="Google Shape;4557;p68"/>
            <p:cNvSpPr/>
            <p:nvPr/>
          </p:nvSpPr>
          <p:spPr>
            <a:xfrm>
              <a:off x="712079" y="1274066"/>
              <a:ext cx="33457" cy="103109"/>
            </a:xfrm>
            <a:custGeom>
              <a:avLst/>
              <a:gdLst/>
              <a:ahLst/>
              <a:cxnLst/>
              <a:rect l="l" t="t" r="r" b="b"/>
              <a:pathLst>
                <a:path w="1075" h="3313" extrusionOk="0">
                  <a:moveTo>
                    <a:pt x="350" y="3162"/>
                  </a:moveTo>
                  <a:cubicBezTo>
                    <a:pt x="288" y="2600"/>
                    <a:pt x="325" y="2038"/>
                    <a:pt x="462" y="1500"/>
                  </a:cubicBezTo>
                  <a:cubicBezTo>
                    <a:pt x="600" y="1013"/>
                    <a:pt x="887" y="613"/>
                    <a:pt x="1050" y="138"/>
                  </a:cubicBezTo>
                  <a:cubicBezTo>
                    <a:pt x="1075" y="63"/>
                    <a:pt x="962" y="1"/>
                    <a:pt x="912" y="63"/>
                  </a:cubicBezTo>
                  <a:cubicBezTo>
                    <a:pt x="138" y="813"/>
                    <a:pt x="0" y="2175"/>
                    <a:pt x="138" y="3187"/>
                  </a:cubicBezTo>
                  <a:cubicBezTo>
                    <a:pt x="163" y="3312"/>
                    <a:pt x="363" y="3287"/>
                    <a:pt x="350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8" name="Google Shape;4558;p68"/>
            <p:cNvSpPr/>
            <p:nvPr/>
          </p:nvSpPr>
          <p:spPr>
            <a:xfrm>
              <a:off x="717899" y="1274066"/>
              <a:ext cx="38530" cy="125673"/>
            </a:xfrm>
            <a:custGeom>
              <a:avLst/>
              <a:gdLst/>
              <a:ahLst/>
              <a:cxnLst/>
              <a:rect l="l" t="t" r="r" b="b"/>
              <a:pathLst>
                <a:path w="1238" h="4038" extrusionOk="0">
                  <a:moveTo>
                    <a:pt x="788" y="201"/>
                  </a:moveTo>
                  <a:cubicBezTo>
                    <a:pt x="900" y="876"/>
                    <a:pt x="1000" y="1575"/>
                    <a:pt x="850" y="2250"/>
                  </a:cubicBezTo>
                  <a:cubicBezTo>
                    <a:pt x="713" y="2800"/>
                    <a:pt x="400" y="3287"/>
                    <a:pt x="88" y="3762"/>
                  </a:cubicBezTo>
                  <a:cubicBezTo>
                    <a:pt x="1" y="3900"/>
                    <a:pt x="226" y="4037"/>
                    <a:pt x="313" y="3887"/>
                  </a:cubicBezTo>
                  <a:cubicBezTo>
                    <a:pt x="688" y="3325"/>
                    <a:pt x="1038" y="2738"/>
                    <a:pt x="1138" y="2050"/>
                  </a:cubicBezTo>
                  <a:cubicBezTo>
                    <a:pt x="1238" y="1425"/>
                    <a:pt x="1113" y="763"/>
                    <a:pt x="1000" y="138"/>
                  </a:cubicBezTo>
                  <a:cubicBezTo>
                    <a:pt x="975" y="1"/>
                    <a:pt x="763" y="63"/>
                    <a:pt x="788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9" name="Google Shape;4559;p68"/>
            <p:cNvSpPr/>
            <p:nvPr/>
          </p:nvSpPr>
          <p:spPr>
            <a:xfrm>
              <a:off x="940362" y="885159"/>
              <a:ext cx="10551" cy="1011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251" y="13"/>
                  </a:moveTo>
                  <a:cubicBezTo>
                    <a:pt x="163" y="0"/>
                    <a:pt x="76" y="38"/>
                    <a:pt x="38" y="113"/>
                  </a:cubicBezTo>
                  <a:cubicBezTo>
                    <a:pt x="13" y="125"/>
                    <a:pt x="1" y="163"/>
                    <a:pt x="13" y="188"/>
                  </a:cubicBezTo>
                  <a:cubicBezTo>
                    <a:pt x="26" y="213"/>
                    <a:pt x="26" y="250"/>
                    <a:pt x="38" y="275"/>
                  </a:cubicBezTo>
                  <a:cubicBezTo>
                    <a:pt x="51" y="300"/>
                    <a:pt x="113" y="325"/>
                    <a:pt x="138" y="288"/>
                  </a:cubicBezTo>
                  <a:lnTo>
                    <a:pt x="276" y="150"/>
                  </a:lnTo>
                  <a:cubicBezTo>
                    <a:pt x="338" y="125"/>
                    <a:pt x="338" y="0"/>
                    <a:pt x="251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0" name="Google Shape;4560;p68"/>
            <p:cNvSpPr/>
            <p:nvPr/>
          </p:nvSpPr>
          <p:spPr>
            <a:xfrm>
              <a:off x="948547" y="885159"/>
              <a:ext cx="73138" cy="18674"/>
            </a:xfrm>
            <a:custGeom>
              <a:avLst/>
              <a:gdLst/>
              <a:ahLst/>
              <a:cxnLst/>
              <a:rect l="l" t="t" r="r" b="b"/>
              <a:pathLst>
                <a:path w="2350" h="600" extrusionOk="0">
                  <a:moveTo>
                    <a:pt x="50" y="125"/>
                  </a:moveTo>
                  <a:cubicBezTo>
                    <a:pt x="725" y="462"/>
                    <a:pt x="1525" y="600"/>
                    <a:pt x="2262" y="375"/>
                  </a:cubicBezTo>
                  <a:cubicBezTo>
                    <a:pt x="2350" y="350"/>
                    <a:pt x="2337" y="188"/>
                    <a:pt x="2237" y="200"/>
                  </a:cubicBezTo>
                  <a:cubicBezTo>
                    <a:pt x="1487" y="288"/>
                    <a:pt x="812" y="288"/>
                    <a:pt x="100" y="25"/>
                  </a:cubicBezTo>
                  <a:cubicBezTo>
                    <a:pt x="38" y="0"/>
                    <a:pt x="0" y="100"/>
                    <a:pt x="5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1" name="Google Shape;4561;p68"/>
            <p:cNvSpPr/>
            <p:nvPr/>
          </p:nvSpPr>
          <p:spPr>
            <a:xfrm>
              <a:off x="990158" y="891384"/>
              <a:ext cx="31527" cy="21412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825" y="75"/>
                  </a:moveTo>
                  <a:cubicBezTo>
                    <a:pt x="613" y="337"/>
                    <a:pt x="375" y="412"/>
                    <a:pt x="75" y="525"/>
                  </a:cubicBezTo>
                  <a:cubicBezTo>
                    <a:pt x="0" y="562"/>
                    <a:pt x="0" y="687"/>
                    <a:pt x="100" y="675"/>
                  </a:cubicBezTo>
                  <a:cubicBezTo>
                    <a:pt x="450" y="662"/>
                    <a:pt x="763" y="475"/>
                    <a:pt x="963" y="187"/>
                  </a:cubicBezTo>
                  <a:cubicBezTo>
                    <a:pt x="1013" y="100"/>
                    <a:pt x="888" y="0"/>
                    <a:pt x="825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2" name="Google Shape;4562;p68"/>
            <p:cNvSpPr/>
            <p:nvPr/>
          </p:nvSpPr>
          <p:spPr>
            <a:xfrm>
              <a:off x="939989" y="891384"/>
              <a:ext cx="33083" cy="68843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38" y="138"/>
                  </a:moveTo>
                  <a:cubicBezTo>
                    <a:pt x="213" y="437"/>
                    <a:pt x="363" y="750"/>
                    <a:pt x="488" y="1087"/>
                  </a:cubicBezTo>
                  <a:cubicBezTo>
                    <a:pt x="600" y="1437"/>
                    <a:pt x="525" y="1737"/>
                    <a:pt x="488" y="2099"/>
                  </a:cubicBezTo>
                  <a:cubicBezTo>
                    <a:pt x="475" y="2187"/>
                    <a:pt x="600" y="2212"/>
                    <a:pt x="638" y="2137"/>
                  </a:cubicBezTo>
                  <a:cubicBezTo>
                    <a:pt x="1062" y="1437"/>
                    <a:pt x="600" y="600"/>
                    <a:pt x="125" y="50"/>
                  </a:cubicBezTo>
                  <a:cubicBezTo>
                    <a:pt x="75" y="0"/>
                    <a:pt x="0" y="75"/>
                    <a:pt x="25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3" name="Google Shape;4563;p68"/>
            <p:cNvSpPr/>
            <p:nvPr/>
          </p:nvSpPr>
          <p:spPr>
            <a:xfrm>
              <a:off x="952811" y="918585"/>
              <a:ext cx="21412" cy="43198"/>
            </a:xfrm>
            <a:custGeom>
              <a:avLst/>
              <a:gdLst/>
              <a:ahLst/>
              <a:cxnLst/>
              <a:rect l="l" t="t" r="r" b="b"/>
              <a:pathLst>
                <a:path w="688" h="1388" extrusionOk="0">
                  <a:moveTo>
                    <a:pt x="301" y="1263"/>
                  </a:moveTo>
                  <a:cubicBezTo>
                    <a:pt x="563" y="938"/>
                    <a:pt x="688" y="513"/>
                    <a:pt x="638" y="101"/>
                  </a:cubicBezTo>
                  <a:cubicBezTo>
                    <a:pt x="613" y="1"/>
                    <a:pt x="463" y="38"/>
                    <a:pt x="463" y="126"/>
                  </a:cubicBezTo>
                  <a:cubicBezTo>
                    <a:pt x="438" y="513"/>
                    <a:pt x="375" y="813"/>
                    <a:pt x="113" y="1101"/>
                  </a:cubicBezTo>
                  <a:cubicBezTo>
                    <a:pt x="1" y="1238"/>
                    <a:pt x="201" y="1388"/>
                    <a:pt x="301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4" name="Google Shape;4564;p68"/>
            <p:cNvSpPr/>
            <p:nvPr/>
          </p:nvSpPr>
          <p:spPr>
            <a:xfrm>
              <a:off x="966412" y="916655"/>
              <a:ext cx="28446" cy="14036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126" y="213"/>
                  </a:moveTo>
                  <a:cubicBezTo>
                    <a:pt x="351" y="275"/>
                    <a:pt x="551" y="388"/>
                    <a:pt x="776" y="425"/>
                  </a:cubicBezTo>
                  <a:cubicBezTo>
                    <a:pt x="863" y="450"/>
                    <a:pt x="913" y="338"/>
                    <a:pt x="838" y="288"/>
                  </a:cubicBezTo>
                  <a:cubicBezTo>
                    <a:pt x="638" y="163"/>
                    <a:pt x="413" y="75"/>
                    <a:pt x="176" y="38"/>
                  </a:cubicBezTo>
                  <a:cubicBezTo>
                    <a:pt x="51" y="0"/>
                    <a:pt x="1" y="175"/>
                    <a:pt x="12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5" name="Google Shape;4565;p68"/>
            <p:cNvSpPr/>
            <p:nvPr/>
          </p:nvSpPr>
          <p:spPr>
            <a:xfrm>
              <a:off x="975748" y="906136"/>
              <a:ext cx="20261" cy="24556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588" y="563"/>
                  </a:moveTo>
                  <a:cubicBezTo>
                    <a:pt x="501" y="376"/>
                    <a:pt x="376" y="201"/>
                    <a:pt x="213" y="63"/>
                  </a:cubicBezTo>
                  <a:cubicBezTo>
                    <a:pt x="138" y="1"/>
                    <a:pt x="1" y="88"/>
                    <a:pt x="63" y="176"/>
                  </a:cubicBezTo>
                  <a:cubicBezTo>
                    <a:pt x="176" y="351"/>
                    <a:pt x="288" y="501"/>
                    <a:pt x="401" y="663"/>
                  </a:cubicBezTo>
                  <a:cubicBezTo>
                    <a:pt x="476" y="788"/>
                    <a:pt x="651" y="688"/>
                    <a:pt x="588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6" name="Google Shape;4566;p68"/>
            <p:cNvSpPr/>
            <p:nvPr/>
          </p:nvSpPr>
          <p:spPr>
            <a:xfrm>
              <a:off x="978083" y="906541"/>
              <a:ext cx="21443" cy="8590"/>
            </a:xfrm>
            <a:custGeom>
              <a:avLst/>
              <a:gdLst/>
              <a:ahLst/>
              <a:cxnLst/>
              <a:rect l="l" t="t" r="r" b="b"/>
              <a:pathLst>
                <a:path w="689" h="276" extrusionOk="0">
                  <a:moveTo>
                    <a:pt x="126" y="225"/>
                  </a:moveTo>
                  <a:cubicBezTo>
                    <a:pt x="288" y="275"/>
                    <a:pt x="463" y="250"/>
                    <a:pt x="613" y="163"/>
                  </a:cubicBezTo>
                  <a:cubicBezTo>
                    <a:pt x="688" y="113"/>
                    <a:pt x="626" y="0"/>
                    <a:pt x="551" y="25"/>
                  </a:cubicBezTo>
                  <a:lnTo>
                    <a:pt x="176" y="38"/>
                  </a:lnTo>
                  <a:cubicBezTo>
                    <a:pt x="51" y="13"/>
                    <a:pt x="1" y="188"/>
                    <a:pt x="126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7" name="Google Shape;4567;p68"/>
            <p:cNvSpPr/>
            <p:nvPr/>
          </p:nvSpPr>
          <p:spPr>
            <a:xfrm>
              <a:off x="988976" y="925992"/>
              <a:ext cx="35822" cy="29193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501" y="163"/>
                  </a:moveTo>
                  <a:cubicBezTo>
                    <a:pt x="1" y="263"/>
                    <a:pt x="276" y="937"/>
                    <a:pt x="713" y="838"/>
                  </a:cubicBezTo>
                  <a:cubicBezTo>
                    <a:pt x="1150" y="750"/>
                    <a:pt x="1013" y="0"/>
                    <a:pt x="513" y="150"/>
                  </a:cubicBezTo>
                  <a:cubicBezTo>
                    <a:pt x="401" y="188"/>
                    <a:pt x="426" y="350"/>
                    <a:pt x="538" y="350"/>
                  </a:cubicBezTo>
                  <a:cubicBezTo>
                    <a:pt x="538" y="350"/>
                    <a:pt x="538" y="325"/>
                    <a:pt x="551" y="325"/>
                  </a:cubicBezTo>
                  <a:cubicBezTo>
                    <a:pt x="663" y="288"/>
                    <a:pt x="613" y="125"/>
                    <a:pt x="50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8" name="Google Shape;4568;p68"/>
            <p:cNvSpPr/>
            <p:nvPr/>
          </p:nvSpPr>
          <p:spPr>
            <a:xfrm>
              <a:off x="7566560" y="519563"/>
              <a:ext cx="686096" cy="236873"/>
            </a:xfrm>
            <a:custGeom>
              <a:avLst/>
              <a:gdLst/>
              <a:ahLst/>
              <a:cxnLst/>
              <a:rect l="l" t="t" r="r" b="b"/>
              <a:pathLst>
                <a:path w="22045" h="7611" extrusionOk="0">
                  <a:moveTo>
                    <a:pt x="225" y="2949"/>
                  </a:moveTo>
                  <a:cubicBezTo>
                    <a:pt x="5049" y="7611"/>
                    <a:pt x="11447" y="0"/>
                    <a:pt x="17096" y="1300"/>
                  </a:cubicBezTo>
                  <a:cubicBezTo>
                    <a:pt x="20083" y="2000"/>
                    <a:pt x="22045" y="4312"/>
                    <a:pt x="21945" y="7373"/>
                  </a:cubicBezTo>
                  <a:cubicBezTo>
                    <a:pt x="21932" y="7461"/>
                    <a:pt x="21820" y="7461"/>
                    <a:pt x="21807" y="7373"/>
                  </a:cubicBezTo>
                  <a:cubicBezTo>
                    <a:pt x="21532" y="1100"/>
                    <a:pt x="14534" y="887"/>
                    <a:pt x="10173" y="2724"/>
                  </a:cubicBezTo>
                  <a:cubicBezTo>
                    <a:pt x="8448" y="3449"/>
                    <a:pt x="6736" y="4437"/>
                    <a:pt x="4837" y="4661"/>
                  </a:cubicBezTo>
                  <a:cubicBezTo>
                    <a:pt x="2937" y="4886"/>
                    <a:pt x="1425" y="4387"/>
                    <a:pt x="88" y="3087"/>
                  </a:cubicBezTo>
                  <a:cubicBezTo>
                    <a:pt x="0" y="2999"/>
                    <a:pt x="125" y="2874"/>
                    <a:pt x="213" y="29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9" name="Google Shape;4569;p68"/>
            <p:cNvSpPr/>
            <p:nvPr/>
          </p:nvSpPr>
          <p:spPr>
            <a:xfrm>
              <a:off x="8021602" y="727617"/>
              <a:ext cx="225234" cy="151349"/>
            </a:xfrm>
            <a:custGeom>
              <a:avLst/>
              <a:gdLst/>
              <a:ahLst/>
              <a:cxnLst/>
              <a:rect l="l" t="t" r="r" b="b"/>
              <a:pathLst>
                <a:path w="7237" h="4863" extrusionOk="0">
                  <a:moveTo>
                    <a:pt x="7224" y="1688"/>
                  </a:moveTo>
                  <a:cubicBezTo>
                    <a:pt x="7086" y="3700"/>
                    <a:pt x="4624" y="4862"/>
                    <a:pt x="2825" y="4325"/>
                  </a:cubicBezTo>
                  <a:cubicBezTo>
                    <a:pt x="1313" y="3875"/>
                    <a:pt x="0" y="1338"/>
                    <a:pt x="1388" y="88"/>
                  </a:cubicBezTo>
                  <a:cubicBezTo>
                    <a:pt x="1463" y="1"/>
                    <a:pt x="1588" y="126"/>
                    <a:pt x="1500" y="201"/>
                  </a:cubicBezTo>
                  <a:cubicBezTo>
                    <a:pt x="113" y="1725"/>
                    <a:pt x="1775" y="4025"/>
                    <a:pt x="3400" y="4225"/>
                  </a:cubicBezTo>
                  <a:cubicBezTo>
                    <a:pt x="4949" y="4425"/>
                    <a:pt x="6911" y="3413"/>
                    <a:pt x="7024" y="1688"/>
                  </a:cubicBezTo>
                  <a:cubicBezTo>
                    <a:pt x="7036" y="1563"/>
                    <a:pt x="7236" y="1563"/>
                    <a:pt x="7224" y="1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0" name="Google Shape;4570;p68"/>
            <p:cNvSpPr/>
            <p:nvPr/>
          </p:nvSpPr>
          <p:spPr>
            <a:xfrm>
              <a:off x="8087707" y="700790"/>
              <a:ext cx="91438" cy="96106"/>
            </a:xfrm>
            <a:custGeom>
              <a:avLst/>
              <a:gdLst/>
              <a:ahLst/>
              <a:cxnLst/>
              <a:rect l="l" t="t" r="r" b="b"/>
              <a:pathLst>
                <a:path w="2938" h="3088" extrusionOk="0">
                  <a:moveTo>
                    <a:pt x="88" y="488"/>
                  </a:moveTo>
                  <a:cubicBezTo>
                    <a:pt x="913" y="1"/>
                    <a:pt x="2138" y="351"/>
                    <a:pt x="2550" y="1238"/>
                  </a:cubicBezTo>
                  <a:cubicBezTo>
                    <a:pt x="2938" y="2063"/>
                    <a:pt x="2325" y="2987"/>
                    <a:pt x="1451" y="3075"/>
                  </a:cubicBezTo>
                  <a:cubicBezTo>
                    <a:pt x="1338" y="3087"/>
                    <a:pt x="1313" y="2900"/>
                    <a:pt x="1426" y="2887"/>
                  </a:cubicBezTo>
                  <a:cubicBezTo>
                    <a:pt x="2238" y="2737"/>
                    <a:pt x="2738" y="1913"/>
                    <a:pt x="2275" y="1163"/>
                  </a:cubicBezTo>
                  <a:cubicBezTo>
                    <a:pt x="1800" y="476"/>
                    <a:pt x="901" y="251"/>
                    <a:pt x="163" y="625"/>
                  </a:cubicBezTo>
                  <a:cubicBezTo>
                    <a:pt x="76" y="675"/>
                    <a:pt x="1" y="538"/>
                    <a:pt x="88" y="4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1" name="Google Shape;4571;p68"/>
            <p:cNvSpPr/>
            <p:nvPr/>
          </p:nvSpPr>
          <p:spPr>
            <a:xfrm>
              <a:off x="8121568" y="789084"/>
              <a:ext cx="31" cy="40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2" name="Google Shape;4572;p68"/>
            <p:cNvSpPr/>
            <p:nvPr/>
          </p:nvSpPr>
          <p:spPr>
            <a:xfrm>
              <a:off x="8104046" y="567399"/>
              <a:ext cx="257134" cy="129532"/>
            </a:xfrm>
            <a:custGeom>
              <a:avLst/>
              <a:gdLst/>
              <a:ahLst/>
              <a:cxnLst/>
              <a:rect l="l" t="t" r="r" b="b"/>
              <a:pathLst>
                <a:path w="8262" h="4162" extrusionOk="0">
                  <a:moveTo>
                    <a:pt x="138" y="25"/>
                  </a:moveTo>
                  <a:cubicBezTo>
                    <a:pt x="1263" y="263"/>
                    <a:pt x="2325" y="725"/>
                    <a:pt x="3275" y="1375"/>
                  </a:cubicBezTo>
                  <a:cubicBezTo>
                    <a:pt x="4725" y="2387"/>
                    <a:pt x="6199" y="4162"/>
                    <a:pt x="8086" y="2875"/>
                  </a:cubicBezTo>
                  <a:cubicBezTo>
                    <a:pt x="8161" y="2825"/>
                    <a:pt x="8261" y="2950"/>
                    <a:pt x="8186" y="3012"/>
                  </a:cubicBezTo>
                  <a:cubicBezTo>
                    <a:pt x="7436" y="3699"/>
                    <a:pt x="6487" y="3699"/>
                    <a:pt x="5562" y="3299"/>
                  </a:cubicBezTo>
                  <a:cubicBezTo>
                    <a:pt x="4887" y="2999"/>
                    <a:pt x="4362" y="2475"/>
                    <a:pt x="3787" y="2025"/>
                  </a:cubicBezTo>
                  <a:cubicBezTo>
                    <a:pt x="2713" y="1137"/>
                    <a:pt x="1450" y="500"/>
                    <a:pt x="88" y="175"/>
                  </a:cubicBezTo>
                  <a:cubicBezTo>
                    <a:pt x="1" y="150"/>
                    <a:pt x="38" y="0"/>
                    <a:pt x="13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3" name="Google Shape;4573;p68"/>
            <p:cNvSpPr/>
            <p:nvPr/>
          </p:nvSpPr>
          <p:spPr>
            <a:xfrm>
              <a:off x="7927083" y="573623"/>
              <a:ext cx="110111" cy="99592"/>
            </a:xfrm>
            <a:custGeom>
              <a:avLst/>
              <a:gdLst/>
              <a:ahLst/>
              <a:cxnLst/>
              <a:rect l="l" t="t" r="r" b="b"/>
              <a:pathLst>
                <a:path w="3538" h="3200" extrusionOk="0">
                  <a:moveTo>
                    <a:pt x="101" y="313"/>
                  </a:moveTo>
                  <a:cubicBezTo>
                    <a:pt x="988" y="113"/>
                    <a:pt x="1838" y="0"/>
                    <a:pt x="2638" y="488"/>
                  </a:cubicBezTo>
                  <a:cubicBezTo>
                    <a:pt x="3175" y="813"/>
                    <a:pt x="3537" y="1325"/>
                    <a:pt x="3437" y="1975"/>
                  </a:cubicBezTo>
                  <a:cubicBezTo>
                    <a:pt x="3337" y="2587"/>
                    <a:pt x="2838" y="3062"/>
                    <a:pt x="2225" y="3137"/>
                  </a:cubicBezTo>
                  <a:cubicBezTo>
                    <a:pt x="1750" y="3187"/>
                    <a:pt x="1075" y="3024"/>
                    <a:pt x="1026" y="2475"/>
                  </a:cubicBezTo>
                  <a:cubicBezTo>
                    <a:pt x="1013" y="2387"/>
                    <a:pt x="1150" y="2387"/>
                    <a:pt x="1150" y="2475"/>
                  </a:cubicBezTo>
                  <a:cubicBezTo>
                    <a:pt x="1225" y="3199"/>
                    <a:pt x="2438" y="2937"/>
                    <a:pt x="2750" y="2712"/>
                  </a:cubicBezTo>
                  <a:cubicBezTo>
                    <a:pt x="3237" y="2362"/>
                    <a:pt x="3387" y="1700"/>
                    <a:pt x="3087" y="1175"/>
                  </a:cubicBezTo>
                  <a:cubicBezTo>
                    <a:pt x="2475" y="163"/>
                    <a:pt x="1125" y="263"/>
                    <a:pt x="151" y="488"/>
                  </a:cubicBezTo>
                  <a:cubicBezTo>
                    <a:pt x="38" y="513"/>
                    <a:pt x="1" y="338"/>
                    <a:pt x="101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4" name="Google Shape;4574;p68"/>
            <p:cNvSpPr/>
            <p:nvPr/>
          </p:nvSpPr>
          <p:spPr>
            <a:xfrm>
              <a:off x="7857867" y="606271"/>
              <a:ext cx="41237" cy="54495"/>
            </a:xfrm>
            <a:custGeom>
              <a:avLst/>
              <a:gdLst/>
              <a:ahLst/>
              <a:cxnLst/>
              <a:rect l="l" t="t" r="r" b="b"/>
              <a:pathLst>
                <a:path w="1325" h="1751" extrusionOk="0">
                  <a:moveTo>
                    <a:pt x="88" y="188"/>
                  </a:moveTo>
                  <a:cubicBezTo>
                    <a:pt x="638" y="1"/>
                    <a:pt x="1325" y="326"/>
                    <a:pt x="1250" y="976"/>
                  </a:cubicBezTo>
                  <a:cubicBezTo>
                    <a:pt x="1200" y="1413"/>
                    <a:pt x="500" y="1750"/>
                    <a:pt x="238" y="1326"/>
                  </a:cubicBezTo>
                  <a:cubicBezTo>
                    <a:pt x="175" y="1213"/>
                    <a:pt x="350" y="1101"/>
                    <a:pt x="425" y="1213"/>
                  </a:cubicBezTo>
                  <a:cubicBezTo>
                    <a:pt x="538" y="1288"/>
                    <a:pt x="675" y="1301"/>
                    <a:pt x="800" y="1263"/>
                  </a:cubicBezTo>
                  <a:cubicBezTo>
                    <a:pt x="1075" y="1026"/>
                    <a:pt x="1125" y="813"/>
                    <a:pt x="950" y="613"/>
                  </a:cubicBezTo>
                  <a:cubicBezTo>
                    <a:pt x="788" y="301"/>
                    <a:pt x="450" y="263"/>
                    <a:pt x="138" y="351"/>
                  </a:cubicBezTo>
                  <a:cubicBezTo>
                    <a:pt x="38" y="376"/>
                    <a:pt x="0" y="226"/>
                    <a:pt x="10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5" name="Google Shape;4575;p68"/>
            <p:cNvSpPr/>
            <p:nvPr/>
          </p:nvSpPr>
          <p:spPr>
            <a:xfrm>
              <a:off x="8345588" y="631169"/>
              <a:ext cx="39681" cy="39712"/>
            </a:xfrm>
            <a:custGeom>
              <a:avLst/>
              <a:gdLst/>
              <a:ahLst/>
              <a:cxnLst/>
              <a:rect l="l" t="t" r="r" b="b"/>
              <a:pathLst>
                <a:path w="1275" h="1276" extrusionOk="0">
                  <a:moveTo>
                    <a:pt x="325" y="925"/>
                  </a:moveTo>
                  <a:cubicBezTo>
                    <a:pt x="0" y="563"/>
                    <a:pt x="450" y="1"/>
                    <a:pt x="863" y="326"/>
                  </a:cubicBezTo>
                  <a:cubicBezTo>
                    <a:pt x="1275" y="651"/>
                    <a:pt x="800" y="1275"/>
                    <a:pt x="388" y="975"/>
                  </a:cubicBezTo>
                  <a:cubicBezTo>
                    <a:pt x="325" y="925"/>
                    <a:pt x="375" y="813"/>
                    <a:pt x="463" y="826"/>
                  </a:cubicBezTo>
                  <a:lnTo>
                    <a:pt x="463" y="826"/>
                  </a:lnTo>
                  <a:cubicBezTo>
                    <a:pt x="500" y="901"/>
                    <a:pt x="400" y="1000"/>
                    <a:pt x="338" y="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6" name="Google Shape;4576;p68"/>
            <p:cNvSpPr/>
            <p:nvPr/>
          </p:nvSpPr>
          <p:spPr>
            <a:xfrm>
              <a:off x="8193897" y="609788"/>
              <a:ext cx="96884" cy="140829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63"/>
                  </a:moveTo>
                  <a:cubicBezTo>
                    <a:pt x="1550" y="1163"/>
                    <a:pt x="2575" y="2675"/>
                    <a:pt x="3087" y="4374"/>
                  </a:cubicBezTo>
                  <a:cubicBezTo>
                    <a:pt x="3112" y="4462"/>
                    <a:pt x="2975" y="4524"/>
                    <a:pt x="2925" y="4437"/>
                  </a:cubicBezTo>
                  <a:cubicBezTo>
                    <a:pt x="2175" y="2825"/>
                    <a:pt x="1413" y="1338"/>
                    <a:pt x="63" y="150"/>
                  </a:cubicBezTo>
                  <a:cubicBezTo>
                    <a:pt x="1" y="100"/>
                    <a:pt x="88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7" name="Google Shape;4577;p68"/>
            <p:cNvSpPr/>
            <p:nvPr/>
          </p:nvSpPr>
          <p:spPr>
            <a:xfrm>
              <a:off x="8272854" y="735803"/>
              <a:ext cx="38156" cy="40490"/>
            </a:xfrm>
            <a:custGeom>
              <a:avLst/>
              <a:gdLst/>
              <a:ahLst/>
              <a:cxnLst/>
              <a:rect l="l" t="t" r="r" b="b"/>
              <a:pathLst>
                <a:path w="1226" h="1301" extrusionOk="0">
                  <a:moveTo>
                    <a:pt x="500" y="500"/>
                  </a:moveTo>
                  <a:lnTo>
                    <a:pt x="500" y="563"/>
                  </a:lnTo>
                  <a:cubicBezTo>
                    <a:pt x="425" y="638"/>
                    <a:pt x="313" y="550"/>
                    <a:pt x="350" y="450"/>
                  </a:cubicBezTo>
                  <a:cubicBezTo>
                    <a:pt x="600" y="0"/>
                    <a:pt x="1225" y="550"/>
                    <a:pt x="888" y="925"/>
                  </a:cubicBezTo>
                  <a:cubicBezTo>
                    <a:pt x="550" y="1300"/>
                    <a:pt x="0" y="750"/>
                    <a:pt x="388" y="388"/>
                  </a:cubicBezTo>
                  <a:cubicBezTo>
                    <a:pt x="463" y="325"/>
                    <a:pt x="563" y="425"/>
                    <a:pt x="500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8" name="Google Shape;4578;p68"/>
            <p:cNvSpPr/>
            <p:nvPr/>
          </p:nvSpPr>
          <p:spPr>
            <a:xfrm>
              <a:off x="8243288" y="757184"/>
              <a:ext cx="7034" cy="12107"/>
            </a:xfrm>
            <a:custGeom>
              <a:avLst/>
              <a:gdLst/>
              <a:ahLst/>
              <a:cxnLst/>
              <a:rect l="l" t="t" r="r" b="b"/>
              <a:pathLst>
                <a:path w="226" h="389" extrusionOk="0">
                  <a:moveTo>
                    <a:pt x="213" y="126"/>
                  </a:moveTo>
                  <a:cubicBezTo>
                    <a:pt x="226" y="201"/>
                    <a:pt x="213" y="276"/>
                    <a:pt x="163" y="326"/>
                  </a:cubicBezTo>
                  <a:cubicBezTo>
                    <a:pt x="126" y="388"/>
                    <a:pt x="1" y="376"/>
                    <a:pt x="1" y="288"/>
                  </a:cubicBezTo>
                  <a:cubicBezTo>
                    <a:pt x="13" y="238"/>
                    <a:pt x="13" y="176"/>
                    <a:pt x="26" y="126"/>
                  </a:cubicBezTo>
                  <a:cubicBezTo>
                    <a:pt x="26" y="1"/>
                    <a:pt x="213" y="1"/>
                    <a:pt x="2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9" name="Google Shape;4579;p68"/>
            <p:cNvSpPr/>
            <p:nvPr/>
          </p:nvSpPr>
          <p:spPr>
            <a:xfrm>
              <a:off x="8073733" y="720241"/>
              <a:ext cx="12449" cy="8590"/>
            </a:xfrm>
            <a:custGeom>
              <a:avLst/>
              <a:gdLst/>
              <a:ahLst/>
              <a:cxnLst/>
              <a:rect l="l" t="t" r="r" b="b"/>
              <a:pathLst>
                <a:path w="400" h="276" extrusionOk="0">
                  <a:moveTo>
                    <a:pt x="312" y="188"/>
                  </a:moveTo>
                  <a:cubicBezTo>
                    <a:pt x="250" y="225"/>
                    <a:pt x="175" y="250"/>
                    <a:pt x="100" y="263"/>
                  </a:cubicBezTo>
                  <a:cubicBezTo>
                    <a:pt x="38" y="275"/>
                    <a:pt x="0" y="213"/>
                    <a:pt x="38" y="163"/>
                  </a:cubicBezTo>
                  <a:cubicBezTo>
                    <a:pt x="88" y="100"/>
                    <a:pt x="163" y="50"/>
                    <a:pt x="250" y="25"/>
                  </a:cubicBezTo>
                  <a:cubicBezTo>
                    <a:pt x="337" y="0"/>
                    <a:pt x="400" y="138"/>
                    <a:pt x="312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0" name="Google Shape;4580;p68"/>
            <p:cNvSpPr/>
            <p:nvPr/>
          </p:nvSpPr>
          <p:spPr>
            <a:xfrm>
              <a:off x="8066730" y="558840"/>
              <a:ext cx="195263" cy="34266"/>
            </a:xfrm>
            <a:custGeom>
              <a:avLst/>
              <a:gdLst/>
              <a:ahLst/>
              <a:cxnLst/>
              <a:rect l="l" t="t" r="r" b="b"/>
              <a:pathLst>
                <a:path w="6274" h="1101" extrusionOk="0">
                  <a:moveTo>
                    <a:pt x="100" y="13"/>
                  </a:moveTo>
                  <a:cubicBezTo>
                    <a:pt x="950" y="0"/>
                    <a:pt x="1812" y="75"/>
                    <a:pt x="2649" y="250"/>
                  </a:cubicBezTo>
                  <a:cubicBezTo>
                    <a:pt x="3812" y="488"/>
                    <a:pt x="4924" y="925"/>
                    <a:pt x="6111" y="613"/>
                  </a:cubicBezTo>
                  <a:cubicBezTo>
                    <a:pt x="6223" y="575"/>
                    <a:pt x="6273" y="763"/>
                    <a:pt x="6161" y="788"/>
                  </a:cubicBezTo>
                  <a:cubicBezTo>
                    <a:pt x="5361" y="1100"/>
                    <a:pt x="4636" y="950"/>
                    <a:pt x="3824" y="775"/>
                  </a:cubicBezTo>
                  <a:cubicBezTo>
                    <a:pt x="2587" y="500"/>
                    <a:pt x="1375" y="250"/>
                    <a:pt x="100" y="188"/>
                  </a:cubicBezTo>
                  <a:cubicBezTo>
                    <a:pt x="0" y="175"/>
                    <a:pt x="0" y="25"/>
                    <a:pt x="100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1" name="Google Shape;4581;p68"/>
            <p:cNvSpPr/>
            <p:nvPr/>
          </p:nvSpPr>
          <p:spPr>
            <a:xfrm>
              <a:off x="8247178" y="558435"/>
              <a:ext cx="41268" cy="38561"/>
            </a:xfrm>
            <a:custGeom>
              <a:avLst/>
              <a:gdLst/>
              <a:ahLst/>
              <a:cxnLst/>
              <a:rect l="l" t="t" r="r" b="b"/>
              <a:pathLst>
                <a:path w="1326" h="1239" extrusionOk="0">
                  <a:moveTo>
                    <a:pt x="450" y="688"/>
                  </a:moveTo>
                  <a:lnTo>
                    <a:pt x="563" y="651"/>
                  </a:lnTo>
                  <a:cubicBezTo>
                    <a:pt x="625" y="726"/>
                    <a:pt x="563" y="826"/>
                    <a:pt x="475" y="813"/>
                  </a:cubicBezTo>
                  <a:cubicBezTo>
                    <a:pt x="1" y="651"/>
                    <a:pt x="475" y="1"/>
                    <a:pt x="863" y="226"/>
                  </a:cubicBezTo>
                  <a:cubicBezTo>
                    <a:pt x="1325" y="526"/>
                    <a:pt x="788" y="1238"/>
                    <a:pt x="350" y="801"/>
                  </a:cubicBezTo>
                  <a:cubicBezTo>
                    <a:pt x="301" y="738"/>
                    <a:pt x="375" y="638"/>
                    <a:pt x="450" y="6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2" name="Google Shape;4582;p68"/>
            <p:cNvSpPr/>
            <p:nvPr/>
          </p:nvSpPr>
          <p:spPr>
            <a:xfrm>
              <a:off x="8253029" y="630017"/>
              <a:ext cx="90629" cy="28041"/>
            </a:xfrm>
            <a:custGeom>
              <a:avLst/>
              <a:gdLst/>
              <a:ahLst/>
              <a:cxnLst/>
              <a:rect l="l" t="t" r="r" b="b"/>
              <a:pathLst>
                <a:path w="2912" h="901" extrusionOk="0">
                  <a:moveTo>
                    <a:pt x="100" y="638"/>
                  </a:moveTo>
                  <a:cubicBezTo>
                    <a:pt x="412" y="338"/>
                    <a:pt x="800" y="150"/>
                    <a:pt x="1225" y="100"/>
                  </a:cubicBezTo>
                  <a:cubicBezTo>
                    <a:pt x="1700" y="38"/>
                    <a:pt x="2387" y="0"/>
                    <a:pt x="2799" y="263"/>
                  </a:cubicBezTo>
                  <a:cubicBezTo>
                    <a:pt x="2912" y="325"/>
                    <a:pt x="2837" y="488"/>
                    <a:pt x="2724" y="463"/>
                  </a:cubicBezTo>
                  <a:cubicBezTo>
                    <a:pt x="1937" y="263"/>
                    <a:pt x="900" y="213"/>
                    <a:pt x="262" y="800"/>
                  </a:cubicBezTo>
                  <a:cubicBezTo>
                    <a:pt x="150" y="900"/>
                    <a:pt x="0" y="738"/>
                    <a:pt x="113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3" name="Google Shape;4583;p68"/>
            <p:cNvSpPr/>
            <p:nvPr/>
          </p:nvSpPr>
          <p:spPr>
            <a:xfrm>
              <a:off x="8254959" y="637020"/>
              <a:ext cx="87548" cy="29193"/>
            </a:xfrm>
            <a:custGeom>
              <a:avLst/>
              <a:gdLst/>
              <a:ahLst/>
              <a:cxnLst/>
              <a:rect l="l" t="t" r="r" b="b"/>
              <a:pathLst>
                <a:path w="2813" h="938" extrusionOk="0">
                  <a:moveTo>
                    <a:pt x="2750" y="200"/>
                  </a:moveTo>
                  <a:cubicBezTo>
                    <a:pt x="2237" y="887"/>
                    <a:pt x="800" y="937"/>
                    <a:pt x="100" y="575"/>
                  </a:cubicBezTo>
                  <a:cubicBezTo>
                    <a:pt x="1" y="513"/>
                    <a:pt x="75" y="375"/>
                    <a:pt x="175" y="388"/>
                  </a:cubicBezTo>
                  <a:cubicBezTo>
                    <a:pt x="888" y="500"/>
                    <a:pt x="2050" y="762"/>
                    <a:pt x="2600" y="88"/>
                  </a:cubicBezTo>
                  <a:cubicBezTo>
                    <a:pt x="2675" y="0"/>
                    <a:pt x="2812" y="113"/>
                    <a:pt x="2762" y="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4" name="Google Shape;4584;p68"/>
            <p:cNvSpPr/>
            <p:nvPr/>
          </p:nvSpPr>
          <p:spPr>
            <a:xfrm>
              <a:off x="8130500" y="577514"/>
              <a:ext cx="22595" cy="70804"/>
            </a:xfrm>
            <a:custGeom>
              <a:avLst/>
              <a:gdLst/>
              <a:ahLst/>
              <a:cxnLst/>
              <a:rect l="l" t="t" r="r" b="b"/>
              <a:pathLst>
                <a:path w="726" h="2275" extrusionOk="0">
                  <a:moveTo>
                    <a:pt x="413" y="163"/>
                  </a:moveTo>
                  <a:cubicBezTo>
                    <a:pt x="238" y="800"/>
                    <a:pt x="325" y="1475"/>
                    <a:pt x="650" y="2037"/>
                  </a:cubicBezTo>
                  <a:cubicBezTo>
                    <a:pt x="725" y="2162"/>
                    <a:pt x="538" y="2275"/>
                    <a:pt x="463" y="2150"/>
                  </a:cubicBezTo>
                  <a:cubicBezTo>
                    <a:pt x="88" y="1537"/>
                    <a:pt x="1" y="800"/>
                    <a:pt x="226" y="113"/>
                  </a:cubicBezTo>
                  <a:cubicBezTo>
                    <a:pt x="263" y="0"/>
                    <a:pt x="438" y="50"/>
                    <a:pt x="413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5" name="Google Shape;4585;p68"/>
            <p:cNvSpPr/>
            <p:nvPr/>
          </p:nvSpPr>
          <p:spPr>
            <a:xfrm>
              <a:off x="8139432" y="579848"/>
              <a:ext cx="19887" cy="67691"/>
            </a:xfrm>
            <a:custGeom>
              <a:avLst/>
              <a:gdLst/>
              <a:ahLst/>
              <a:cxnLst/>
              <a:rect l="l" t="t" r="r" b="b"/>
              <a:pathLst>
                <a:path w="639" h="2175" extrusionOk="0">
                  <a:moveTo>
                    <a:pt x="176" y="1987"/>
                  </a:moveTo>
                  <a:cubicBezTo>
                    <a:pt x="313" y="1625"/>
                    <a:pt x="351" y="1225"/>
                    <a:pt x="301" y="850"/>
                  </a:cubicBezTo>
                  <a:cubicBezTo>
                    <a:pt x="251" y="563"/>
                    <a:pt x="101" y="388"/>
                    <a:pt x="13" y="150"/>
                  </a:cubicBezTo>
                  <a:cubicBezTo>
                    <a:pt x="1" y="100"/>
                    <a:pt x="26" y="63"/>
                    <a:pt x="63" y="50"/>
                  </a:cubicBezTo>
                  <a:cubicBezTo>
                    <a:pt x="363" y="0"/>
                    <a:pt x="463" y="325"/>
                    <a:pt x="526" y="563"/>
                  </a:cubicBezTo>
                  <a:cubicBezTo>
                    <a:pt x="638" y="1062"/>
                    <a:pt x="588" y="1575"/>
                    <a:pt x="401" y="2050"/>
                  </a:cubicBezTo>
                  <a:cubicBezTo>
                    <a:pt x="351" y="2175"/>
                    <a:pt x="138" y="2125"/>
                    <a:pt x="188" y="19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6" name="Google Shape;4586;p68"/>
            <p:cNvSpPr/>
            <p:nvPr/>
          </p:nvSpPr>
          <p:spPr>
            <a:xfrm>
              <a:off x="7716695" y="653733"/>
              <a:ext cx="103078" cy="33488"/>
            </a:xfrm>
            <a:custGeom>
              <a:avLst/>
              <a:gdLst/>
              <a:ahLst/>
              <a:cxnLst/>
              <a:rect l="l" t="t" r="r" b="b"/>
              <a:pathLst>
                <a:path w="3312" h="1076" extrusionOk="0">
                  <a:moveTo>
                    <a:pt x="138" y="151"/>
                  </a:moveTo>
                  <a:cubicBezTo>
                    <a:pt x="1150" y="1"/>
                    <a:pt x="2512" y="151"/>
                    <a:pt x="3262" y="913"/>
                  </a:cubicBezTo>
                  <a:cubicBezTo>
                    <a:pt x="3312" y="963"/>
                    <a:pt x="3262" y="1075"/>
                    <a:pt x="3174" y="1050"/>
                  </a:cubicBezTo>
                  <a:cubicBezTo>
                    <a:pt x="2712" y="888"/>
                    <a:pt x="2299" y="600"/>
                    <a:pt x="1812" y="475"/>
                  </a:cubicBezTo>
                  <a:cubicBezTo>
                    <a:pt x="1275" y="338"/>
                    <a:pt x="712" y="300"/>
                    <a:pt x="150" y="363"/>
                  </a:cubicBezTo>
                  <a:cubicBezTo>
                    <a:pt x="38" y="375"/>
                    <a:pt x="0" y="163"/>
                    <a:pt x="125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7" name="Google Shape;4587;p68"/>
            <p:cNvSpPr/>
            <p:nvPr/>
          </p:nvSpPr>
          <p:spPr>
            <a:xfrm>
              <a:off x="7694505" y="659552"/>
              <a:ext cx="125268" cy="38561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900" y="1001"/>
                  </a:moveTo>
                  <a:cubicBezTo>
                    <a:pt x="3275" y="1113"/>
                    <a:pt x="2613" y="1238"/>
                    <a:pt x="1975" y="1151"/>
                  </a:cubicBezTo>
                  <a:cubicBezTo>
                    <a:pt x="1300" y="1038"/>
                    <a:pt x="713" y="688"/>
                    <a:pt x="151" y="313"/>
                  </a:cubicBezTo>
                  <a:cubicBezTo>
                    <a:pt x="1" y="226"/>
                    <a:pt x="138" y="1"/>
                    <a:pt x="276" y="88"/>
                  </a:cubicBezTo>
                  <a:cubicBezTo>
                    <a:pt x="751" y="401"/>
                    <a:pt x="1238" y="713"/>
                    <a:pt x="1788" y="851"/>
                  </a:cubicBezTo>
                  <a:cubicBezTo>
                    <a:pt x="2463" y="1013"/>
                    <a:pt x="3175" y="901"/>
                    <a:pt x="3837" y="788"/>
                  </a:cubicBezTo>
                  <a:cubicBezTo>
                    <a:pt x="3975" y="776"/>
                    <a:pt x="4025" y="976"/>
                    <a:pt x="3900" y="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8" name="Google Shape;4588;p68"/>
            <p:cNvSpPr/>
            <p:nvPr/>
          </p:nvSpPr>
          <p:spPr>
            <a:xfrm>
              <a:off x="8319912" y="841183"/>
              <a:ext cx="248949" cy="686127"/>
            </a:xfrm>
            <a:custGeom>
              <a:avLst/>
              <a:gdLst/>
              <a:ahLst/>
              <a:cxnLst/>
              <a:rect l="l" t="t" r="r" b="b"/>
              <a:pathLst>
                <a:path w="7999" h="22046" extrusionOk="0">
                  <a:moveTo>
                    <a:pt x="4512" y="21958"/>
                  </a:moveTo>
                  <a:cubicBezTo>
                    <a:pt x="3200" y="20621"/>
                    <a:pt x="2700" y="19108"/>
                    <a:pt x="2925" y="17209"/>
                  </a:cubicBezTo>
                  <a:cubicBezTo>
                    <a:pt x="3087" y="15809"/>
                    <a:pt x="3712" y="14560"/>
                    <a:pt x="4249" y="13285"/>
                  </a:cubicBezTo>
                  <a:cubicBezTo>
                    <a:pt x="6124" y="8811"/>
                    <a:pt x="7998" y="576"/>
                    <a:pt x="213" y="238"/>
                  </a:cubicBezTo>
                  <a:cubicBezTo>
                    <a:pt x="138" y="238"/>
                    <a:pt x="138" y="113"/>
                    <a:pt x="213" y="101"/>
                  </a:cubicBezTo>
                  <a:cubicBezTo>
                    <a:pt x="3262" y="1"/>
                    <a:pt x="5599" y="1975"/>
                    <a:pt x="6286" y="4962"/>
                  </a:cubicBezTo>
                  <a:cubicBezTo>
                    <a:pt x="7598" y="10611"/>
                    <a:pt x="0" y="17034"/>
                    <a:pt x="4637" y="21833"/>
                  </a:cubicBezTo>
                  <a:cubicBezTo>
                    <a:pt x="4724" y="21908"/>
                    <a:pt x="4599" y="22045"/>
                    <a:pt x="4512" y="2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9" name="Google Shape;4589;p68"/>
            <p:cNvSpPr/>
            <p:nvPr/>
          </p:nvSpPr>
          <p:spPr>
            <a:xfrm>
              <a:off x="8196635" y="847408"/>
              <a:ext cx="151318" cy="225234"/>
            </a:xfrm>
            <a:custGeom>
              <a:avLst/>
              <a:gdLst/>
              <a:ahLst/>
              <a:cxnLst/>
              <a:rect l="l" t="t" r="r" b="b"/>
              <a:pathLst>
                <a:path w="4862" h="7237" extrusionOk="0">
                  <a:moveTo>
                    <a:pt x="3187" y="201"/>
                  </a:moveTo>
                  <a:cubicBezTo>
                    <a:pt x="1450" y="326"/>
                    <a:pt x="450" y="2288"/>
                    <a:pt x="637" y="3837"/>
                  </a:cubicBezTo>
                  <a:cubicBezTo>
                    <a:pt x="850" y="5462"/>
                    <a:pt x="3137" y="7124"/>
                    <a:pt x="4661" y="5724"/>
                  </a:cubicBezTo>
                  <a:cubicBezTo>
                    <a:pt x="4736" y="5649"/>
                    <a:pt x="4861" y="5774"/>
                    <a:pt x="4786" y="5849"/>
                  </a:cubicBezTo>
                  <a:cubicBezTo>
                    <a:pt x="3537" y="7237"/>
                    <a:pt x="987" y="5924"/>
                    <a:pt x="537" y="4412"/>
                  </a:cubicBezTo>
                  <a:cubicBezTo>
                    <a:pt x="0" y="2600"/>
                    <a:pt x="1162" y="151"/>
                    <a:pt x="3187" y="13"/>
                  </a:cubicBezTo>
                  <a:cubicBezTo>
                    <a:pt x="3312" y="1"/>
                    <a:pt x="3312" y="201"/>
                    <a:pt x="3187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0" name="Google Shape;4590;p68"/>
            <p:cNvSpPr/>
            <p:nvPr/>
          </p:nvSpPr>
          <p:spPr>
            <a:xfrm>
              <a:off x="8278674" y="915099"/>
              <a:ext cx="96106" cy="91033"/>
            </a:xfrm>
            <a:custGeom>
              <a:avLst/>
              <a:gdLst/>
              <a:ahLst/>
              <a:cxnLst/>
              <a:rect l="l" t="t" r="r" b="b"/>
              <a:pathLst>
                <a:path w="3088" h="2925" extrusionOk="0">
                  <a:moveTo>
                    <a:pt x="2463" y="2775"/>
                  </a:moveTo>
                  <a:cubicBezTo>
                    <a:pt x="2838" y="2037"/>
                    <a:pt x="2613" y="1138"/>
                    <a:pt x="1925" y="675"/>
                  </a:cubicBezTo>
                  <a:cubicBezTo>
                    <a:pt x="1188" y="188"/>
                    <a:pt x="351" y="713"/>
                    <a:pt x="213" y="1512"/>
                  </a:cubicBezTo>
                  <a:cubicBezTo>
                    <a:pt x="188" y="1625"/>
                    <a:pt x="1" y="1600"/>
                    <a:pt x="13" y="1487"/>
                  </a:cubicBezTo>
                  <a:cubicBezTo>
                    <a:pt x="101" y="613"/>
                    <a:pt x="1026" y="0"/>
                    <a:pt x="1850" y="388"/>
                  </a:cubicBezTo>
                  <a:cubicBezTo>
                    <a:pt x="2738" y="800"/>
                    <a:pt x="3088" y="2025"/>
                    <a:pt x="2600" y="2850"/>
                  </a:cubicBezTo>
                  <a:cubicBezTo>
                    <a:pt x="2550" y="2925"/>
                    <a:pt x="2425" y="2862"/>
                    <a:pt x="2463" y="27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1" name="Google Shape;4591;p68"/>
            <p:cNvSpPr/>
            <p:nvPr/>
          </p:nvSpPr>
          <p:spPr>
            <a:xfrm>
              <a:off x="8286455" y="972645"/>
              <a:ext cx="31" cy="436"/>
            </a:xfrm>
            <a:custGeom>
              <a:avLst/>
              <a:gdLst/>
              <a:ahLst/>
              <a:cxnLst/>
              <a:rect l="l" t="t" r="r" b="b"/>
              <a:pathLst>
                <a:path w="1" h="14" extrusionOk="0">
                  <a:moveTo>
                    <a:pt x="1" y="13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2" name="Google Shape;4592;p68"/>
            <p:cNvSpPr/>
            <p:nvPr/>
          </p:nvSpPr>
          <p:spPr>
            <a:xfrm>
              <a:off x="8379013" y="733064"/>
              <a:ext cx="129563" cy="257134"/>
            </a:xfrm>
            <a:custGeom>
              <a:avLst/>
              <a:gdLst/>
              <a:ahLst/>
              <a:cxnLst/>
              <a:rect l="l" t="t" r="r" b="b"/>
              <a:pathLst>
                <a:path w="4163" h="8262" extrusionOk="0">
                  <a:moveTo>
                    <a:pt x="3987" y="8174"/>
                  </a:moveTo>
                  <a:cubicBezTo>
                    <a:pt x="3700" y="6974"/>
                    <a:pt x="3175" y="5862"/>
                    <a:pt x="2438" y="4887"/>
                  </a:cubicBezTo>
                  <a:cubicBezTo>
                    <a:pt x="1913" y="4187"/>
                    <a:pt x="1226" y="3525"/>
                    <a:pt x="851" y="2700"/>
                  </a:cubicBezTo>
                  <a:cubicBezTo>
                    <a:pt x="451" y="1788"/>
                    <a:pt x="463" y="826"/>
                    <a:pt x="1138" y="76"/>
                  </a:cubicBezTo>
                  <a:cubicBezTo>
                    <a:pt x="1201" y="1"/>
                    <a:pt x="1338" y="88"/>
                    <a:pt x="1276" y="176"/>
                  </a:cubicBezTo>
                  <a:cubicBezTo>
                    <a:pt x="1" y="2050"/>
                    <a:pt x="1763" y="3537"/>
                    <a:pt x="2775" y="4987"/>
                  </a:cubicBezTo>
                  <a:cubicBezTo>
                    <a:pt x="3425" y="5937"/>
                    <a:pt x="3887" y="6999"/>
                    <a:pt x="4137" y="8124"/>
                  </a:cubicBezTo>
                  <a:cubicBezTo>
                    <a:pt x="4162" y="8224"/>
                    <a:pt x="4012" y="8261"/>
                    <a:pt x="3975" y="8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3" name="Google Shape;4593;p68"/>
            <p:cNvSpPr/>
            <p:nvPr/>
          </p:nvSpPr>
          <p:spPr>
            <a:xfrm>
              <a:off x="8400799" y="1057049"/>
              <a:ext cx="101553" cy="110111"/>
            </a:xfrm>
            <a:custGeom>
              <a:avLst/>
              <a:gdLst/>
              <a:ahLst/>
              <a:cxnLst/>
              <a:rect l="l" t="t" r="r" b="b"/>
              <a:pathLst>
                <a:path w="3263" h="3538" extrusionOk="0">
                  <a:moveTo>
                    <a:pt x="2775" y="3387"/>
                  </a:moveTo>
                  <a:cubicBezTo>
                    <a:pt x="2988" y="2413"/>
                    <a:pt x="3087" y="1050"/>
                    <a:pt x="2088" y="438"/>
                  </a:cubicBezTo>
                  <a:cubicBezTo>
                    <a:pt x="1613" y="176"/>
                    <a:pt x="1013" y="263"/>
                    <a:pt x="638" y="650"/>
                  </a:cubicBezTo>
                  <a:cubicBezTo>
                    <a:pt x="338" y="975"/>
                    <a:pt x="1" y="2300"/>
                    <a:pt x="788" y="2388"/>
                  </a:cubicBezTo>
                  <a:cubicBezTo>
                    <a:pt x="876" y="2388"/>
                    <a:pt x="876" y="2525"/>
                    <a:pt x="788" y="2512"/>
                  </a:cubicBezTo>
                  <a:cubicBezTo>
                    <a:pt x="251" y="2462"/>
                    <a:pt x="76" y="1788"/>
                    <a:pt x="126" y="1313"/>
                  </a:cubicBezTo>
                  <a:cubicBezTo>
                    <a:pt x="201" y="700"/>
                    <a:pt x="676" y="201"/>
                    <a:pt x="1288" y="101"/>
                  </a:cubicBezTo>
                  <a:cubicBezTo>
                    <a:pt x="1938" y="1"/>
                    <a:pt x="2450" y="363"/>
                    <a:pt x="2775" y="900"/>
                  </a:cubicBezTo>
                  <a:cubicBezTo>
                    <a:pt x="3262" y="1700"/>
                    <a:pt x="3150" y="2562"/>
                    <a:pt x="2950" y="3425"/>
                  </a:cubicBezTo>
                  <a:cubicBezTo>
                    <a:pt x="2925" y="3537"/>
                    <a:pt x="2750" y="3500"/>
                    <a:pt x="2775" y="3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4" name="Google Shape;4594;p68"/>
            <p:cNvSpPr/>
            <p:nvPr/>
          </p:nvSpPr>
          <p:spPr>
            <a:xfrm>
              <a:off x="8414804" y="1195513"/>
              <a:ext cx="54869" cy="41268"/>
            </a:xfrm>
            <a:custGeom>
              <a:avLst/>
              <a:gdLst/>
              <a:ahLst/>
              <a:cxnLst/>
              <a:rect l="l" t="t" r="r" b="b"/>
              <a:pathLst>
                <a:path w="1763" h="1326" extrusionOk="0">
                  <a:moveTo>
                    <a:pt x="1413" y="1175"/>
                  </a:moveTo>
                  <a:cubicBezTo>
                    <a:pt x="1500" y="863"/>
                    <a:pt x="1450" y="538"/>
                    <a:pt x="1150" y="363"/>
                  </a:cubicBezTo>
                  <a:cubicBezTo>
                    <a:pt x="938" y="188"/>
                    <a:pt x="725" y="238"/>
                    <a:pt x="501" y="525"/>
                  </a:cubicBezTo>
                  <a:cubicBezTo>
                    <a:pt x="451" y="650"/>
                    <a:pt x="463" y="788"/>
                    <a:pt x="538" y="900"/>
                  </a:cubicBezTo>
                  <a:cubicBezTo>
                    <a:pt x="650" y="975"/>
                    <a:pt x="551" y="1150"/>
                    <a:pt x="438" y="1075"/>
                  </a:cubicBezTo>
                  <a:cubicBezTo>
                    <a:pt x="1" y="813"/>
                    <a:pt x="351" y="113"/>
                    <a:pt x="775" y="63"/>
                  </a:cubicBezTo>
                  <a:cubicBezTo>
                    <a:pt x="1438" y="0"/>
                    <a:pt x="1763" y="688"/>
                    <a:pt x="1563" y="1225"/>
                  </a:cubicBezTo>
                  <a:cubicBezTo>
                    <a:pt x="1525" y="1325"/>
                    <a:pt x="1375" y="1288"/>
                    <a:pt x="1400" y="1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5" name="Google Shape;4595;p68"/>
            <p:cNvSpPr/>
            <p:nvPr/>
          </p:nvSpPr>
          <p:spPr>
            <a:xfrm>
              <a:off x="8404689" y="708975"/>
              <a:ext cx="40086" cy="39681"/>
            </a:xfrm>
            <a:custGeom>
              <a:avLst/>
              <a:gdLst/>
              <a:ahLst/>
              <a:cxnLst/>
              <a:rect l="l" t="t" r="r" b="b"/>
              <a:pathLst>
                <a:path w="1288" h="1275" extrusionOk="0">
                  <a:moveTo>
                    <a:pt x="463" y="825"/>
                  </a:moveTo>
                  <a:lnTo>
                    <a:pt x="463" y="825"/>
                  </a:lnTo>
                  <a:cubicBezTo>
                    <a:pt x="463" y="900"/>
                    <a:pt x="363" y="950"/>
                    <a:pt x="301" y="887"/>
                  </a:cubicBezTo>
                  <a:cubicBezTo>
                    <a:pt x="1" y="475"/>
                    <a:pt x="638" y="0"/>
                    <a:pt x="963" y="412"/>
                  </a:cubicBezTo>
                  <a:cubicBezTo>
                    <a:pt x="1288" y="825"/>
                    <a:pt x="726" y="1275"/>
                    <a:pt x="363" y="950"/>
                  </a:cubicBezTo>
                  <a:cubicBezTo>
                    <a:pt x="288" y="887"/>
                    <a:pt x="376" y="775"/>
                    <a:pt x="463" y="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6" name="Google Shape;4596;p68"/>
            <p:cNvSpPr/>
            <p:nvPr/>
          </p:nvSpPr>
          <p:spPr>
            <a:xfrm>
              <a:off x="8325358" y="803463"/>
              <a:ext cx="140829" cy="9648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4374" y="3050"/>
                  </a:moveTo>
                  <a:cubicBezTo>
                    <a:pt x="3187" y="1688"/>
                    <a:pt x="1700" y="926"/>
                    <a:pt x="88" y="176"/>
                  </a:cubicBezTo>
                  <a:cubicBezTo>
                    <a:pt x="0" y="138"/>
                    <a:pt x="63" y="1"/>
                    <a:pt x="150" y="26"/>
                  </a:cubicBezTo>
                  <a:cubicBezTo>
                    <a:pt x="1850" y="538"/>
                    <a:pt x="3362" y="1550"/>
                    <a:pt x="4462" y="2950"/>
                  </a:cubicBezTo>
                  <a:cubicBezTo>
                    <a:pt x="4524" y="3012"/>
                    <a:pt x="4424" y="3100"/>
                    <a:pt x="4374" y="3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7" name="Google Shape;4597;p68"/>
            <p:cNvSpPr/>
            <p:nvPr/>
          </p:nvSpPr>
          <p:spPr>
            <a:xfrm>
              <a:off x="8299308" y="782860"/>
              <a:ext cx="40459" cy="3853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850"/>
                  </a:moveTo>
                  <a:cubicBezTo>
                    <a:pt x="550" y="1238"/>
                    <a:pt x="0" y="700"/>
                    <a:pt x="375" y="350"/>
                  </a:cubicBezTo>
                  <a:cubicBezTo>
                    <a:pt x="750" y="0"/>
                    <a:pt x="1300" y="638"/>
                    <a:pt x="850" y="888"/>
                  </a:cubicBezTo>
                  <a:cubicBezTo>
                    <a:pt x="762" y="925"/>
                    <a:pt x="675" y="813"/>
                    <a:pt x="737" y="738"/>
                  </a:cubicBezTo>
                  <a:lnTo>
                    <a:pt x="800" y="738"/>
                  </a:lnTo>
                  <a:cubicBezTo>
                    <a:pt x="875" y="675"/>
                    <a:pt x="975" y="775"/>
                    <a:pt x="912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8" name="Google Shape;4598;p68"/>
            <p:cNvSpPr/>
            <p:nvPr/>
          </p:nvSpPr>
          <p:spPr>
            <a:xfrm>
              <a:off x="8306311" y="843518"/>
              <a:ext cx="12449" cy="7438"/>
            </a:xfrm>
            <a:custGeom>
              <a:avLst/>
              <a:gdLst/>
              <a:ahLst/>
              <a:cxnLst/>
              <a:rect l="l" t="t" r="r" b="b"/>
              <a:pathLst>
                <a:path w="400" h="239" extrusionOk="0">
                  <a:moveTo>
                    <a:pt x="275" y="213"/>
                  </a:moveTo>
                  <a:cubicBezTo>
                    <a:pt x="213" y="213"/>
                    <a:pt x="163" y="213"/>
                    <a:pt x="100" y="226"/>
                  </a:cubicBezTo>
                  <a:cubicBezTo>
                    <a:pt x="25" y="238"/>
                    <a:pt x="0" y="113"/>
                    <a:pt x="63" y="76"/>
                  </a:cubicBezTo>
                  <a:cubicBezTo>
                    <a:pt x="125" y="26"/>
                    <a:pt x="200" y="1"/>
                    <a:pt x="275" y="13"/>
                  </a:cubicBezTo>
                  <a:cubicBezTo>
                    <a:pt x="400" y="13"/>
                    <a:pt x="400" y="201"/>
                    <a:pt x="2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9" name="Google Shape;4599;p68"/>
            <p:cNvSpPr/>
            <p:nvPr/>
          </p:nvSpPr>
          <p:spPr>
            <a:xfrm>
              <a:off x="8346739" y="1008062"/>
              <a:ext cx="8994" cy="12449"/>
            </a:xfrm>
            <a:custGeom>
              <a:avLst/>
              <a:gdLst/>
              <a:ahLst/>
              <a:cxnLst/>
              <a:rect l="l" t="t" r="r" b="b"/>
              <a:pathLst>
                <a:path w="289" h="400" extrusionOk="0">
                  <a:moveTo>
                    <a:pt x="251" y="150"/>
                  </a:moveTo>
                  <a:cubicBezTo>
                    <a:pt x="226" y="237"/>
                    <a:pt x="176" y="312"/>
                    <a:pt x="113" y="362"/>
                  </a:cubicBezTo>
                  <a:cubicBezTo>
                    <a:pt x="76" y="400"/>
                    <a:pt x="1" y="362"/>
                    <a:pt x="13" y="300"/>
                  </a:cubicBezTo>
                  <a:cubicBezTo>
                    <a:pt x="26" y="225"/>
                    <a:pt x="51" y="150"/>
                    <a:pt x="101" y="88"/>
                  </a:cubicBezTo>
                  <a:cubicBezTo>
                    <a:pt x="138" y="0"/>
                    <a:pt x="288" y="63"/>
                    <a:pt x="251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0" name="Google Shape;4600;p68"/>
            <p:cNvSpPr/>
            <p:nvPr/>
          </p:nvSpPr>
          <p:spPr>
            <a:xfrm>
              <a:off x="8482495" y="832251"/>
              <a:ext cx="34639" cy="195263"/>
            </a:xfrm>
            <a:custGeom>
              <a:avLst/>
              <a:gdLst/>
              <a:ahLst/>
              <a:cxnLst/>
              <a:rect l="l" t="t" r="r" b="b"/>
              <a:pathLst>
                <a:path w="1113" h="6274" extrusionOk="0">
                  <a:moveTo>
                    <a:pt x="925" y="6174"/>
                  </a:moveTo>
                  <a:cubicBezTo>
                    <a:pt x="862" y="4899"/>
                    <a:pt x="612" y="3675"/>
                    <a:pt x="338" y="2437"/>
                  </a:cubicBezTo>
                  <a:cubicBezTo>
                    <a:pt x="163" y="1625"/>
                    <a:pt x="0" y="913"/>
                    <a:pt x="325" y="113"/>
                  </a:cubicBezTo>
                  <a:cubicBezTo>
                    <a:pt x="350" y="1"/>
                    <a:pt x="537" y="51"/>
                    <a:pt x="500" y="163"/>
                  </a:cubicBezTo>
                  <a:cubicBezTo>
                    <a:pt x="188" y="1338"/>
                    <a:pt x="637" y="2462"/>
                    <a:pt x="862" y="3625"/>
                  </a:cubicBezTo>
                  <a:cubicBezTo>
                    <a:pt x="1037" y="4462"/>
                    <a:pt x="1112" y="5312"/>
                    <a:pt x="1112" y="6174"/>
                  </a:cubicBezTo>
                  <a:cubicBezTo>
                    <a:pt x="1087" y="6274"/>
                    <a:pt x="937" y="6274"/>
                    <a:pt x="925" y="6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1" name="Google Shape;4601;p68"/>
            <p:cNvSpPr/>
            <p:nvPr/>
          </p:nvSpPr>
          <p:spPr>
            <a:xfrm>
              <a:off x="8478605" y="805797"/>
              <a:ext cx="38530" cy="41268"/>
            </a:xfrm>
            <a:custGeom>
              <a:avLst/>
              <a:gdLst/>
              <a:ahLst/>
              <a:cxnLst/>
              <a:rect l="l" t="t" r="r" b="b"/>
              <a:pathLst>
                <a:path w="1238" h="1326" extrusionOk="0">
                  <a:moveTo>
                    <a:pt x="438" y="976"/>
                  </a:moveTo>
                  <a:cubicBezTo>
                    <a:pt x="0" y="551"/>
                    <a:pt x="725" y="1"/>
                    <a:pt x="1012" y="476"/>
                  </a:cubicBezTo>
                  <a:cubicBezTo>
                    <a:pt x="1237" y="851"/>
                    <a:pt x="575" y="1325"/>
                    <a:pt x="425" y="851"/>
                  </a:cubicBezTo>
                  <a:cubicBezTo>
                    <a:pt x="413" y="763"/>
                    <a:pt x="512" y="701"/>
                    <a:pt x="587" y="763"/>
                  </a:cubicBezTo>
                  <a:cubicBezTo>
                    <a:pt x="575" y="801"/>
                    <a:pt x="562" y="838"/>
                    <a:pt x="550" y="876"/>
                  </a:cubicBezTo>
                  <a:cubicBezTo>
                    <a:pt x="600" y="963"/>
                    <a:pt x="500" y="1038"/>
                    <a:pt x="42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2" name="Google Shape;4602;p68"/>
            <p:cNvSpPr/>
            <p:nvPr/>
          </p:nvSpPr>
          <p:spPr>
            <a:xfrm>
              <a:off x="8417543" y="750586"/>
              <a:ext cx="28010" cy="90629"/>
            </a:xfrm>
            <a:custGeom>
              <a:avLst/>
              <a:gdLst/>
              <a:ahLst/>
              <a:cxnLst/>
              <a:rect l="l" t="t" r="r" b="b"/>
              <a:pathLst>
                <a:path w="900" h="2912" extrusionOk="0">
                  <a:moveTo>
                    <a:pt x="100" y="2650"/>
                  </a:moveTo>
                  <a:cubicBezTo>
                    <a:pt x="687" y="2012"/>
                    <a:pt x="637" y="975"/>
                    <a:pt x="450" y="188"/>
                  </a:cubicBezTo>
                  <a:cubicBezTo>
                    <a:pt x="413" y="63"/>
                    <a:pt x="575" y="0"/>
                    <a:pt x="650" y="113"/>
                  </a:cubicBezTo>
                  <a:cubicBezTo>
                    <a:pt x="900" y="525"/>
                    <a:pt x="875" y="1225"/>
                    <a:pt x="800" y="1687"/>
                  </a:cubicBezTo>
                  <a:cubicBezTo>
                    <a:pt x="750" y="2112"/>
                    <a:pt x="562" y="2500"/>
                    <a:pt x="263" y="2812"/>
                  </a:cubicBezTo>
                  <a:cubicBezTo>
                    <a:pt x="163" y="2912"/>
                    <a:pt x="0" y="2750"/>
                    <a:pt x="113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3" name="Google Shape;4603;p68"/>
            <p:cNvSpPr/>
            <p:nvPr/>
          </p:nvSpPr>
          <p:spPr>
            <a:xfrm>
              <a:off x="8408984" y="751737"/>
              <a:ext cx="29193" cy="87921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75" y="213"/>
                  </a:moveTo>
                  <a:cubicBezTo>
                    <a:pt x="188" y="763"/>
                    <a:pt x="450" y="1938"/>
                    <a:pt x="563" y="2650"/>
                  </a:cubicBezTo>
                  <a:cubicBezTo>
                    <a:pt x="575" y="2750"/>
                    <a:pt x="438" y="2825"/>
                    <a:pt x="375" y="2725"/>
                  </a:cubicBezTo>
                  <a:cubicBezTo>
                    <a:pt x="0" y="2013"/>
                    <a:pt x="63" y="588"/>
                    <a:pt x="750" y="63"/>
                  </a:cubicBezTo>
                  <a:cubicBezTo>
                    <a:pt x="825" y="1"/>
                    <a:pt x="937" y="138"/>
                    <a:pt x="862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4" name="Google Shape;4604;p68"/>
            <p:cNvSpPr/>
            <p:nvPr/>
          </p:nvSpPr>
          <p:spPr>
            <a:xfrm>
              <a:off x="8427658" y="941149"/>
              <a:ext cx="70804" cy="22595"/>
            </a:xfrm>
            <a:custGeom>
              <a:avLst/>
              <a:gdLst/>
              <a:ahLst/>
              <a:cxnLst/>
              <a:rect l="l" t="t" r="r" b="b"/>
              <a:pathLst>
                <a:path w="2275" h="726" extrusionOk="0">
                  <a:moveTo>
                    <a:pt x="2149" y="500"/>
                  </a:moveTo>
                  <a:cubicBezTo>
                    <a:pt x="1475" y="725"/>
                    <a:pt x="725" y="638"/>
                    <a:pt x="125" y="251"/>
                  </a:cubicBezTo>
                  <a:cubicBezTo>
                    <a:pt x="0" y="188"/>
                    <a:pt x="113" y="1"/>
                    <a:pt x="237" y="63"/>
                  </a:cubicBezTo>
                  <a:cubicBezTo>
                    <a:pt x="800" y="401"/>
                    <a:pt x="1475" y="488"/>
                    <a:pt x="2112" y="313"/>
                  </a:cubicBezTo>
                  <a:cubicBezTo>
                    <a:pt x="2224" y="288"/>
                    <a:pt x="2274" y="463"/>
                    <a:pt x="2149" y="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5" name="Google Shape;4605;p68"/>
            <p:cNvSpPr/>
            <p:nvPr/>
          </p:nvSpPr>
          <p:spPr>
            <a:xfrm>
              <a:off x="8428031" y="928326"/>
              <a:ext cx="70026" cy="26454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38" y="450"/>
                  </a:moveTo>
                  <a:cubicBezTo>
                    <a:pt x="488" y="313"/>
                    <a:pt x="2250" y="0"/>
                    <a:pt x="2137" y="788"/>
                  </a:cubicBezTo>
                  <a:cubicBezTo>
                    <a:pt x="2125" y="825"/>
                    <a:pt x="2075" y="850"/>
                    <a:pt x="2038" y="838"/>
                  </a:cubicBezTo>
                  <a:cubicBezTo>
                    <a:pt x="1788" y="738"/>
                    <a:pt x="1613" y="600"/>
                    <a:pt x="1338" y="550"/>
                  </a:cubicBezTo>
                  <a:cubicBezTo>
                    <a:pt x="950" y="488"/>
                    <a:pt x="563" y="538"/>
                    <a:pt x="188" y="663"/>
                  </a:cubicBezTo>
                  <a:cubicBezTo>
                    <a:pt x="63" y="713"/>
                    <a:pt x="1" y="513"/>
                    <a:pt x="1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6" name="Google Shape;4606;p68"/>
            <p:cNvSpPr/>
            <p:nvPr/>
          </p:nvSpPr>
          <p:spPr>
            <a:xfrm>
              <a:off x="8388350" y="1274066"/>
              <a:ext cx="33488" cy="103109"/>
            </a:xfrm>
            <a:custGeom>
              <a:avLst/>
              <a:gdLst/>
              <a:ahLst/>
              <a:cxnLst/>
              <a:rect l="l" t="t" r="r" b="b"/>
              <a:pathLst>
                <a:path w="1076" h="3313" extrusionOk="0">
                  <a:moveTo>
                    <a:pt x="726" y="3162"/>
                  </a:moveTo>
                  <a:cubicBezTo>
                    <a:pt x="788" y="2600"/>
                    <a:pt x="751" y="2038"/>
                    <a:pt x="613" y="1500"/>
                  </a:cubicBezTo>
                  <a:cubicBezTo>
                    <a:pt x="476" y="1013"/>
                    <a:pt x="188" y="613"/>
                    <a:pt x="38" y="138"/>
                  </a:cubicBezTo>
                  <a:cubicBezTo>
                    <a:pt x="1" y="63"/>
                    <a:pt x="113" y="1"/>
                    <a:pt x="176" y="63"/>
                  </a:cubicBezTo>
                  <a:cubicBezTo>
                    <a:pt x="951" y="813"/>
                    <a:pt x="1076" y="2175"/>
                    <a:pt x="938" y="3187"/>
                  </a:cubicBezTo>
                  <a:cubicBezTo>
                    <a:pt x="913" y="3312"/>
                    <a:pt x="713" y="3287"/>
                    <a:pt x="726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7" name="Google Shape;4607;p68"/>
            <p:cNvSpPr/>
            <p:nvPr/>
          </p:nvSpPr>
          <p:spPr>
            <a:xfrm>
              <a:off x="8377457" y="1274066"/>
              <a:ext cx="38561" cy="125673"/>
            </a:xfrm>
            <a:custGeom>
              <a:avLst/>
              <a:gdLst/>
              <a:ahLst/>
              <a:cxnLst/>
              <a:rect l="l" t="t" r="r" b="b"/>
              <a:pathLst>
                <a:path w="1239" h="4038" extrusionOk="0">
                  <a:moveTo>
                    <a:pt x="451" y="201"/>
                  </a:moveTo>
                  <a:cubicBezTo>
                    <a:pt x="351" y="876"/>
                    <a:pt x="238" y="1575"/>
                    <a:pt x="401" y="2250"/>
                  </a:cubicBezTo>
                  <a:cubicBezTo>
                    <a:pt x="526" y="2800"/>
                    <a:pt x="838" y="3287"/>
                    <a:pt x="1151" y="3762"/>
                  </a:cubicBezTo>
                  <a:cubicBezTo>
                    <a:pt x="1238" y="3900"/>
                    <a:pt x="1013" y="4037"/>
                    <a:pt x="926" y="3887"/>
                  </a:cubicBezTo>
                  <a:cubicBezTo>
                    <a:pt x="551" y="3325"/>
                    <a:pt x="201" y="2738"/>
                    <a:pt x="101" y="2050"/>
                  </a:cubicBezTo>
                  <a:cubicBezTo>
                    <a:pt x="1" y="1425"/>
                    <a:pt x="126" y="763"/>
                    <a:pt x="251" y="138"/>
                  </a:cubicBezTo>
                  <a:cubicBezTo>
                    <a:pt x="276" y="1"/>
                    <a:pt x="476" y="63"/>
                    <a:pt x="451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8" name="Google Shape;4608;p68"/>
            <p:cNvSpPr/>
            <p:nvPr/>
          </p:nvSpPr>
          <p:spPr>
            <a:xfrm>
              <a:off x="8183004" y="885159"/>
              <a:ext cx="10551" cy="10115"/>
            </a:xfrm>
            <a:custGeom>
              <a:avLst/>
              <a:gdLst/>
              <a:ahLst/>
              <a:cxnLst/>
              <a:rect l="l" t="t" r="r" b="b"/>
              <a:pathLst>
                <a:path w="339" h="325" extrusionOk="0">
                  <a:moveTo>
                    <a:pt x="88" y="13"/>
                  </a:moveTo>
                  <a:cubicBezTo>
                    <a:pt x="176" y="0"/>
                    <a:pt x="263" y="38"/>
                    <a:pt x="301" y="113"/>
                  </a:cubicBezTo>
                  <a:cubicBezTo>
                    <a:pt x="326" y="125"/>
                    <a:pt x="338" y="163"/>
                    <a:pt x="326" y="188"/>
                  </a:cubicBezTo>
                  <a:lnTo>
                    <a:pt x="301" y="275"/>
                  </a:lnTo>
                  <a:cubicBezTo>
                    <a:pt x="288" y="313"/>
                    <a:pt x="226" y="325"/>
                    <a:pt x="213" y="288"/>
                  </a:cubicBezTo>
                  <a:lnTo>
                    <a:pt x="76" y="150"/>
                  </a:lnTo>
                  <a:cubicBezTo>
                    <a:pt x="1" y="125"/>
                    <a:pt x="13" y="0"/>
                    <a:pt x="88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9" name="Google Shape;4609;p68"/>
            <p:cNvSpPr/>
            <p:nvPr/>
          </p:nvSpPr>
          <p:spPr>
            <a:xfrm>
              <a:off x="8112231" y="885159"/>
              <a:ext cx="73542" cy="18674"/>
            </a:xfrm>
            <a:custGeom>
              <a:avLst/>
              <a:gdLst/>
              <a:ahLst/>
              <a:cxnLst/>
              <a:rect l="l" t="t" r="r" b="b"/>
              <a:pathLst>
                <a:path w="2363" h="600" extrusionOk="0">
                  <a:moveTo>
                    <a:pt x="2300" y="125"/>
                  </a:moveTo>
                  <a:cubicBezTo>
                    <a:pt x="1625" y="462"/>
                    <a:pt x="825" y="600"/>
                    <a:pt x="100" y="375"/>
                  </a:cubicBezTo>
                  <a:cubicBezTo>
                    <a:pt x="0" y="350"/>
                    <a:pt x="13" y="188"/>
                    <a:pt x="125" y="200"/>
                  </a:cubicBezTo>
                  <a:cubicBezTo>
                    <a:pt x="862" y="288"/>
                    <a:pt x="1537" y="288"/>
                    <a:pt x="2262" y="25"/>
                  </a:cubicBezTo>
                  <a:cubicBezTo>
                    <a:pt x="2325" y="0"/>
                    <a:pt x="2362" y="88"/>
                    <a:pt x="2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0" name="Google Shape;4610;p68"/>
            <p:cNvSpPr/>
            <p:nvPr/>
          </p:nvSpPr>
          <p:spPr>
            <a:xfrm>
              <a:off x="8112231" y="891384"/>
              <a:ext cx="31527" cy="21412"/>
            </a:xfrm>
            <a:custGeom>
              <a:avLst/>
              <a:gdLst/>
              <a:ahLst/>
              <a:cxnLst/>
              <a:rect l="l" t="t" r="r" b="b"/>
              <a:pathLst>
                <a:path w="1013" h="688" extrusionOk="0">
                  <a:moveTo>
                    <a:pt x="188" y="75"/>
                  </a:moveTo>
                  <a:cubicBezTo>
                    <a:pt x="400" y="337"/>
                    <a:pt x="638" y="412"/>
                    <a:pt x="937" y="525"/>
                  </a:cubicBezTo>
                  <a:cubicBezTo>
                    <a:pt x="1012" y="562"/>
                    <a:pt x="1012" y="687"/>
                    <a:pt x="925" y="675"/>
                  </a:cubicBezTo>
                  <a:cubicBezTo>
                    <a:pt x="563" y="662"/>
                    <a:pt x="250" y="475"/>
                    <a:pt x="63" y="187"/>
                  </a:cubicBezTo>
                  <a:cubicBezTo>
                    <a:pt x="0" y="100"/>
                    <a:pt x="125" y="0"/>
                    <a:pt x="188" y="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1" name="Google Shape;4611;p68"/>
            <p:cNvSpPr/>
            <p:nvPr/>
          </p:nvSpPr>
          <p:spPr>
            <a:xfrm>
              <a:off x="8160844" y="891384"/>
              <a:ext cx="33083" cy="68843"/>
            </a:xfrm>
            <a:custGeom>
              <a:avLst/>
              <a:gdLst/>
              <a:ahLst/>
              <a:cxnLst/>
              <a:rect l="l" t="t" r="r" b="b"/>
              <a:pathLst>
                <a:path w="1063" h="2212" extrusionOk="0">
                  <a:moveTo>
                    <a:pt x="1025" y="138"/>
                  </a:moveTo>
                  <a:cubicBezTo>
                    <a:pt x="850" y="437"/>
                    <a:pt x="700" y="750"/>
                    <a:pt x="575" y="1087"/>
                  </a:cubicBezTo>
                  <a:cubicBezTo>
                    <a:pt x="475" y="1437"/>
                    <a:pt x="538" y="1737"/>
                    <a:pt x="575" y="2099"/>
                  </a:cubicBezTo>
                  <a:cubicBezTo>
                    <a:pt x="588" y="2187"/>
                    <a:pt x="463" y="2212"/>
                    <a:pt x="425" y="2137"/>
                  </a:cubicBezTo>
                  <a:cubicBezTo>
                    <a:pt x="0" y="1437"/>
                    <a:pt x="475" y="600"/>
                    <a:pt x="938" y="50"/>
                  </a:cubicBezTo>
                  <a:cubicBezTo>
                    <a:pt x="988" y="0"/>
                    <a:pt x="1063" y="75"/>
                    <a:pt x="1038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2" name="Google Shape;4612;p68"/>
            <p:cNvSpPr/>
            <p:nvPr/>
          </p:nvSpPr>
          <p:spPr>
            <a:xfrm>
              <a:off x="8159662" y="918585"/>
              <a:ext cx="21443" cy="43198"/>
            </a:xfrm>
            <a:custGeom>
              <a:avLst/>
              <a:gdLst/>
              <a:ahLst/>
              <a:cxnLst/>
              <a:rect l="l" t="t" r="r" b="b"/>
              <a:pathLst>
                <a:path w="689" h="1388" extrusionOk="0">
                  <a:moveTo>
                    <a:pt x="388" y="1263"/>
                  </a:moveTo>
                  <a:cubicBezTo>
                    <a:pt x="126" y="938"/>
                    <a:pt x="1" y="513"/>
                    <a:pt x="63" y="101"/>
                  </a:cubicBezTo>
                  <a:cubicBezTo>
                    <a:pt x="76" y="1"/>
                    <a:pt x="226" y="38"/>
                    <a:pt x="226" y="126"/>
                  </a:cubicBezTo>
                  <a:cubicBezTo>
                    <a:pt x="251" y="513"/>
                    <a:pt x="313" y="813"/>
                    <a:pt x="576" y="1101"/>
                  </a:cubicBezTo>
                  <a:cubicBezTo>
                    <a:pt x="688" y="1238"/>
                    <a:pt x="488" y="1388"/>
                    <a:pt x="388" y="1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3" name="Google Shape;4613;p68"/>
            <p:cNvSpPr/>
            <p:nvPr/>
          </p:nvSpPr>
          <p:spPr>
            <a:xfrm>
              <a:off x="8139432" y="916655"/>
              <a:ext cx="28041" cy="14036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776" y="213"/>
                  </a:moveTo>
                  <a:cubicBezTo>
                    <a:pt x="563" y="275"/>
                    <a:pt x="351" y="388"/>
                    <a:pt x="126" y="425"/>
                  </a:cubicBezTo>
                  <a:cubicBezTo>
                    <a:pt x="51" y="450"/>
                    <a:pt x="1" y="338"/>
                    <a:pt x="63" y="288"/>
                  </a:cubicBezTo>
                  <a:cubicBezTo>
                    <a:pt x="263" y="163"/>
                    <a:pt x="488" y="75"/>
                    <a:pt x="726" y="38"/>
                  </a:cubicBezTo>
                  <a:cubicBezTo>
                    <a:pt x="851" y="0"/>
                    <a:pt x="901" y="175"/>
                    <a:pt x="776" y="2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4" name="Google Shape;4614;p68"/>
            <p:cNvSpPr/>
            <p:nvPr/>
          </p:nvSpPr>
          <p:spPr>
            <a:xfrm>
              <a:off x="8138281" y="906136"/>
              <a:ext cx="19483" cy="23778"/>
            </a:xfrm>
            <a:custGeom>
              <a:avLst/>
              <a:gdLst/>
              <a:ahLst/>
              <a:cxnLst/>
              <a:rect l="l" t="t" r="r" b="b"/>
              <a:pathLst>
                <a:path w="626" h="764" extrusionOk="0">
                  <a:moveTo>
                    <a:pt x="50" y="563"/>
                  </a:moveTo>
                  <a:cubicBezTo>
                    <a:pt x="138" y="376"/>
                    <a:pt x="263" y="201"/>
                    <a:pt x="425" y="63"/>
                  </a:cubicBezTo>
                  <a:cubicBezTo>
                    <a:pt x="500" y="1"/>
                    <a:pt x="625" y="88"/>
                    <a:pt x="575" y="176"/>
                  </a:cubicBezTo>
                  <a:cubicBezTo>
                    <a:pt x="463" y="351"/>
                    <a:pt x="338" y="501"/>
                    <a:pt x="238" y="663"/>
                  </a:cubicBezTo>
                  <a:cubicBezTo>
                    <a:pt x="163" y="763"/>
                    <a:pt x="1" y="676"/>
                    <a:pt x="50" y="5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5" name="Google Shape;4615;p68"/>
            <p:cNvSpPr/>
            <p:nvPr/>
          </p:nvSpPr>
          <p:spPr>
            <a:xfrm>
              <a:off x="8134390" y="906541"/>
              <a:ext cx="21817" cy="859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5" y="225"/>
                  </a:moveTo>
                  <a:cubicBezTo>
                    <a:pt x="400" y="275"/>
                    <a:pt x="225" y="250"/>
                    <a:pt x="76" y="163"/>
                  </a:cubicBezTo>
                  <a:cubicBezTo>
                    <a:pt x="1" y="113"/>
                    <a:pt x="63" y="0"/>
                    <a:pt x="138" y="25"/>
                  </a:cubicBezTo>
                  <a:lnTo>
                    <a:pt x="513" y="38"/>
                  </a:lnTo>
                  <a:cubicBezTo>
                    <a:pt x="638" y="13"/>
                    <a:pt x="700" y="188"/>
                    <a:pt x="575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6" name="Google Shape;4616;p68"/>
            <p:cNvSpPr/>
            <p:nvPr/>
          </p:nvSpPr>
          <p:spPr>
            <a:xfrm>
              <a:off x="8109492" y="925992"/>
              <a:ext cx="35822" cy="29193"/>
            </a:xfrm>
            <a:custGeom>
              <a:avLst/>
              <a:gdLst/>
              <a:ahLst/>
              <a:cxnLst/>
              <a:rect l="l" t="t" r="r" b="b"/>
              <a:pathLst>
                <a:path w="1151" h="938" extrusionOk="0">
                  <a:moveTo>
                    <a:pt x="638" y="163"/>
                  </a:moveTo>
                  <a:cubicBezTo>
                    <a:pt x="1150" y="263"/>
                    <a:pt x="863" y="937"/>
                    <a:pt x="426" y="838"/>
                  </a:cubicBezTo>
                  <a:cubicBezTo>
                    <a:pt x="1" y="750"/>
                    <a:pt x="126" y="0"/>
                    <a:pt x="626" y="150"/>
                  </a:cubicBezTo>
                  <a:cubicBezTo>
                    <a:pt x="738" y="188"/>
                    <a:pt x="713" y="350"/>
                    <a:pt x="601" y="350"/>
                  </a:cubicBezTo>
                  <a:lnTo>
                    <a:pt x="601" y="325"/>
                  </a:lnTo>
                  <a:cubicBezTo>
                    <a:pt x="501" y="288"/>
                    <a:pt x="538" y="138"/>
                    <a:pt x="651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7" name="Google Shape;4617;p68"/>
            <p:cNvSpPr/>
            <p:nvPr/>
          </p:nvSpPr>
          <p:spPr>
            <a:xfrm>
              <a:off x="7575897" y="4387063"/>
              <a:ext cx="686096" cy="237278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3" y="4662"/>
                  </a:moveTo>
                  <a:cubicBezTo>
                    <a:pt x="5036" y="0"/>
                    <a:pt x="11447" y="7623"/>
                    <a:pt x="17083" y="6311"/>
                  </a:cubicBezTo>
                  <a:cubicBezTo>
                    <a:pt x="20070" y="5611"/>
                    <a:pt x="22044" y="3300"/>
                    <a:pt x="21932" y="238"/>
                  </a:cubicBezTo>
                  <a:cubicBezTo>
                    <a:pt x="21932" y="150"/>
                    <a:pt x="21795" y="150"/>
                    <a:pt x="21795" y="238"/>
                  </a:cubicBezTo>
                  <a:cubicBezTo>
                    <a:pt x="21532" y="6511"/>
                    <a:pt x="14521" y="6724"/>
                    <a:pt x="10160" y="4887"/>
                  </a:cubicBezTo>
                  <a:cubicBezTo>
                    <a:pt x="8448" y="4162"/>
                    <a:pt x="6723" y="3175"/>
                    <a:pt x="4824" y="2950"/>
                  </a:cubicBezTo>
                  <a:cubicBezTo>
                    <a:pt x="2924" y="2725"/>
                    <a:pt x="1425" y="3225"/>
                    <a:pt x="88" y="4537"/>
                  </a:cubicBezTo>
                  <a:cubicBezTo>
                    <a:pt x="0" y="4612"/>
                    <a:pt x="125" y="4737"/>
                    <a:pt x="213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8" name="Google Shape;4618;p68"/>
            <p:cNvSpPr/>
            <p:nvPr/>
          </p:nvSpPr>
          <p:spPr>
            <a:xfrm>
              <a:off x="8030534" y="4264565"/>
              <a:ext cx="225234" cy="150913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7224" y="3174"/>
                  </a:moveTo>
                  <a:cubicBezTo>
                    <a:pt x="7087" y="1162"/>
                    <a:pt x="4637" y="0"/>
                    <a:pt x="2825" y="537"/>
                  </a:cubicBezTo>
                  <a:cubicBezTo>
                    <a:pt x="1326" y="987"/>
                    <a:pt x="1" y="3524"/>
                    <a:pt x="1388" y="4774"/>
                  </a:cubicBezTo>
                  <a:cubicBezTo>
                    <a:pt x="1463" y="4849"/>
                    <a:pt x="1575" y="4736"/>
                    <a:pt x="1513" y="4661"/>
                  </a:cubicBezTo>
                  <a:cubicBezTo>
                    <a:pt x="113" y="3137"/>
                    <a:pt x="1775" y="837"/>
                    <a:pt x="3400" y="637"/>
                  </a:cubicBezTo>
                  <a:cubicBezTo>
                    <a:pt x="4950" y="437"/>
                    <a:pt x="6912" y="1450"/>
                    <a:pt x="7037" y="3174"/>
                  </a:cubicBezTo>
                  <a:cubicBezTo>
                    <a:pt x="7037" y="3299"/>
                    <a:pt x="7237" y="3299"/>
                    <a:pt x="7224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9" name="Google Shape;4619;p68"/>
            <p:cNvSpPr/>
            <p:nvPr/>
          </p:nvSpPr>
          <p:spPr>
            <a:xfrm>
              <a:off x="8097448" y="4346604"/>
              <a:ext cx="90660" cy="96106"/>
            </a:xfrm>
            <a:custGeom>
              <a:avLst/>
              <a:gdLst/>
              <a:ahLst/>
              <a:cxnLst/>
              <a:rect l="l" t="t" r="r" b="b"/>
              <a:pathLst>
                <a:path w="2913" h="3088" extrusionOk="0">
                  <a:moveTo>
                    <a:pt x="63" y="2600"/>
                  </a:moveTo>
                  <a:cubicBezTo>
                    <a:pt x="888" y="3087"/>
                    <a:pt x="2112" y="2738"/>
                    <a:pt x="2537" y="1850"/>
                  </a:cubicBezTo>
                  <a:cubicBezTo>
                    <a:pt x="2912" y="1026"/>
                    <a:pt x="2300" y="101"/>
                    <a:pt x="1437" y="13"/>
                  </a:cubicBezTo>
                  <a:cubicBezTo>
                    <a:pt x="1325" y="1"/>
                    <a:pt x="1300" y="188"/>
                    <a:pt x="1412" y="213"/>
                  </a:cubicBezTo>
                  <a:cubicBezTo>
                    <a:pt x="2225" y="351"/>
                    <a:pt x="2725" y="1176"/>
                    <a:pt x="2250" y="1925"/>
                  </a:cubicBezTo>
                  <a:cubicBezTo>
                    <a:pt x="1787" y="2613"/>
                    <a:pt x="888" y="2838"/>
                    <a:pt x="150" y="2463"/>
                  </a:cubicBezTo>
                  <a:cubicBezTo>
                    <a:pt x="63" y="2425"/>
                    <a:pt x="0" y="2538"/>
                    <a:pt x="75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0" name="Google Shape;4620;p68"/>
            <p:cNvSpPr/>
            <p:nvPr/>
          </p:nvSpPr>
          <p:spPr>
            <a:xfrm>
              <a:off x="8130500" y="4354011"/>
              <a:ext cx="31" cy="40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1" name="Google Shape;4621;p68"/>
            <p:cNvSpPr/>
            <p:nvPr/>
          </p:nvSpPr>
          <p:spPr>
            <a:xfrm>
              <a:off x="8113383" y="4446943"/>
              <a:ext cx="257134" cy="129158"/>
            </a:xfrm>
            <a:custGeom>
              <a:avLst/>
              <a:gdLst/>
              <a:ahLst/>
              <a:cxnLst/>
              <a:rect l="l" t="t" r="r" b="b"/>
              <a:pathLst>
                <a:path w="8262" h="4150" extrusionOk="0">
                  <a:moveTo>
                    <a:pt x="126" y="4137"/>
                  </a:moveTo>
                  <a:cubicBezTo>
                    <a:pt x="1250" y="3887"/>
                    <a:pt x="2325" y="3425"/>
                    <a:pt x="3275" y="2775"/>
                  </a:cubicBezTo>
                  <a:cubicBezTo>
                    <a:pt x="4724" y="1763"/>
                    <a:pt x="6199" y="1"/>
                    <a:pt x="8074" y="1276"/>
                  </a:cubicBezTo>
                  <a:cubicBezTo>
                    <a:pt x="8161" y="1326"/>
                    <a:pt x="8261" y="1201"/>
                    <a:pt x="8186" y="1138"/>
                  </a:cubicBezTo>
                  <a:cubicBezTo>
                    <a:pt x="7424" y="451"/>
                    <a:pt x="6474" y="451"/>
                    <a:pt x="5549" y="851"/>
                  </a:cubicBezTo>
                  <a:cubicBezTo>
                    <a:pt x="4887" y="1151"/>
                    <a:pt x="4350" y="1676"/>
                    <a:pt x="3787" y="2125"/>
                  </a:cubicBezTo>
                  <a:cubicBezTo>
                    <a:pt x="2700" y="3013"/>
                    <a:pt x="1450" y="3650"/>
                    <a:pt x="88" y="3987"/>
                  </a:cubicBezTo>
                  <a:cubicBezTo>
                    <a:pt x="1" y="4000"/>
                    <a:pt x="38" y="4150"/>
                    <a:pt x="138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2" name="Google Shape;4622;p68"/>
            <p:cNvSpPr/>
            <p:nvPr/>
          </p:nvSpPr>
          <p:spPr>
            <a:xfrm>
              <a:off x="7936047" y="4470285"/>
              <a:ext cx="110080" cy="99592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113" y="2888"/>
                  </a:moveTo>
                  <a:cubicBezTo>
                    <a:pt x="987" y="3087"/>
                    <a:pt x="1837" y="3200"/>
                    <a:pt x="2650" y="2713"/>
                  </a:cubicBezTo>
                  <a:cubicBezTo>
                    <a:pt x="3174" y="2388"/>
                    <a:pt x="3537" y="1875"/>
                    <a:pt x="3437" y="1225"/>
                  </a:cubicBezTo>
                  <a:cubicBezTo>
                    <a:pt x="3349" y="613"/>
                    <a:pt x="2849" y="138"/>
                    <a:pt x="2225" y="63"/>
                  </a:cubicBezTo>
                  <a:cubicBezTo>
                    <a:pt x="1750" y="13"/>
                    <a:pt x="1075" y="176"/>
                    <a:pt x="1025" y="726"/>
                  </a:cubicBezTo>
                  <a:cubicBezTo>
                    <a:pt x="1025" y="813"/>
                    <a:pt x="1150" y="813"/>
                    <a:pt x="1150" y="726"/>
                  </a:cubicBezTo>
                  <a:cubicBezTo>
                    <a:pt x="1225" y="1"/>
                    <a:pt x="2437" y="263"/>
                    <a:pt x="2762" y="488"/>
                  </a:cubicBezTo>
                  <a:cubicBezTo>
                    <a:pt x="3249" y="838"/>
                    <a:pt x="3387" y="1500"/>
                    <a:pt x="3099" y="2025"/>
                  </a:cubicBezTo>
                  <a:cubicBezTo>
                    <a:pt x="2475" y="3037"/>
                    <a:pt x="1125" y="2937"/>
                    <a:pt x="150" y="2713"/>
                  </a:cubicBezTo>
                  <a:cubicBezTo>
                    <a:pt x="38" y="2688"/>
                    <a:pt x="0" y="2863"/>
                    <a:pt x="113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3" name="Google Shape;4623;p68"/>
            <p:cNvSpPr/>
            <p:nvPr/>
          </p:nvSpPr>
          <p:spPr>
            <a:xfrm>
              <a:off x="7866799" y="4483138"/>
              <a:ext cx="41268" cy="54091"/>
            </a:xfrm>
            <a:custGeom>
              <a:avLst/>
              <a:gdLst/>
              <a:ahLst/>
              <a:cxnLst/>
              <a:rect l="l" t="t" r="r" b="b"/>
              <a:pathLst>
                <a:path w="1326" h="1738" extrusionOk="0">
                  <a:moveTo>
                    <a:pt x="101" y="1550"/>
                  </a:moveTo>
                  <a:cubicBezTo>
                    <a:pt x="638" y="1737"/>
                    <a:pt x="1325" y="1412"/>
                    <a:pt x="1263" y="762"/>
                  </a:cubicBezTo>
                  <a:cubicBezTo>
                    <a:pt x="1213" y="338"/>
                    <a:pt x="513" y="0"/>
                    <a:pt x="251" y="425"/>
                  </a:cubicBezTo>
                  <a:cubicBezTo>
                    <a:pt x="176" y="538"/>
                    <a:pt x="351" y="637"/>
                    <a:pt x="426" y="525"/>
                  </a:cubicBezTo>
                  <a:cubicBezTo>
                    <a:pt x="538" y="463"/>
                    <a:pt x="676" y="438"/>
                    <a:pt x="801" y="488"/>
                  </a:cubicBezTo>
                  <a:cubicBezTo>
                    <a:pt x="1076" y="712"/>
                    <a:pt x="1125" y="937"/>
                    <a:pt x="951" y="1137"/>
                  </a:cubicBezTo>
                  <a:cubicBezTo>
                    <a:pt x="776" y="1450"/>
                    <a:pt x="451" y="1487"/>
                    <a:pt x="138" y="1400"/>
                  </a:cubicBezTo>
                  <a:cubicBezTo>
                    <a:pt x="38" y="1362"/>
                    <a:pt x="1" y="1525"/>
                    <a:pt x="101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4" name="Google Shape;4624;p68"/>
            <p:cNvSpPr/>
            <p:nvPr/>
          </p:nvSpPr>
          <p:spPr>
            <a:xfrm>
              <a:off x="8354520" y="4472619"/>
              <a:ext cx="39712" cy="39712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326" y="351"/>
                  </a:moveTo>
                  <a:cubicBezTo>
                    <a:pt x="1" y="713"/>
                    <a:pt x="451" y="1275"/>
                    <a:pt x="863" y="950"/>
                  </a:cubicBezTo>
                  <a:cubicBezTo>
                    <a:pt x="1275" y="626"/>
                    <a:pt x="800" y="1"/>
                    <a:pt x="401" y="301"/>
                  </a:cubicBezTo>
                  <a:cubicBezTo>
                    <a:pt x="326" y="351"/>
                    <a:pt x="376" y="463"/>
                    <a:pt x="463" y="451"/>
                  </a:cubicBezTo>
                  <a:lnTo>
                    <a:pt x="463" y="451"/>
                  </a:lnTo>
                  <a:cubicBezTo>
                    <a:pt x="501" y="376"/>
                    <a:pt x="401" y="276"/>
                    <a:pt x="3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5" name="Google Shape;4625;p68"/>
            <p:cNvSpPr/>
            <p:nvPr/>
          </p:nvSpPr>
          <p:spPr>
            <a:xfrm>
              <a:off x="8202829" y="4392883"/>
              <a:ext cx="96884" cy="140829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163" y="4462"/>
                  </a:moveTo>
                  <a:cubicBezTo>
                    <a:pt x="1551" y="3363"/>
                    <a:pt x="2575" y="1850"/>
                    <a:pt x="3088" y="151"/>
                  </a:cubicBezTo>
                  <a:cubicBezTo>
                    <a:pt x="3113" y="63"/>
                    <a:pt x="2975" y="1"/>
                    <a:pt x="2925" y="88"/>
                  </a:cubicBezTo>
                  <a:cubicBezTo>
                    <a:pt x="2188" y="1700"/>
                    <a:pt x="1413" y="3188"/>
                    <a:pt x="63" y="4375"/>
                  </a:cubicBezTo>
                  <a:cubicBezTo>
                    <a:pt x="1" y="4437"/>
                    <a:pt x="88" y="4525"/>
                    <a:pt x="1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6" name="Google Shape;4626;p68"/>
            <p:cNvSpPr/>
            <p:nvPr/>
          </p:nvSpPr>
          <p:spPr>
            <a:xfrm>
              <a:off x="8281786" y="4367238"/>
              <a:ext cx="38156" cy="40459"/>
            </a:xfrm>
            <a:custGeom>
              <a:avLst/>
              <a:gdLst/>
              <a:ahLst/>
              <a:cxnLst/>
              <a:rect l="l" t="t" r="r" b="b"/>
              <a:pathLst>
                <a:path w="1226" h="1300" extrusionOk="0">
                  <a:moveTo>
                    <a:pt x="501" y="800"/>
                  </a:moveTo>
                  <a:lnTo>
                    <a:pt x="501" y="737"/>
                  </a:lnTo>
                  <a:cubicBezTo>
                    <a:pt x="426" y="662"/>
                    <a:pt x="313" y="750"/>
                    <a:pt x="363" y="850"/>
                  </a:cubicBezTo>
                  <a:cubicBezTo>
                    <a:pt x="601" y="1300"/>
                    <a:pt x="1225" y="750"/>
                    <a:pt x="888" y="375"/>
                  </a:cubicBezTo>
                  <a:cubicBezTo>
                    <a:pt x="551" y="0"/>
                    <a:pt x="1" y="550"/>
                    <a:pt x="388" y="912"/>
                  </a:cubicBezTo>
                  <a:cubicBezTo>
                    <a:pt x="463" y="975"/>
                    <a:pt x="563" y="875"/>
                    <a:pt x="501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7" name="Google Shape;4627;p68"/>
            <p:cNvSpPr/>
            <p:nvPr/>
          </p:nvSpPr>
          <p:spPr>
            <a:xfrm>
              <a:off x="8252625" y="4374241"/>
              <a:ext cx="7034" cy="11671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213" y="263"/>
                  </a:moveTo>
                  <a:cubicBezTo>
                    <a:pt x="225" y="188"/>
                    <a:pt x="200" y="113"/>
                    <a:pt x="150" y="63"/>
                  </a:cubicBezTo>
                  <a:cubicBezTo>
                    <a:pt x="113" y="0"/>
                    <a:pt x="1" y="13"/>
                    <a:pt x="1" y="100"/>
                  </a:cubicBezTo>
                  <a:cubicBezTo>
                    <a:pt x="1" y="150"/>
                    <a:pt x="13" y="213"/>
                    <a:pt x="13" y="263"/>
                  </a:cubicBezTo>
                  <a:cubicBezTo>
                    <a:pt x="26" y="375"/>
                    <a:pt x="188" y="375"/>
                    <a:pt x="2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8" name="Google Shape;4628;p68"/>
            <p:cNvSpPr/>
            <p:nvPr/>
          </p:nvSpPr>
          <p:spPr>
            <a:xfrm>
              <a:off x="8082665" y="4414669"/>
              <a:ext cx="12480" cy="859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313" y="88"/>
                  </a:moveTo>
                  <a:cubicBezTo>
                    <a:pt x="250" y="51"/>
                    <a:pt x="175" y="26"/>
                    <a:pt x="100" y="13"/>
                  </a:cubicBezTo>
                  <a:cubicBezTo>
                    <a:pt x="38" y="1"/>
                    <a:pt x="0" y="63"/>
                    <a:pt x="50" y="113"/>
                  </a:cubicBezTo>
                  <a:cubicBezTo>
                    <a:pt x="100" y="176"/>
                    <a:pt x="163" y="226"/>
                    <a:pt x="250" y="251"/>
                  </a:cubicBezTo>
                  <a:cubicBezTo>
                    <a:pt x="338" y="276"/>
                    <a:pt x="400" y="138"/>
                    <a:pt x="313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9" name="Google Shape;4629;p68"/>
            <p:cNvSpPr/>
            <p:nvPr/>
          </p:nvSpPr>
          <p:spPr>
            <a:xfrm>
              <a:off x="8075662" y="4550425"/>
              <a:ext cx="195263" cy="34639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101" y="1100"/>
                  </a:moveTo>
                  <a:cubicBezTo>
                    <a:pt x="963" y="1112"/>
                    <a:pt x="1813" y="1025"/>
                    <a:pt x="2662" y="850"/>
                  </a:cubicBezTo>
                  <a:cubicBezTo>
                    <a:pt x="3812" y="625"/>
                    <a:pt x="4937" y="175"/>
                    <a:pt x="6111" y="500"/>
                  </a:cubicBezTo>
                  <a:cubicBezTo>
                    <a:pt x="6224" y="525"/>
                    <a:pt x="6274" y="362"/>
                    <a:pt x="6161" y="313"/>
                  </a:cubicBezTo>
                  <a:cubicBezTo>
                    <a:pt x="5362" y="0"/>
                    <a:pt x="4649" y="163"/>
                    <a:pt x="3837" y="337"/>
                  </a:cubicBezTo>
                  <a:cubicBezTo>
                    <a:pt x="2587" y="612"/>
                    <a:pt x="1375" y="862"/>
                    <a:pt x="101" y="925"/>
                  </a:cubicBezTo>
                  <a:cubicBezTo>
                    <a:pt x="1" y="937"/>
                    <a:pt x="1" y="1087"/>
                    <a:pt x="101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0" name="Google Shape;4630;p68"/>
            <p:cNvSpPr/>
            <p:nvPr/>
          </p:nvSpPr>
          <p:spPr>
            <a:xfrm>
              <a:off x="8256515" y="4546535"/>
              <a:ext cx="40864" cy="38903"/>
            </a:xfrm>
            <a:custGeom>
              <a:avLst/>
              <a:gdLst/>
              <a:ahLst/>
              <a:cxnLst/>
              <a:rect l="l" t="t" r="r" b="b"/>
              <a:pathLst>
                <a:path w="1313" h="1250" extrusionOk="0">
                  <a:moveTo>
                    <a:pt x="450" y="550"/>
                  </a:moveTo>
                  <a:lnTo>
                    <a:pt x="563" y="587"/>
                  </a:lnTo>
                  <a:cubicBezTo>
                    <a:pt x="613" y="512"/>
                    <a:pt x="550" y="413"/>
                    <a:pt x="463" y="425"/>
                  </a:cubicBezTo>
                  <a:cubicBezTo>
                    <a:pt x="1" y="587"/>
                    <a:pt x="463" y="1250"/>
                    <a:pt x="850" y="1012"/>
                  </a:cubicBezTo>
                  <a:cubicBezTo>
                    <a:pt x="1313" y="712"/>
                    <a:pt x="775" y="0"/>
                    <a:pt x="350" y="438"/>
                  </a:cubicBezTo>
                  <a:cubicBezTo>
                    <a:pt x="288" y="500"/>
                    <a:pt x="363" y="600"/>
                    <a:pt x="450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1" name="Google Shape;4631;p68"/>
            <p:cNvSpPr/>
            <p:nvPr/>
          </p:nvSpPr>
          <p:spPr>
            <a:xfrm>
              <a:off x="8261961" y="4485473"/>
              <a:ext cx="90660" cy="2801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100" y="263"/>
                  </a:moveTo>
                  <a:cubicBezTo>
                    <a:pt x="413" y="562"/>
                    <a:pt x="813" y="750"/>
                    <a:pt x="1225" y="800"/>
                  </a:cubicBezTo>
                  <a:cubicBezTo>
                    <a:pt x="1700" y="862"/>
                    <a:pt x="2400" y="900"/>
                    <a:pt x="2812" y="637"/>
                  </a:cubicBezTo>
                  <a:cubicBezTo>
                    <a:pt x="2912" y="575"/>
                    <a:pt x="2850" y="413"/>
                    <a:pt x="2725" y="438"/>
                  </a:cubicBezTo>
                  <a:cubicBezTo>
                    <a:pt x="1937" y="637"/>
                    <a:pt x="900" y="687"/>
                    <a:pt x="263" y="100"/>
                  </a:cubicBezTo>
                  <a:cubicBezTo>
                    <a:pt x="163" y="0"/>
                    <a:pt x="0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2" name="Google Shape;4632;p68"/>
            <p:cNvSpPr/>
            <p:nvPr/>
          </p:nvSpPr>
          <p:spPr>
            <a:xfrm>
              <a:off x="8263518" y="4477287"/>
              <a:ext cx="87921" cy="29193"/>
            </a:xfrm>
            <a:custGeom>
              <a:avLst/>
              <a:gdLst/>
              <a:ahLst/>
              <a:cxnLst/>
              <a:rect l="l" t="t" r="r" b="b"/>
              <a:pathLst>
                <a:path w="2825" h="938" extrusionOk="0">
                  <a:moveTo>
                    <a:pt x="2762" y="738"/>
                  </a:moveTo>
                  <a:cubicBezTo>
                    <a:pt x="2250" y="51"/>
                    <a:pt x="813" y="1"/>
                    <a:pt x="113" y="376"/>
                  </a:cubicBezTo>
                  <a:cubicBezTo>
                    <a:pt x="0" y="426"/>
                    <a:pt x="88" y="563"/>
                    <a:pt x="188" y="551"/>
                  </a:cubicBezTo>
                  <a:cubicBezTo>
                    <a:pt x="900" y="438"/>
                    <a:pt x="2062" y="176"/>
                    <a:pt x="2612" y="850"/>
                  </a:cubicBezTo>
                  <a:cubicBezTo>
                    <a:pt x="2687" y="938"/>
                    <a:pt x="2825" y="825"/>
                    <a:pt x="27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3" name="Google Shape;4633;p68"/>
            <p:cNvSpPr/>
            <p:nvPr/>
          </p:nvSpPr>
          <p:spPr>
            <a:xfrm>
              <a:off x="8139432" y="4495961"/>
              <a:ext cx="22221" cy="69652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413" y="2087"/>
                  </a:moveTo>
                  <a:cubicBezTo>
                    <a:pt x="238" y="1450"/>
                    <a:pt x="326" y="775"/>
                    <a:pt x="663" y="213"/>
                  </a:cubicBezTo>
                  <a:cubicBezTo>
                    <a:pt x="713" y="101"/>
                    <a:pt x="551" y="1"/>
                    <a:pt x="476" y="101"/>
                  </a:cubicBezTo>
                  <a:cubicBezTo>
                    <a:pt x="88" y="713"/>
                    <a:pt x="1" y="1450"/>
                    <a:pt x="238" y="2137"/>
                  </a:cubicBezTo>
                  <a:cubicBezTo>
                    <a:pt x="276" y="2237"/>
                    <a:pt x="426" y="2200"/>
                    <a:pt x="413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4" name="Google Shape;4634;p68"/>
            <p:cNvSpPr/>
            <p:nvPr/>
          </p:nvSpPr>
          <p:spPr>
            <a:xfrm>
              <a:off x="8148395" y="4495961"/>
              <a:ext cx="20261" cy="67691"/>
            </a:xfrm>
            <a:custGeom>
              <a:avLst/>
              <a:gdLst/>
              <a:ahLst/>
              <a:cxnLst/>
              <a:rect l="l" t="t" r="r" b="b"/>
              <a:pathLst>
                <a:path w="651" h="2175" extrusionOk="0">
                  <a:moveTo>
                    <a:pt x="188" y="188"/>
                  </a:moveTo>
                  <a:cubicBezTo>
                    <a:pt x="313" y="550"/>
                    <a:pt x="363" y="950"/>
                    <a:pt x="300" y="1338"/>
                  </a:cubicBezTo>
                  <a:cubicBezTo>
                    <a:pt x="250" y="1613"/>
                    <a:pt x="113" y="1788"/>
                    <a:pt x="13" y="2038"/>
                  </a:cubicBezTo>
                  <a:cubicBezTo>
                    <a:pt x="0" y="2075"/>
                    <a:pt x="25" y="2112"/>
                    <a:pt x="63" y="2125"/>
                  </a:cubicBezTo>
                  <a:cubicBezTo>
                    <a:pt x="363" y="2175"/>
                    <a:pt x="463" y="1850"/>
                    <a:pt x="538" y="1613"/>
                  </a:cubicBezTo>
                  <a:cubicBezTo>
                    <a:pt x="650" y="1113"/>
                    <a:pt x="600" y="600"/>
                    <a:pt x="400" y="126"/>
                  </a:cubicBezTo>
                  <a:cubicBezTo>
                    <a:pt x="350" y="1"/>
                    <a:pt x="150" y="51"/>
                    <a:pt x="188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5" name="Google Shape;4635;p68"/>
            <p:cNvSpPr/>
            <p:nvPr/>
          </p:nvSpPr>
          <p:spPr>
            <a:xfrm>
              <a:off x="7726001" y="4456280"/>
              <a:ext cx="103109" cy="33488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126" y="926"/>
                  </a:moveTo>
                  <a:cubicBezTo>
                    <a:pt x="1138" y="1076"/>
                    <a:pt x="2500" y="926"/>
                    <a:pt x="3263" y="163"/>
                  </a:cubicBezTo>
                  <a:cubicBezTo>
                    <a:pt x="3313" y="113"/>
                    <a:pt x="3263" y="1"/>
                    <a:pt x="3175" y="26"/>
                  </a:cubicBezTo>
                  <a:cubicBezTo>
                    <a:pt x="2713" y="188"/>
                    <a:pt x="2300" y="476"/>
                    <a:pt x="1813" y="601"/>
                  </a:cubicBezTo>
                  <a:cubicBezTo>
                    <a:pt x="1276" y="738"/>
                    <a:pt x="713" y="776"/>
                    <a:pt x="151" y="713"/>
                  </a:cubicBezTo>
                  <a:cubicBezTo>
                    <a:pt x="38" y="701"/>
                    <a:pt x="1" y="913"/>
                    <a:pt x="126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6" name="Google Shape;4636;p68"/>
            <p:cNvSpPr/>
            <p:nvPr/>
          </p:nvSpPr>
          <p:spPr>
            <a:xfrm>
              <a:off x="7703468" y="4445387"/>
              <a:ext cx="125268" cy="38561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3887" y="238"/>
                  </a:moveTo>
                  <a:cubicBezTo>
                    <a:pt x="3262" y="126"/>
                    <a:pt x="2612" y="1"/>
                    <a:pt x="1975" y="101"/>
                  </a:cubicBezTo>
                  <a:cubicBezTo>
                    <a:pt x="1300" y="201"/>
                    <a:pt x="712" y="551"/>
                    <a:pt x="138" y="926"/>
                  </a:cubicBezTo>
                  <a:cubicBezTo>
                    <a:pt x="0" y="1013"/>
                    <a:pt x="138" y="1238"/>
                    <a:pt x="275" y="1151"/>
                  </a:cubicBezTo>
                  <a:cubicBezTo>
                    <a:pt x="737" y="838"/>
                    <a:pt x="1225" y="526"/>
                    <a:pt x="1787" y="388"/>
                  </a:cubicBezTo>
                  <a:cubicBezTo>
                    <a:pt x="2450" y="226"/>
                    <a:pt x="3162" y="338"/>
                    <a:pt x="3837" y="451"/>
                  </a:cubicBezTo>
                  <a:cubicBezTo>
                    <a:pt x="3962" y="463"/>
                    <a:pt x="4024" y="263"/>
                    <a:pt x="3887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7" name="Google Shape;4637;p68"/>
            <p:cNvSpPr/>
            <p:nvPr/>
          </p:nvSpPr>
          <p:spPr>
            <a:xfrm>
              <a:off x="8329248" y="3616190"/>
              <a:ext cx="248544" cy="686127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4499" y="88"/>
                  </a:moveTo>
                  <a:cubicBezTo>
                    <a:pt x="3187" y="1426"/>
                    <a:pt x="2700" y="2938"/>
                    <a:pt x="2912" y="4837"/>
                  </a:cubicBezTo>
                  <a:cubicBezTo>
                    <a:pt x="3087" y="6237"/>
                    <a:pt x="3699" y="7487"/>
                    <a:pt x="4237" y="8761"/>
                  </a:cubicBezTo>
                  <a:cubicBezTo>
                    <a:pt x="6111" y="13235"/>
                    <a:pt x="7986" y="21470"/>
                    <a:pt x="213" y="21808"/>
                  </a:cubicBezTo>
                  <a:cubicBezTo>
                    <a:pt x="125" y="21808"/>
                    <a:pt x="125" y="21933"/>
                    <a:pt x="213" y="21945"/>
                  </a:cubicBezTo>
                  <a:cubicBezTo>
                    <a:pt x="3250" y="22045"/>
                    <a:pt x="5586" y="20071"/>
                    <a:pt x="6274" y="17084"/>
                  </a:cubicBezTo>
                  <a:cubicBezTo>
                    <a:pt x="7598" y="11435"/>
                    <a:pt x="0" y="5012"/>
                    <a:pt x="4637" y="213"/>
                  </a:cubicBezTo>
                  <a:cubicBezTo>
                    <a:pt x="4712" y="138"/>
                    <a:pt x="4587" y="1"/>
                    <a:pt x="4499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8" name="Google Shape;4638;p68"/>
            <p:cNvSpPr/>
            <p:nvPr/>
          </p:nvSpPr>
          <p:spPr>
            <a:xfrm>
              <a:off x="8205941" y="4070859"/>
              <a:ext cx="150944" cy="225234"/>
            </a:xfrm>
            <a:custGeom>
              <a:avLst/>
              <a:gdLst/>
              <a:ahLst/>
              <a:cxnLst/>
              <a:rect l="l" t="t" r="r" b="b"/>
              <a:pathLst>
                <a:path w="4850" h="7237" extrusionOk="0">
                  <a:moveTo>
                    <a:pt x="3175" y="7036"/>
                  </a:moveTo>
                  <a:cubicBezTo>
                    <a:pt x="1438" y="6911"/>
                    <a:pt x="438" y="4949"/>
                    <a:pt x="626" y="3400"/>
                  </a:cubicBezTo>
                  <a:cubicBezTo>
                    <a:pt x="838" y="1775"/>
                    <a:pt x="3138" y="113"/>
                    <a:pt x="4650" y="1513"/>
                  </a:cubicBezTo>
                  <a:cubicBezTo>
                    <a:pt x="4737" y="1588"/>
                    <a:pt x="4850" y="1463"/>
                    <a:pt x="4775" y="1388"/>
                  </a:cubicBezTo>
                  <a:cubicBezTo>
                    <a:pt x="3525" y="1"/>
                    <a:pt x="988" y="1313"/>
                    <a:pt x="538" y="2825"/>
                  </a:cubicBezTo>
                  <a:cubicBezTo>
                    <a:pt x="1" y="4637"/>
                    <a:pt x="1163" y="7086"/>
                    <a:pt x="3175" y="7224"/>
                  </a:cubicBezTo>
                  <a:cubicBezTo>
                    <a:pt x="3300" y="7236"/>
                    <a:pt x="3300" y="7049"/>
                    <a:pt x="3175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9" name="Google Shape;4639;p68"/>
            <p:cNvSpPr/>
            <p:nvPr/>
          </p:nvSpPr>
          <p:spPr>
            <a:xfrm>
              <a:off x="8288011" y="4136994"/>
              <a:ext cx="96106" cy="91407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2463" y="163"/>
                  </a:moveTo>
                  <a:cubicBezTo>
                    <a:pt x="2837" y="900"/>
                    <a:pt x="2600" y="1800"/>
                    <a:pt x="1925" y="2274"/>
                  </a:cubicBezTo>
                  <a:cubicBezTo>
                    <a:pt x="1175" y="2749"/>
                    <a:pt x="338" y="2237"/>
                    <a:pt x="201" y="1425"/>
                  </a:cubicBezTo>
                  <a:cubicBezTo>
                    <a:pt x="188" y="1312"/>
                    <a:pt x="1" y="1337"/>
                    <a:pt x="13" y="1450"/>
                  </a:cubicBezTo>
                  <a:cubicBezTo>
                    <a:pt x="88" y="2324"/>
                    <a:pt x="1013" y="2937"/>
                    <a:pt x="1838" y="2549"/>
                  </a:cubicBezTo>
                  <a:cubicBezTo>
                    <a:pt x="2738" y="2137"/>
                    <a:pt x="3087" y="900"/>
                    <a:pt x="2588" y="75"/>
                  </a:cubicBezTo>
                  <a:cubicBezTo>
                    <a:pt x="2538" y="0"/>
                    <a:pt x="2425" y="75"/>
                    <a:pt x="2463" y="1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0" name="Google Shape;4640;p68"/>
            <p:cNvSpPr/>
            <p:nvPr/>
          </p:nvSpPr>
          <p:spPr>
            <a:xfrm>
              <a:off x="8295418" y="4170419"/>
              <a:ext cx="405" cy="436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0" y="1"/>
                  </a:moveTo>
                  <a:lnTo>
                    <a:pt x="0" y="13"/>
                  </a:lnTo>
                  <a:cubicBezTo>
                    <a:pt x="0" y="13"/>
                    <a:pt x="13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1" name="Google Shape;4641;p68"/>
            <p:cNvSpPr/>
            <p:nvPr/>
          </p:nvSpPr>
          <p:spPr>
            <a:xfrm>
              <a:off x="8387976" y="4153302"/>
              <a:ext cx="129532" cy="257134"/>
            </a:xfrm>
            <a:custGeom>
              <a:avLst/>
              <a:gdLst/>
              <a:ahLst/>
              <a:cxnLst/>
              <a:rect l="l" t="t" r="r" b="b"/>
              <a:pathLst>
                <a:path w="4162" h="8262" extrusionOk="0">
                  <a:moveTo>
                    <a:pt x="3987" y="101"/>
                  </a:moveTo>
                  <a:cubicBezTo>
                    <a:pt x="3712" y="1288"/>
                    <a:pt x="3175" y="2400"/>
                    <a:pt x="2450" y="3375"/>
                  </a:cubicBezTo>
                  <a:cubicBezTo>
                    <a:pt x="1925" y="4087"/>
                    <a:pt x="1225" y="4737"/>
                    <a:pt x="863" y="5562"/>
                  </a:cubicBezTo>
                  <a:cubicBezTo>
                    <a:pt x="450" y="6474"/>
                    <a:pt x="463" y="7436"/>
                    <a:pt x="1150" y="8199"/>
                  </a:cubicBezTo>
                  <a:cubicBezTo>
                    <a:pt x="1213" y="8261"/>
                    <a:pt x="1338" y="8174"/>
                    <a:pt x="1275" y="8086"/>
                  </a:cubicBezTo>
                  <a:cubicBezTo>
                    <a:pt x="0" y="6212"/>
                    <a:pt x="1762" y="4725"/>
                    <a:pt x="2775" y="3275"/>
                  </a:cubicBezTo>
                  <a:cubicBezTo>
                    <a:pt x="3437" y="2325"/>
                    <a:pt x="3899" y="1263"/>
                    <a:pt x="4137" y="138"/>
                  </a:cubicBezTo>
                  <a:cubicBezTo>
                    <a:pt x="4162" y="38"/>
                    <a:pt x="4012" y="1"/>
                    <a:pt x="3987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2" name="Google Shape;4642;p68"/>
            <p:cNvSpPr/>
            <p:nvPr/>
          </p:nvSpPr>
          <p:spPr>
            <a:xfrm>
              <a:off x="8409762" y="3975966"/>
              <a:ext cx="101926" cy="110485"/>
            </a:xfrm>
            <a:custGeom>
              <a:avLst/>
              <a:gdLst/>
              <a:ahLst/>
              <a:cxnLst/>
              <a:rect l="l" t="t" r="r" b="b"/>
              <a:pathLst>
                <a:path w="3275" h="3550" extrusionOk="0">
                  <a:moveTo>
                    <a:pt x="2774" y="163"/>
                  </a:moveTo>
                  <a:cubicBezTo>
                    <a:pt x="2987" y="1138"/>
                    <a:pt x="3099" y="2500"/>
                    <a:pt x="2087" y="3112"/>
                  </a:cubicBezTo>
                  <a:cubicBezTo>
                    <a:pt x="1612" y="3375"/>
                    <a:pt x="1025" y="3287"/>
                    <a:pt x="638" y="2900"/>
                  </a:cubicBezTo>
                  <a:cubicBezTo>
                    <a:pt x="338" y="2575"/>
                    <a:pt x="0" y="1250"/>
                    <a:pt x="800" y="1163"/>
                  </a:cubicBezTo>
                  <a:cubicBezTo>
                    <a:pt x="875" y="1163"/>
                    <a:pt x="875" y="1025"/>
                    <a:pt x="800" y="1038"/>
                  </a:cubicBezTo>
                  <a:cubicBezTo>
                    <a:pt x="250" y="1088"/>
                    <a:pt x="75" y="1762"/>
                    <a:pt x="138" y="2237"/>
                  </a:cubicBezTo>
                  <a:cubicBezTo>
                    <a:pt x="200" y="2850"/>
                    <a:pt x="675" y="3350"/>
                    <a:pt x="1300" y="3450"/>
                  </a:cubicBezTo>
                  <a:cubicBezTo>
                    <a:pt x="1937" y="3550"/>
                    <a:pt x="2450" y="3187"/>
                    <a:pt x="2774" y="2650"/>
                  </a:cubicBezTo>
                  <a:cubicBezTo>
                    <a:pt x="3274" y="1850"/>
                    <a:pt x="3149" y="988"/>
                    <a:pt x="2949" y="113"/>
                  </a:cubicBezTo>
                  <a:cubicBezTo>
                    <a:pt x="2924" y="0"/>
                    <a:pt x="2762" y="50"/>
                    <a:pt x="2787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3" name="Google Shape;4643;p68"/>
            <p:cNvSpPr/>
            <p:nvPr/>
          </p:nvSpPr>
          <p:spPr>
            <a:xfrm>
              <a:off x="8424141" y="3906750"/>
              <a:ext cx="54495" cy="41642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1400" y="150"/>
                  </a:moveTo>
                  <a:cubicBezTo>
                    <a:pt x="1488" y="462"/>
                    <a:pt x="1450" y="787"/>
                    <a:pt x="1138" y="962"/>
                  </a:cubicBezTo>
                  <a:cubicBezTo>
                    <a:pt x="938" y="1137"/>
                    <a:pt x="713" y="1087"/>
                    <a:pt x="488" y="800"/>
                  </a:cubicBezTo>
                  <a:cubicBezTo>
                    <a:pt x="438" y="675"/>
                    <a:pt x="463" y="537"/>
                    <a:pt x="525" y="425"/>
                  </a:cubicBezTo>
                  <a:cubicBezTo>
                    <a:pt x="638" y="350"/>
                    <a:pt x="538" y="175"/>
                    <a:pt x="425" y="250"/>
                  </a:cubicBezTo>
                  <a:cubicBezTo>
                    <a:pt x="1" y="512"/>
                    <a:pt x="338" y="1212"/>
                    <a:pt x="763" y="1262"/>
                  </a:cubicBezTo>
                  <a:cubicBezTo>
                    <a:pt x="1425" y="1337"/>
                    <a:pt x="1750" y="637"/>
                    <a:pt x="1550" y="100"/>
                  </a:cubicBezTo>
                  <a:cubicBezTo>
                    <a:pt x="1513" y="0"/>
                    <a:pt x="1375" y="38"/>
                    <a:pt x="1388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4" name="Google Shape;4644;p68"/>
            <p:cNvSpPr/>
            <p:nvPr/>
          </p:nvSpPr>
          <p:spPr>
            <a:xfrm>
              <a:off x="8414026" y="4394844"/>
              <a:ext cx="39712" cy="39712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451" y="463"/>
                  </a:moveTo>
                  <a:lnTo>
                    <a:pt x="451" y="463"/>
                  </a:lnTo>
                  <a:cubicBezTo>
                    <a:pt x="463" y="375"/>
                    <a:pt x="351" y="325"/>
                    <a:pt x="288" y="388"/>
                  </a:cubicBezTo>
                  <a:cubicBezTo>
                    <a:pt x="1" y="800"/>
                    <a:pt x="626" y="1275"/>
                    <a:pt x="950" y="863"/>
                  </a:cubicBezTo>
                  <a:cubicBezTo>
                    <a:pt x="1275" y="438"/>
                    <a:pt x="713" y="0"/>
                    <a:pt x="351" y="325"/>
                  </a:cubicBezTo>
                  <a:cubicBezTo>
                    <a:pt x="276" y="388"/>
                    <a:pt x="376" y="488"/>
                    <a:pt x="451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5" name="Google Shape;4645;p68"/>
            <p:cNvSpPr/>
            <p:nvPr/>
          </p:nvSpPr>
          <p:spPr>
            <a:xfrm>
              <a:off x="8334290" y="4243557"/>
              <a:ext cx="140456" cy="96480"/>
            </a:xfrm>
            <a:custGeom>
              <a:avLst/>
              <a:gdLst/>
              <a:ahLst/>
              <a:cxnLst/>
              <a:rect l="l" t="t" r="r" b="b"/>
              <a:pathLst>
                <a:path w="4513" h="3100" extrusionOk="0">
                  <a:moveTo>
                    <a:pt x="4375" y="50"/>
                  </a:moveTo>
                  <a:cubicBezTo>
                    <a:pt x="3175" y="1412"/>
                    <a:pt x="1700" y="2175"/>
                    <a:pt x="88" y="2924"/>
                  </a:cubicBezTo>
                  <a:cubicBezTo>
                    <a:pt x="1" y="2962"/>
                    <a:pt x="63" y="3099"/>
                    <a:pt x="151" y="3074"/>
                  </a:cubicBezTo>
                  <a:cubicBezTo>
                    <a:pt x="1850" y="2562"/>
                    <a:pt x="3362" y="1550"/>
                    <a:pt x="4462" y="150"/>
                  </a:cubicBezTo>
                  <a:cubicBezTo>
                    <a:pt x="4512" y="88"/>
                    <a:pt x="4425" y="0"/>
                    <a:pt x="437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6" name="Google Shape;4646;p68"/>
            <p:cNvSpPr/>
            <p:nvPr/>
          </p:nvSpPr>
          <p:spPr>
            <a:xfrm>
              <a:off x="8308645" y="4322111"/>
              <a:ext cx="40459" cy="38530"/>
            </a:xfrm>
            <a:custGeom>
              <a:avLst/>
              <a:gdLst/>
              <a:ahLst/>
              <a:cxnLst/>
              <a:rect l="l" t="t" r="r" b="b"/>
              <a:pathLst>
                <a:path w="1300" h="1238" extrusionOk="0">
                  <a:moveTo>
                    <a:pt x="912" y="388"/>
                  </a:moveTo>
                  <a:cubicBezTo>
                    <a:pt x="550" y="1"/>
                    <a:pt x="0" y="538"/>
                    <a:pt x="375" y="888"/>
                  </a:cubicBezTo>
                  <a:cubicBezTo>
                    <a:pt x="750" y="1238"/>
                    <a:pt x="1300" y="600"/>
                    <a:pt x="837" y="350"/>
                  </a:cubicBezTo>
                  <a:cubicBezTo>
                    <a:pt x="750" y="313"/>
                    <a:pt x="662" y="425"/>
                    <a:pt x="725" y="500"/>
                  </a:cubicBezTo>
                  <a:lnTo>
                    <a:pt x="800" y="500"/>
                  </a:lnTo>
                  <a:cubicBezTo>
                    <a:pt x="875" y="563"/>
                    <a:pt x="962" y="463"/>
                    <a:pt x="912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7" name="Google Shape;4647;p68"/>
            <p:cNvSpPr/>
            <p:nvPr/>
          </p:nvSpPr>
          <p:spPr>
            <a:xfrm>
              <a:off x="8315648" y="4292544"/>
              <a:ext cx="12076" cy="7438"/>
            </a:xfrm>
            <a:custGeom>
              <a:avLst/>
              <a:gdLst/>
              <a:ahLst/>
              <a:cxnLst/>
              <a:rect l="l" t="t" r="r" b="b"/>
              <a:pathLst>
                <a:path w="388" h="239" extrusionOk="0">
                  <a:moveTo>
                    <a:pt x="262" y="26"/>
                  </a:moveTo>
                  <a:cubicBezTo>
                    <a:pt x="212" y="26"/>
                    <a:pt x="150" y="26"/>
                    <a:pt x="100" y="13"/>
                  </a:cubicBezTo>
                  <a:cubicBezTo>
                    <a:pt x="13" y="1"/>
                    <a:pt x="0" y="126"/>
                    <a:pt x="50" y="176"/>
                  </a:cubicBezTo>
                  <a:cubicBezTo>
                    <a:pt x="112" y="213"/>
                    <a:pt x="187" y="238"/>
                    <a:pt x="262" y="226"/>
                  </a:cubicBezTo>
                  <a:cubicBezTo>
                    <a:pt x="387" y="226"/>
                    <a:pt x="387" y="38"/>
                    <a:pt x="2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8" name="Google Shape;4648;p68"/>
            <p:cNvSpPr/>
            <p:nvPr/>
          </p:nvSpPr>
          <p:spPr>
            <a:xfrm>
              <a:off x="8356076" y="4122989"/>
              <a:ext cx="8590" cy="12480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38" y="250"/>
                  </a:moveTo>
                  <a:cubicBezTo>
                    <a:pt x="226" y="163"/>
                    <a:pt x="176" y="88"/>
                    <a:pt x="101" y="38"/>
                  </a:cubicBezTo>
                  <a:cubicBezTo>
                    <a:pt x="63" y="0"/>
                    <a:pt x="1" y="38"/>
                    <a:pt x="13" y="100"/>
                  </a:cubicBezTo>
                  <a:cubicBezTo>
                    <a:pt x="26" y="175"/>
                    <a:pt x="51" y="250"/>
                    <a:pt x="88" y="313"/>
                  </a:cubicBezTo>
                  <a:cubicBezTo>
                    <a:pt x="138" y="400"/>
                    <a:pt x="276" y="338"/>
                    <a:pt x="251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9" name="Google Shape;4649;p68"/>
            <p:cNvSpPr/>
            <p:nvPr/>
          </p:nvSpPr>
          <p:spPr>
            <a:xfrm>
              <a:off x="8491832" y="4115986"/>
              <a:ext cx="34235" cy="195263"/>
            </a:xfrm>
            <a:custGeom>
              <a:avLst/>
              <a:gdLst/>
              <a:ahLst/>
              <a:cxnLst/>
              <a:rect l="l" t="t" r="r" b="b"/>
              <a:pathLst>
                <a:path w="1100" h="6274" extrusionOk="0">
                  <a:moveTo>
                    <a:pt x="925" y="100"/>
                  </a:moveTo>
                  <a:cubicBezTo>
                    <a:pt x="850" y="1375"/>
                    <a:pt x="612" y="2600"/>
                    <a:pt x="337" y="3837"/>
                  </a:cubicBezTo>
                  <a:cubicBezTo>
                    <a:pt x="150" y="4649"/>
                    <a:pt x="0" y="5361"/>
                    <a:pt x="312" y="6161"/>
                  </a:cubicBezTo>
                  <a:cubicBezTo>
                    <a:pt x="362" y="6274"/>
                    <a:pt x="525" y="6236"/>
                    <a:pt x="487" y="6111"/>
                  </a:cubicBezTo>
                  <a:cubicBezTo>
                    <a:pt x="175" y="4936"/>
                    <a:pt x="625" y="3812"/>
                    <a:pt x="850" y="2650"/>
                  </a:cubicBezTo>
                  <a:cubicBezTo>
                    <a:pt x="1025" y="1812"/>
                    <a:pt x="1100" y="963"/>
                    <a:pt x="1100" y="100"/>
                  </a:cubicBezTo>
                  <a:cubicBezTo>
                    <a:pt x="1087" y="0"/>
                    <a:pt x="937" y="0"/>
                    <a:pt x="925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0" name="Google Shape;4650;p68"/>
            <p:cNvSpPr/>
            <p:nvPr/>
          </p:nvSpPr>
          <p:spPr>
            <a:xfrm>
              <a:off x="8487537" y="4296434"/>
              <a:ext cx="38934" cy="41268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438" y="351"/>
                  </a:moveTo>
                  <a:cubicBezTo>
                    <a:pt x="1" y="776"/>
                    <a:pt x="725" y="1325"/>
                    <a:pt x="1013" y="851"/>
                  </a:cubicBezTo>
                  <a:cubicBezTo>
                    <a:pt x="1250" y="476"/>
                    <a:pt x="588" y="1"/>
                    <a:pt x="438" y="476"/>
                  </a:cubicBezTo>
                  <a:cubicBezTo>
                    <a:pt x="413" y="563"/>
                    <a:pt x="525" y="626"/>
                    <a:pt x="588" y="563"/>
                  </a:cubicBezTo>
                  <a:lnTo>
                    <a:pt x="563" y="451"/>
                  </a:lnTo>
                  <a:cubicBezTo>
                    <a:pt x="613" y="363"/>
                    <a:pt x="500" y="276"/>
                    <a:pt x="438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1" name="Google Shape;4651;p68"/>
            <p:cNvSpPr/>
            <p:nvPr/>
          </p:nvSpPr>
          <p:spPr>
            <a:xfrm>
              <a:off x="8426475" y="4302285"/>
              <a:ext cx="28041" cy="90629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113" y="263"/>
                  </a:moveTo>
                  <a:cubicBezTo>
                    <a:pt x="688" y="900"/>
                    <a:pt x="650" y="1937"/>
                    <a:pt x="450" y="2724"/>
                  </a:cubicBezTo>
                  <a:cubicBezTo>
                    <a:pt x="425" y="2837"/>
                    <a:pt x="588" y="2912"/>
                    <a:pt x="650" y="2812"/>
                  </a:cubicBezTo>
                  <a:cubicBezTo>
                    <a:pt x="900" y="2387"/>
                    <a:pt x="875" y="1687"/>
                    <a:pt x="800" y="1225"/>
                  </a:cubicBezTo>
                  <a:cubicBezTo>
                    <a:pt x="750" y="800"/>
                    <a:pt x="563" y="413"/>
                    <a:pt x="263" y="100"/>
                  </a:cubicBezTo>
                  <a:cubicBezTo>
                    <a:pt x="163" y="0"/>
                    <a:pt x="1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2" name="Google Shape;4652;p68"/>
            <p:cNvSpPr/>
            <p:nvPr/>
          </p:nvSpPr>
          <p:spPr>
            <a:xfrm>
              <a:off x="8418321" y="4304215"/>
              <a:ext cx="29193" cy="87921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862" y="2612"/>
                  </a:moveTo>
                  <a:cubicBezTo>
                    <a:pt x="188" y="2063"/>
                    <a:pt x="450" y="888"/>
                    <a:pt x="550" y="176"/>
                  </a:cubicBezTo>
                  <a:cubicBezTo>
                    <a:pt x="562" y="76"/>
                    <a:pt x="425" y="1"/>
                    <a:pt x="375" y="101"/>
                  </a:cubicBezTo>
                  <a:cubicBezTo>
                    <a:pt x="0" y="800"/>
                    <a:pt x="63" y="2238"/>
                    <a:pt x="737" y="2750"/>
                  </a:cubicBezTo>
                  <a:cubicBezTo>
                    <a:pt x="825" y="2825"/>
                    <a:pt x="937" y="2675"/>
                    <a:pt x="850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3" name="Google Shape;4653;p68"/>
            <p:cNvSpPr/>
            <p:nvPr/>
          </p:nvSpPr>
          <p:spPr>
            <a:xfrm>
              <a:off x="8436963" y="4179756"/>
              <a:ext cx="70430" cy="22221"/>
            </a:xfrm>
            <a:custGeom>
              <a:avLst/>
              <a:gdLst/>
              <a:ahLst/>
              <a:cxnLst/>
              <a:rect l="l" t="t" r="r" b="b"/>
              <a:pathLst>
                <a:path w="2263" h="714" extrusionOk="0">
                  <a:moveTo>
                    <a:pt x="2150" y="238"/>
                  </a:moveTo>
                  <a:cubicBezTo>
                    <a:pt x="1463" y="1"/>
                    <a:pt x="726" y="88"/>
                    <a:pt x="113" y="476"/>
                  </a:cubicBezTo>
                  <a:cubicBezTo>
                    <a:pt x="1" y="551"/>
                    <a:pt x="101" y="713"/>
                    <a:pt x="226" y="663"/>
                  </a:cubicBezTo>
                  <a:cubicBezTo>
                    <a:pt x="788" y="326"/>
                    <a:pt x="1463" y="238"/>
                    <a:pt x="2100" y="413"/>
                  </a:cubicBezTo>
                  <a:cubicBezTo>
                    <a:pt x="2213" y="438"/>
                    <a:pt x="2263" y="263"/>
                    <a:pt x="2150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4654;p68"/>
            <p:cNvSpPr/>
            <p:nvPr/>
          </p:nvSpPr>
          <p:spPr>
            <a:xfrm>
              <a:off x="8437368" y="4188719"/>
              <a:ext cx="70026" cy="26454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125" y="400"/>
                  </a:moveTo>
                  <a:cubicBezTo>
                    <a:pt x="475" y="538"/>
                    <a:pt x="2250" y="850"/>
                    <a:pt x="2125" y="63"/>
                  </a:cubicBezTo>
                  <a:cubicBezTo>
                    <a:pt x="2112" y="25"/>
                    <a:pt x="2075" y="0"/>
                    <a:pt x="2037" y="13"/>
                  </a:cubicBezTo>
                  <a:cubicBezTo>
                    <a:pt x="1788" y="113"/>
                    <a:pt x="1613" y="250"/>
                    <a:pt x="1338" y="300"/>
                  </a:cubicBezTo>
                  <a:cubicBezTo>
                    <a:pt x="950" y="363"/>
                    <a:pt x="550" y="313"/>
                    <a:pt x="188" y="188"/>
                  </a:cubicBezTo>
                  <a:cubicBezTo>
                    <a:pt x="50" y="138"/>
                    <a:pt x="0" y="338"/>
                    <a:pt x="125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4655;p68"/>
            <p:cNvSpPr/>
            <p:nvPr/>
          </p:nvSpPr>
          <p:spPr>
            <a:xfrm>
              <a:off x="8397687" y="3766325"/>
              <a:ext cx="33114" cy="103109"/>
            </a:xfrm>
            <a:custGeom>
              <a:avLst/>
              <a:gdLst/>
              <a:ahLst/>
              <a:cxnLst/>
              <a:rect l="l" t="t" r="r" b="b"/>
              <a:pathLst>
                <a:path w="1064" h="3313" extrusionOk="0">
                  <a:moveTo>
                    <a:pt x="713" y="151"/>
                  </a:moveTo>
                  <a:cubicBezTo>
                    <a:pt x="776" y="713"/>
                    <a:pt x="738" y="1275"/>
                    <a:pt x="601" y="1813"/>
                  </a:cubicBezTo>
                  <a:cubicBezTo>
                    <a:pt x="463" y="2300"/>
                    <a:pt x="188" y="2713"/>
                    <a:pt x="26" y="3175"/>
                  </a:cubicBezTo>
                  <a:cubicBezTo>
                    <a:pt x="1" y="3262"/>
                    <a:pt x="101" y="3312"/>
                    <a:pt x="163" y="3262"/>
                  </a:cubicBezTo>
                  <a:cubicBezTo>
                    <a:pt x="938" y="2500"/>
                    <a:pt x="1063" y="1138"/>
                    <a:pt x="926" y="126"/>
                  </a:cubicBezTo>
                  <a:cubicBezTo>
                    <a:pt x="913" y="1"/>
                    <a:pt x="701" y="26"/>
                    <a:pt x="71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4656;p68"/>
            <p:cNvSpPr/>
            <p:nvPr/>
          </p:nvSpPr>
          <p:spPr>
            <a:xfrm>
              <a:off x="8386794" y="3744166"/>
              <a:ext cx="38561" cy="125268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438" y="3824"/>
                  </a:moveTo>
                  <a:cubicBezTo>
                    <a:pt x="338" y="3150"/>
                    <a:pt x="226" y="2450"/>
                    <a:pt x="388" y="1775"/>
                  </a:cubicBezTo>
                  <a:cubicBezTo>
                    <a:pt x="513" y="1225"/>
                    <a:pt x="838" y="738"/>
                    <a:pt x="1138" y="263"/>
                  </a:cubicBezTo>
                  <a:cubicBezTo>
                    <a:pt x="1238" y="125"/>
                    <a:pt x="1013" y="0"/>
                    <a:pt x="913" y="138"/>
                  </a:cubicBezTo>
                  <a:cubicBezTo>
                    <a:pt x="551" y="700"/>
                    <a:pt x="201" y="1288"/>
                    <a:pt x="88" y="1975"/>
                  </a:cubicBezTo>
                  <a:cubicBezTo>
                    <a:pt x="1" y="2612"/>
                    <a:pt x="126" y="3262"/>
                    <a:pt x="238" y="3887"/>
                  </a:cubicBezTo>
                  <a:cubicBezTo>
                    <a:pt x="263" y="4024"/>
                    <a:pt x="463" y="3962"/>
                    <a:pt x="43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7" name="Google Shape;4657;p68"/>
            <p:cNvSpPr/>
            <p:nvPr/>
          </p:nvSpPr>
          <p:spPr>
            <a:xfrm>
              <a:off x="8191967" y="4248226"/>
              <a:ext cx="10519" cy="10146"/>
            </a:xfrm>
            <a:custGeom>
              <a:avLst/>
              <a:gdLst/>
              <a:ahLst/>
              <a:cxnLst/>
              <a:rect l="l" t="t" r="r" b="b"/>
              <a:pathLst>
                <a:path w="338" h="326" extrusionOk="0">
                  <a:moveTo>
                    <a:pt x="88" y="313"/>
                  </a:moveTo>
                  <a:cubicBezTo>
                    <a:pt x="175" y="325"/>
                    <a:pt x="262" y="288"/>
                    <a:pt x="312" y="213"/>
                  </a:cubicBezTo>
                  <a:cubicBezTo>
                    <a:pt x="325" y="200"/>
                    <a:pt x="337" y="163"/>
                    <a:pt x="325" y="138"/>
                  </a:cubicBezTo>
                  <a:lnTo>
                    <a:pt x="300" y="50"/>
                  </a:lnTo>
                  <a:cubicBezTo>
                    <a:pt x="287" y="13"/>
                    <a:pt x="225" y="0"/>
                    <a:pt x="212" y="38"/>
                  </a:cubicBezTo>
                  <a:lnTo>
                    <a:pt x="75" y="175"/>
                  </a:lnTo>
                  <a:cubicBezTo>
                    <a:pt x="0" y="200"/>
                    <a:pt x="13" y="325"/>
                    <a:pt x="8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8" name="Google Shape;4658;p68"/>
            <p:cNvSpPr/>
            <p:nvPr/>
          </p:nvSpPr>
          <p:spPr>
            <a:xfrm>
              <a:off x="8121568" y="4239667"/>
              <a:ext cx="73138" cy="18705"/>
            </a:xfrm>
            <a:custGeom>
              <a:avLst/>
              <a:gdLst/>
              <a:ahLst/>
              <a:cxnLst/>
              <a:rect l="l" t="t" r="r" b="b"/>
              <a:pathLst>
                <a:path w="2350" h="601" extrusionOk="0">
                  <a:moveTo>
                    <a:pt x="2300" y="475"/>
                  </a:moveTo>
                  <a:cubicBezTo>
                    <a:pt x="1625" y="138"/>
                    <a:pt x="825" y="0"/>
                    <a:pt x="88" y="225"/>
                  </a:cubicBezTo>
                  <a:cubicBezTo>
                    <a:pt x="0" y="250"/>
                    <a:pt x="0" y="413"/>
                    <a:pt x="113" y="400"/>
                  </a:cubicBezTo>
                  <a:cubicBezTo>
                    <a:pt x="862" y="313"/>
                    <a:pt x="1537" y="313"/>
                    <a:pt x="2250" y="588"/>
                  </a:cubicBezTo>
                  <a:cubicBezTo>
                    <a:pt x="2312" y="600"/>
                    <a:pt x="2350" y="500"/>
                    <a:pt x="230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4659;p68"/>
            <p:cNvSpPr/>
            <p:nvPr/>
          </p:nvSpPr>
          <p:spPr>
            <a:xfrm>
              <a:off x="8121163" y="4230704"/>
              <a:ext cx="31527" cy="21039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201" y="613"/>
                  </a:moveTo>
                  <a:cubicBezTo>
                    <a:pt x="413" y="351"/>
                    <a:pt x="650" y="276"/>
                    <a:pt x="938" y="163"/>
                  </a:cubicBezTo>
                  <a:cubicBezTo>
                    <a:pt x="1013" y="126"/>
                    <a:pt x="1013" y="1"/>
                    <a:pt x="925" y="1"/>
                  </a:cubicBezTo>
                  <a:cubicBezTo>
                    <a:pt x="575" y="26"/>
                    <a:pt x="251" y="201"/>
                    <a:pt x="63" y="501"/>
                  </a:cubicBezTo>
                  <a:cubicBezTo>
                    <a:pt x="1" y="576"/>
                    <a:pt x="138" y="676"/>
                    <a:pt x="201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0" name="Google Shape;4660;p68"/>
            <p:cNvSpPr/>
            <p:nvPr/>
          </p:nvSpPr>
          <p:spPr>
            <a:xfrm>
              <a:off x="8170181" y="4183273"/>
              <a:ext cx="33083" cy="68874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1012" y="2075"/>
                  </a:moveTo>
                  <a:cubicBezTo>
                    <a:pt x="838" y="1775"/>
                    <a:pt x="700" y="1462"/>
                    <a:pt x="575" y="1125"/>
                  </a:cubicBezTo>
                  <a:cubicBezTo>
                    <a:pt x="463" y="775"/>
                    <a:pt x="525" y="475"/>
                    <a:pt x="575" y="125"/>
                  </a:cubicBezTo>
                  <a:cubicBezTo>
                    <a:pt x="588" y="25"/>
                    <a:pt x="450" y="0"/>
                    <a:pt x="413" y="75"/>
                  </a:cubicBezTo>
                  <a:cubicBezTo>
                    <a:pt x="0" y="775"/>
                    <a:pt x="463" y="1612"/>
                    <a:pt x="925" y="2162"/>
                  </a:cubicBezTo>
                  <a:cubicBezTo>
                    <a:pt x="975" y="2212"/>
                    <a:pt x="1062" y="2137"/>
                    <a:pt x="1025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1" name="Google Shape;4661;p68"/>
            <p:cNvSpPr/>
            <p:nvPr/>
          </p:nvSpPr>
          <p:spPr>
            <a:xfrm>
              <a:off x="8168999" y="4181717"/>
              <a:ext cx="21039" cy="43198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76" y="138"/>
                  </a:moveTo>
                  <a:cubicBezTo>
                    <a:pt x="113" y="450"/>
                    <a:pt x="1" y="875"/>
                    <a:pt x="51" y="1287"/>
                  </a:cubicBezTo>
                  <a:cubicBezTo>
                    <a:pt x="63" y="1387"/>
                    <a:pt x="201" y="1350"/>
                    <a:pt x="226" y="1262"/>
                  </a:cubicBezTo>
                  <a:cubicBezTo>
                    <a:pt x="238" y="875"/>
                    <a:pt x="301" y="575"/>
                    <a:pt x="576" y="288"/>
                  </a:cubicBezTo>
                  <a:cubicBezTo>
                    <a:pt x="676" y="150"/>
                    <a:pt x="476" y="0"/>
                    <a:pt x="376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2" name="Google Shape;4662;p68"/>
            <p:cNvSpPr/>
            <p:nvPr/>
          </p:nvSpPr>
          <p:spPr>
            <a:xfrm>
              <a:off x="8147991" y="4212808"/>
              <a:ext cx="28446" cy="14036"/>
            </a:xfrm>
            <a:custGeom>
              <a:avLst/>
              <a:gdLst/>
              <a:ahLst/>
              <a:cxnLst/>
              <a:rect l="l" t="t" r="r" b="b"/>
              <a:pathLst>
                <a:path w="914" h="451" extrusionOk="0">
                  <a:moveTo>
                    <a:pt x="788" y="238"/>
                  </a:moveTo>
                  <a:cubicBezTo>
                    <a:pt x="576" y="176"/>
                    <a:pt x="363" y="76"/>
                    <a:pt x="138" y="26"/>
                  </a:cubicBezTo>
                  <a:cubicBezTo>
                    <a:pt x="51" y="1"/>
                    <a:pt x="1" y="113"/>
                    <a:pt x="88" y="163"/>
                  </a:cubicBezTo>
                  <a:cubicBezTo>
                    <a:pt x="288" y="288"/>
                    <a:pt x="513" y="376"/>
                    <a:pt x="738" y="426"/>
                  </a:cubicBezTo>
                  <a:cubicBezTo>
                    <a:pt x="863" y="451"/>
                    <a:pt x="913" y="276"/>
                    <a:pt x="78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3" name="Google Shape;4663;p68"/>
            <p:cNvSpPr/>
            <p:nvPr/>
          </p:nvSpPr>
          <p:spPr>
            <a:xfrm>
              <a:off x="8146839" y="4212808"/>
              <a:ext cx="20261" cy="24556"/>
            </a:xfrm>
            <a:custGeom>
              <a:avLst/>
              <a:gdLst/>
              <a:ahLst/>
              <a:cxnLst/>
              <a:rect l="l" t="t" r="r" b="b"/>
              <a:pathLst>
                <a:path w="651" h="789" extrusionOk="0">
                  <a:moveTo>
                    <a:pt x="63" y="226"/>
                  </a:moveTo>
                  <a:cubicBezTo>
                    <a:pt x="150" y="413"/>
                    <a:pt x="275" y="588"/>
                    <a:pt x="438" y="726"/>
                  </a:cubicBezTo>
                  <a:cubicBezTo>
                    <a:pt x="513" y="788"/>
                    <a:pt x="650" y="701"/>
                    <a:pt x="588" y="613"/>
                  </a:cubicBezTo>
                  <a:cubicBezTo>
                    <a:pt x="488" y="438"/>
                    <a:pt x="363" y="288"/>
                    <a:pt x="250" y="126"/>
                  </a:cubicBezTo>
                  <a:cubicBezTo>
                    <a:pt x="175" y="1"/>
                    <a:pt x="0" y="101"/>
                    <a:pt x="75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4664;p68"/>
            <p:cNvSpPr/>
            <p:nvPr/>
          </p:nvSpPr>
          <p:spPr>
            <a:xfrm>
              <a:off x="8143322" y="4228370"/>
              <a:ext cx="21817" cy="859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576" y="51"/>
                  </a:moveTo>
                  <a:cubicBezTo>
                    <a:pt x="413" y="1"/>
                    <a:pt x="226" y="26"/>
                    <a:pt x="88" y="113"/>
                  </a:cubicBezTo>
                  <a:cubicBezTo>
                    <a:pt x="1" y="163"/>
                    <a:pt x="63" y="276"/>
                    <a:pt x="138" y="251"/>
                  </a:cubicBezTo>
                  <a:lnTo>
                    <a:pt x="526" y="238"/>
                  </a:lnTo>
                  <a:cubicBezTo>
                    <a:pt x="638" y="263"/>
                    <a:pt x="701" y="88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4665;p68"/>
            <p:cNvSpPr/>
            <p:nvPr/>
          </p:nvSpPr>
          <p:spPr>
            <a:xfrm>
              <a:off x="8118456" y="4188315"/>
              <a:ext cx="35791" cy="29193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638" y="788"/>
                  </a:moveTo>
                  <a:cubicBezTo>
                    <a:pt x="1150" y="675"/>
                    <a:pt x="862" y="1"/>
                    <a:pt x="425" y="101"/>
                  </a:cubicBezTo>
                  <a:cubicBezTo>
                    <a:pt x="0" y="201"/>
                    <a:pt x="113" y="938"/>
                    <a:pt x="625" y="788"/>
                  </a:cubicBezTo>
                  <a:cubicBezTo>
                    <a:pt x="737" y="750"/>
                    <a:pt x="712" y="588"/>
                    <a:pt x="600" y="600"/>
                  </a:cubicBezTo>
                  <a:lnTo>
                    <a:pt x="600" y="613"/>
                  </a:lnTo>
                  <a:cubicBezTo>
                    <a:pt x="488" y="650"/>
                    <a:pt x="538" y="813"/>
                    <a:pt x="65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6" name="Google Shape;4666;p68"/>
            <p:cNvSpPr/>
            <p:nvPr/>
          </p:nvSpPr>
          <p:spPr>
            <a:xfrm>
              <a:off x="890193" y="4387063"/>
              <a:ext cx="686096" cy="237278"/>
            </a:xfrm>
            <a:custGeom>
              <a:avLst/>
              <a:gdLst/>
              <a:ahLst/>
              <a:cxnLst/>
              <a:rect l="l" t="t" r="r" b="b"/>
              <a:pathLst>
                <a:path w="22045" h="7624" extrusionOk="0">
                  <a:moveTo>
                    <a:pt x="21832" y="4662"/>
                  </a:moveTo>
                  <a:cubicBezTo>
                    <a:pt x="17009" y="0"/>
                    <a:pt x="10598" y="7623"/>
                    <a:pt x="4962" y="6311"/>
                  </a:cubicBezTo>
                  <a:cubicBezTo>
                    <a:pt x="1963" y="5611"/>
                    <a:pt x="1" y="3300"/>
                    <a:pt x="101" y="238"/>
                  </a:cubicBezTo>
                  <a:cubicBezTo>
                    <a:pt x="101" y="150"/>
                    <a:pt x="251" y="150"/>
                    <a:pt x="251" y="238"/>
                  </a:cubicBezTo>
                  <a:cubicBezTo>
                    <a:pt x="513" y="6511"/>
                    <a:pt x="7511" y="6724"/>
                    <a:pt x="11885" y="4887"/>
                  </a:cubicBezTo>
                  <a:cubicBezTo>
                    <a:pt x="13597" y="4162"/>
                    <a:pt x="15322" y="3175"/>
                    <a:pt x="17209" y="2950"/>
                  </a:cubicBezTo>
                  <a:cubicBezTo>
                    <a:pt x="19108" y="2725"/>
                    <a:pt x="20620" y="3225"/>
                    <a:pt x="21970" y="4524"/>
                  </a:cubicBezTo>
                  <a:cubicBezTo>
                    <a:pt x="22045" y="4612"/>
                    <a:pt x="21920" y="4737"/>
                    <a:pt x="21832" y="46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7" name="Google Shape;4667;p68"/>
            <p:cNvSpPr/>
            <p:nvPr/>
          </p:nvSpPr>
          <p:spPr>
            <a:xfrm>
              <a:off x="896417" y="4264565"/>
              <a:ext cx="225234" cy="150913"/>
            </a:xfrm>
            <a:custGeom>
              <a:avLst/>
              <a:gdLst/>
              <a:ahLst/>
              <a:cxnLst/>
              <a:rect l="l" t="t" r="r" b="b"/>
              <a:pathLst>
                <a:path w="7237" h="4849" extrusionOk="0">
                  <a:moveTo>
                    <a:pt x="13" y="3174"/>
                  </a:moveTo>
                  <a:cubicBezTo>
                    <a:pt x="151" y="1162"/>
                    <a:pt x="2612" y="0"/>
                    <a:pt x="4412" y="537"/>
                  </a:cubicBezTo>
                  <a:cubicBezTo>
                    <a:pt x="5924" y="987"/>
                    <a:pt x="7236" y="3524"/>
                    <a:pt x="5849" y="4774"/>
                  </a:cubicBezTo>
                  <a:cubicBezTo>
                    <a:pt x="5774" y="4849"/>
                    <a:pt x="5662" y="4736"/>
                    <a:pt x="5724" y="4661"/>
                  </a:cubicBezTo>
                  <a:cubicBezTo>
                    <a:pt x="7124" y="3137"/>
                    <a:pt x="5462" y="837"/>
                    <a:pt x="3837" y="637"/>
                  </a:cubicBezTo>
                  <a:cubicBezTo>
                    <a:pt x="2287" y="437"/>
                    <a:pt x="325" y="1450"/>
                    <a:pt x="201" y="3174"/>
                  </a:cubicBezTo>
                  <a:cubicBezTo>
                    <a:pt x="201" y="3299"/>
                    <a:pt x="1" y="3299"/>
                    <a:pt x="13" y="31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8" name="Google Shape;4668;p68"/>
            <p:cNvSpPr/>
            <p:nvPr/>
          </p:nvSpPr>
          <p:spPr>
            <a:xfrm>
              <a:off x="963704" y="4346604"/>
              <a:ext cx="91033" cy="96106"/>
            </a:xfrm>
            <a:custGeom>
              <a:avLst/>
              <a:gdLst/>
              <a:ahLst/>
              <a:cxnLst/>
              <a:rect l="l" t="t" r="r" b="b"/>
              <a:pathLst>
                <a:path w="2925" h="3088" extrusionOk="0">
                  <a:moveTo>
                    <a:pt x="2862" y="2600"/>
                  </a:moveTo>
                  <a:cubicBezTo>
                    <a:pt x="2025" y="3087"/>
                    <a:pt x="800" y="2738"/>
                    <a:pt x="388" y="1850"/>
                  </a:cubicBezTo>
                  <a:cubicBezTo>
                    <a:pt x="0" y="1026"/>
                    <a:pt x="613" y="101"/>
                    <a:pt x="1488" y="13"/>
                  </a:cubicBezTo>
                  <a:cubicBezTo>
                    <a:pt x="1588" y="1"/>
                    <a:pt x="1625" y="188"/>
                    <a:pt x="1513" y="213"/>
                  </a:cubicBezTo>
                  <a:cubicBezTo>
                    <a:pt x="700" y="351"/>
                    <a:pt x="200" y="1176"/>
                    <a:pt x="663" y="1925"/>
                  </a:cubicBezTo>
                  <a:cubicBezTo>
                    <a:pt x="1138" y="2613"/>
                    <a:pt x="2037" y="2838"/>
                    <a:pt x="2775" y="2463"/>
                  </a:cubicBezTo>
                  <a:cubicBezTo>
                    <a:pt x="2850" y="2425"/>
                    <a:pt x="2925" y="2538"/>
                    <a:pt x="2850" y="26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9" name="Google Shape;4669;p68"/>
            <p:cNvSpPr/>
            <p:nvPr/>
          </p:nvSpPr>
          <p:spPr>
            <a:xfrm>
              <a:off x="1021654" y="4354011"/>
              <a:ext cx="31" cy="40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0" name="Google Shape;4670;p68"/>
            <p:cNvSpPr/>
            <p:nvPr/>
          </p:nvSpPr>
          <p:spPr>
            <a:xfrm>
              <a:off x="781700" y="4446943"/>
              <a:ext cx="257476" cy="129158"/>
            </a:xfrm>
            <a:custGeom>
              <a:avLst/>
              <a:gdLst/>
              <a:ahLst/>
              <a:cxnLst/>
              <a:rect l="l" t="t" r="r" b="b"/>
              <a:pathLst>
                <a:path w="8273" h="4150" extrusionOk="0">
                  <a:moveTo>
                    <a:pt x="8135" y="4137"/>
                  </a:moveTo>
                  <a:cubicBezTo>
                    <a:pt x="6998" y="3887"/>
                    <a:pt x="5936" y="3425"/>
                    <a:pt x="4986" y="2775"/>
                  </a:cubicBezTo>
                  <a:cubicBezTo>
                    <a:pt x="3537" y="1763"/>
                    <a:pt x="2062" y="1"/>
                    <a:pt x="175" y="1276"/>
                  </a:cubicBezTo>
                  <a:cubicBezTo>
                    <a:pt x="100" y="1326"/>
                    <a:pt x="0" y="1201"/>
                    <a:pt x="75" y="1138"/>
                  </a:cubicBezTo>
                  <a:cubicBezTo>
                    <a:pt x="837" y="451"/>
                    <a:pt x="1787" y="451"/>
                    <a:pt x="2699" y="851"/>
                  </a:cubicBezTo>
                  <a:cubicBezTo>
                    <a:pt x="3374" y="1151"/>
                    <a:pt x="3912" y="1676"/>
                    <a:pt x="4474" y="2125"/>
                  </a:cubicBezTo>
                  <a:cubicBezTo>
                    <a:pt x="5549" y="3013"/>
                    <a:pt x="6811" y="3650"/>
                    <a:pt x="8173" y="3975"/>
                  </a:cubicBezTo>
                  <a:cubicBezTo>
                    <a:pt x="8273" y="4000"/>
                    <a:pt x="8235" y="4150"/>
                    <a:pt x="8135" y="4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1" name="Google Shape;4671;p68"/>
            <p:cNvSpPr/>
            <p:nvPr/>
          </p:nvSpPr>
          <p:spPr>
            <a:xfrm>
              <a:off x="1106058" y="4470285"/>
              <a:ext cx="110080" cy="99592"/>
            </a:xfrm>
            <a:custGeom>
              <a:avLst/>
              <a:gdLst/>
              <a:ahLst/>
              <a:cxnLst/>
              <a:rect l="l" t="t" r="r" b="b"/>
              <a:pathLst>
                <a:path w="3537" h="3200" extrusionOk="0">
                  <a:moveTo>
                    <a:pt x="3424" y="2888"/>
                  </a:moveTo>
                  <a:cubicBezTo>
                    <a:pt x="2550" y="3087"/>
                    <a:pt x="1700" y="3200"/>
                    <a:pt x="888" y="2713"/>
                  </a:cubicBezTo>
                  <a:cubicBezTo>
                    <a:pt x="363" y="2388"/>
                    <a:pt x="0" y="1875"/>
                    <a:pt x="100" y="1225"/>
                  </a:cubicBezTo>
                  <a:cubicBezTo>
                    <a:pt x="188" y="613"/>
                    <a:pt x="688" y="138"/>
                    <a:pt x="1312" y="63"/>
                  </a:cubicBezTo>
                  <a:cubicBezTo>
                    <a:pt x="1787" y="13"/>
                    <a:pt x="2462" y="176"/>
                    <a:pt x="2512" y="726"/>
                  </a:cubicBezTo>
                  <a:cubicBezTo>
                    <a:pt x="2525" y="813"/>
                    <a:pt x="2387" y="813"/>
                    <a:pt x="2375" y="726"/>
                  </a:cubicBezTo>
                  <a:cubicBezTo>
                    <a:pt x="2312" y="1"/>
                    <a:pt x="1100" y="263"/>
                    <a:pt x="775" y="488"/>
                  </a:cubicBezTo>
                  <a:cubicBezTo>
                    <a:pt x="288" y="838"/>
                    <a:pt x="138" y="1500"/>
                    <a:pt x="438" y="2025"/>
                  </a:cubicBezTo>
                  <a:cubicBezTo>
                    <a:pt x="1050" y="3037"/>
                    <a:pt x="2400" y="2937"/>
                    <a:pt x="3374" y="2713"/>
                  </a:cubicBezTo>
                  <a:cubicBezTo>
                    <a:pt x="3487" y="2688"/>
                    <a:pt x="3537" y="2863"/>
                    <a:pt x="3424" y="28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2" name="Google Shape;4672;p68"/>
            <p:cNvSpPr/>
            <p:nvPr/>
          </p:nvSpPr>
          <p:spPr>
            <a:xfrm>
              <a:off x="1243744" y="4483138"/>
              <a:ext cx="41642" cy="54091"/>
            </a:xfrm>
            <a:custGeom>
              <a:avLst/>
              <a:gdLst/>
              <a:ahLst/>
              <a:cxnLst/>
              <a:rect l="l" t="t" r="r" b="b"/>
              <a:pathLst>
                <a:path w="1338" h="1738" extrusionOk="0">
                  <a:moveTo>
                    <a:pt x="1237" y="1550"/>
                  </a:moveTo>
                  <a:cubicBezTo>
                    <a:pt x="700" y="1737"/>
                    <a:pt x="0" y="1412"/>
                    <a:pt x="75" y="762"/>
                  </a:cubicBezTo>
                  <a:cubicBezTo>
                    <a:pt x="125" y="338"/>
                    <a:pt x="825" y="0"/>
                    <a:pt x="1087" y="425"/>
                  </a:cubicBezTo>
                  <a:cubicBezTo>
                    <a:pt x="1162" y="538"/>
                    <a:pt x="987" y="637"/>
                    <a:pt x="912" y="525"/>
                  </a:cubicBezTo>
                  <a:cubicBezTo>
                    <a:pt x="800" y="463"/>
                    <a:pt x="662" y="438"/>
                    <a:pt x="537" y="488"/>
                  </a:cubicBezTo>
                  <a:cubicBezTo>
                    <a:pt x="263" y="712"/>
                    <a:pt x="213" y="937"/>
                    <a:pt x="388" y="1137"/>
                  </a:cubicBezTo>
                  <a:cubicBezTo>
                    <a:pt x="550" y="1450"/>
                    <a:pt x="887" y="1487"/>
                    <a:pt x="1200" y="1400"/>
                  </a:cubicBezTo>
                  <a:cubicBezTo>
                    <a:pt x="1300" y="1362"/>
                    <a:pt x="1337" y="1525"/>
                    <a:pt x="1237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3" name="Google Shape;4673;p68"/>
            <p:cNvSpPr/>
            <p:nvPr/>
          </p:nvSpPr>
          <p:spPr>
            <a:xfrm>
              <a:off x="757953" y="4472619"/>
              <a:ext cx="39712" cy="39712"/>
            </a:xfrm>
            <a:custGeom>
              <a:avLst/>
              <a:gdLst/>
              <a:ahLst/>
              <a:cxnLst/>
              <a:rect l="l" t="t" r="r" b="b"/>
              <a:pathLst>
                <a:path w="1276" h="1276" extrusionOk="0">
                  <a:moveTo>
                    <a:pt x="938" y="351"/>
                  </a:moveTo>
                  <a:cubicBezTo>
                    <a:pt x="1275" y="713"/>
                    <a:pt x="813" y="1275"/>
                    <a:pt x="413" y="950"/>
                  </a:cubicBezTo>
                  <a:cubicBezTo>
                    <a:pt x="1" y="626"/>
                    <a:pt x="476" y="1"/>
                    <a:pt x="888" y="301"/>
                  </a:cubicBezTo>
                  <a:cubicBezTo>
                    <a:pt x="950" y="351"/>
                    <a:pt x="900" y="463"/>
                    <a:pt x="813" y="451"/>
                  </a:cubicBezTo>
                  <a:lnTo>
                    <a:pt x="813" y="451"/>
                  </a:lnTo>
                  <a:cubicBezTo>
                    <a:pt x="776" y="376"/>
                    <a:pt x="875" y="276"/>
                    <a:pt x="950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4" name="Google Shape;4674;p68"/>
            <p:cNvSpPr/>
            <p:nvPr/>
          </p:nvSpPr>
          <p:spPr>
            <a:xfrm>
              <a:off x="852068" y="4392883"/>
              <a:ext cx="96884" cy="140829"/>
            </a:xfrm>
            <a:custGeom>
              <a:avLst/>
              <a:gdLst/>
              <a:ahLst/>
              <a:cxnLst/>
              <a:rect l="l" t="t" r="r" b="b"/>
              <a:pathLst>
                <a:path w="3113" h="4525" extrusionOk="0">
                  <a:moveTo>
                    <a:pt x="2963" y="4462"/>
                  </a:moveTo>
                  <a:cubicBezTo>
                    <a:pt x="1563" y="3363"/>
                    <a:pt x="538" y="1850"/>
                    <a:pt x="26" y="151"/>
                  </a:cubicBezTo>
                  <a:cubicBezTo>
                    <a:pt x="1" y="63"/>
                    <a:pt x="138" y="1"/>
                    <a:pt x="188" y="88"/>
                  </a:cubicBezTo>
                  <a:cubicBezTo>
                    <a:pt x="926" y="1700"/>
                    <a:pt x="1700" y="3188"/>
                    <a:pt x="3050" y="4375"/>
                  </a:cubicBezTo>
                  <a:cubicBezTo>
                    <a:pt x="3113" y="4437"/>
                    <a:pt x="3025" y="4525"/>
                    <a:pt x="2963" y="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5" name="Google Shape;4675;p68"/>
            <p:cNvSpPr/>
            <p:nvPr/>
          </p:nvSpPr>
          <p:spPr>
            <a:xfrm>
              <a:off x="831869" y="4367238"/>
              <a:ext cx="38530" cy="40459"/>
            </a:xfrm>
            <a:custGeom>
              <a:avLst/>
              <a:gdLst/>
              <a:ahLst/>
              <a:cxnLst/>
              <a:rect l="l" t="t" r="r" b="b"/>
              <a:pathLst>
                <a:path w="1238" h="1300" extrusionOk="0">
                  <a:moveTo>
                    <a:pt x="737" y="800"/>
                  </a:moveTo>
                  <a:lnTo>
                    <a:pt x="737" y="737"/>
                  </a:lnTo>
                  <a:cubicBezTo>
                    <a:pt x="812" y="662"/>
                    <a:pt x="925" y="750"/>
                    <a:pt x="875" y="850"/>
                  </a:cubicBezTo>
                  <a:cubicBezTo>
                    <a:pt x="637" y="1300"/>
                    <a:pt x="0" y="750"/>
                    <a:pt x="350" y="375"/>
                  </a:cubicBezTo>
                  <a:cubicBezTo>
                    <a:pt x="687" y="0"/>
                    <a:pt x="1237" y="550"/>
                    <a:pt x="850" y="912"/>
                  </a:cubicBezTo>
                  <a:cubicBezTo>
                    <a:pt x="762" y="975"/>
                    <a:pt x="675" y="875"/>
                    <a:pt x="725" y="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6" name="Google Shape;4676;p68"/>
            <p:cNvSpPr/>
            <p:nvPr/>
          </p:nvSpPr>
          <p:spPr>
            <a:xfrm>
              <a:off x="892527" y="4374241"/>
              <a:ext cx="7034" cy="11671"/>
            </a:xfrm>
            <a:custGeom>
              <a:avLst/>
              <a:gdLst/>
              <a:ahLst/>
              <a:cxnLst/>
              <a:rect l="l" t="t" r="r" b="b"/>
              <a:pathLst>
                <a:path w="226" h="375" extrusionOk="0">
                  <a:moveTo>
                    <a:pt x="13" y="263"/>
                  </a:moveTo>
                  <a:cubicBezTo>
                    <a:pt x="1" y="188"/>
                    <a:pt x="26" y="113"/>
                    <a:pt x="76" y="63"/>
                  </a:cubicBezTo>
                  <a:cubicBezTo>
                    <a:pt x="113" y="0"/>
                    <a:pt x="226" y="13"/>
                    <a:pt x="226" y="100"/>
                  </a:cubicBezTo>
                  <a:cubicBezTo>
                    <a:pt x="213" y="150"/>
                    <a:pt x="213" y="213"/>
                    <a:pt x="213" y="263"/>
                  </a:cubicBezTo>
                  <a:cubicBezTo>
                    <a:pt x="201" y="375"/>
                    <a:pt x="38" y="375"/>
                    <a:pt x="13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4677;p68"/>
            <p:cNvSpPr/>
            <p:nvPr/>
          </p:nvSpPr>
          <p:spPr>
            <a:xfrm>
              <a:off x="1057040" y="4414669"/>
              <a:ext cx="12480" cy="8590"/>
            </a:xfrm>
            <a:custGeom>
              <a:avLst/>
              <a:gdLst/>
              <a:ahLst/>
              <a:cxnLst/>
              <a:rect l="l" t="t" r="r" b="b"/>
              <a:pathLst>
                <a:path w="401" h="276" extrusionOk="0">
                  <a:moveTo>
                    <a:pt x="88" y="88"/>
                  </a:moveTo>
                  <a:cubicBezTo>
                    <a:pt x="151" y="51"/>
                    <a:pt x="226" y="26"/>
                    <a:pt x="301" y="13"/>
                  </a:cubicBezTo>
                  <a:cubicBezTo>
                    <a:pt x="351" y="1"/>
                    <a:pt x="401" y="63"/>
                    <a:pt x="351" y="113"/>
                  </a:cubicBezTo>
                  <a:cubicBezTo>
                    <a:pt x="301" y="176"/>
                    <a:pt x="226" y="226"/>
                    <a:pt x="151" y="251"/>
                  </a:cubicBezTo>
                  <a:cubicBezTo>
                    <a:pt x="63" y="276"/>
                    <a:pt x="1" y="138"/>
                    <a:pt x="8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4678;p68"/>
            <p:cNvSpPr/>
            <p:nvPr/>
          </p:nvSpPr>
          <p:spPr>
            <a:xfrm>
              <a:off x="881261" y="4550425"/>
              <a:ext cx="195263" cy="34639"/>
            </a:xfrm>
            <a:custGeom>
              <a:avLst/>
              <a:gdLst/>
              <a:ahLst/>
              <a:cxnLst/>
              <a:rect l="l" t="t" r="r" b="b"/>
              <a:pathLst>
                <a:path w="6274" h="1113" extrusionOk="0">
                  <a:moveTo>
                    <a:pt x="6174" y="1100"/>
                  </a:moveTo>
                  <a:cubicBezTo>
                    <a:pt x="5311" y="1112"/>
                    <a:pt x="4449" y="1025"/>
                    <a:pt x="3612" y="850"/>
                  </a:cubicBezTo>
                  <a:cubicBezTo>
                    <a:pt x="2462" y="625"/>
                    <a:pt x="1337" y="175"/>
                    <a:pt x="163" y="500"/>
                  </a:cubicBezTo>
                  <a:cubicBezTo>
                    <a:pt x="38" y="525"/>
                    <a:pt x="0" y="362"/>
                    <a:pt x="113" y="313"/>
                  </a:cubicBezTo>
                  <a:cubicBezTo>
                    <a:pt x="900" y="0"/>
                    <a:pt x="1625" y="163"/>
                    <a:pt x="2437" y="337"/>
                  </a:cubicBezTo>
                  <a:cubicBezTo>
                    <a:pt x="3674" y="612"/>
                    <a:pt x="4899" y="862"/>
                    <a:pt x="6174" y="925"/>
                  </a:cubicBezTo>
                  <a:cubicBezTo>
                    <a:pt x="6274" y="937"/>
                    <a:pt x="6274" y="1087"/>
                    <a:pt x="6174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9" name="Google Shape;4679;p68"/>
            <p:cNvSpPr/>
            <p:nvPr/>
          </p:nvSpPr>
          <p:spPr>
            <a:xfrm>
              <a:off x="854402" y="4546535"/>
              <a:ext cx="41268" cy="38903"/>
            </a:xfrm>
            <a:custGeom>
              <a:avLst/>
              <a:gdLst/>
              <a:ahLst/>
              <a:cxnLst/>
              <a:rect l="l" t="t" r="r" b="b"/>
              <a:pathLst>
                <a:path w="1326" h="1250" extrusionOk="0">
                  <a:moveTo>
                    <a:pt x="876" y="550"/>
                  </a:moveTo>
                  <a:lnTo>
                    <a:pt x="763" y="587"/>
                  </a:lnTo>
                  <a:cubicBezTo>
                    <a:pt x="713" y="512"/>
                    <a:pt x="763" y="413"/>
                    <a:pt x="851" y="425"/>
                  </a:cubicBezTo>
                  <a:cubicBezTo>
                    <a:pt x="1326" y="587"/>
                    <a:pt x="851" y="1250"/>
                    <a:pt x="476" y="1012"/>
                  </a:cubicBezTo>
                  <a:cubicBezTo>
                    <a:pt x="1" y="712"/>
                    <a:pt x="551" y="0"/>
                    <a:pt x="976" y="438"/>
                  </a:cubicBezTo>
                  <a:cubicBezTo>
                    <a:pt x="1038" y="500"/>
                    <a:pt x="963" y="600"/>
                    <a:pt x="876" y="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0" name="Google Shape;4680;p68"/>
            <p:cNvSpPr/>
            <p:nvPr/>
          </p:nvSpPr>
          <p:spPr>
            <a:xfrm>
              <a:off x="799564" y="4485473"/>
              <a:ext cx="90660" cy="28010"/>
            </a:xfrm>
            <a:custGeom>
              <a:avLst/>
              <a:gdLst/>
              <a:ahLst/>
              <a:cxnLst/>
              <a:rect l="l" t="t" r="r" b="b"/>
              <a:pathLst>
                <a:path w="2913" h="900" extrusionOk="0">
                  <a:moveTo>
                    <a:pt x="2813" y="263"/>
                  </a:moveTo>
                  <a:cubicBezTo>
                    <a:pt x="2500" y="562"/>
                    <a:pt x="2113" y="750"/>
                    <a:pt x="1688" y="800"/>
                  </a:cubicBezTo>
                  <a:cubicBezTo>
                    <a:pt x="1226" y="862"/>
                    <a:pt x="526" y="900"/>
                    <a:pt x="113" y="637"/>
                  </a:cubicBezTo>
                  <a:cubicBezTo>
                    <a:pt x="1" y="575"/>
                    <a:pt x="63" y="413"/>
                    <a:pt x="188" y="438"/>
                  </a:cubicBezTo>
                  <a:cubicBezTo>
                    <a:pt x="976" y="637"/>
                    <a:pt x="2013" y="687"/>
                    <a:pt x="2650" y="100"/>
                  </a:cubicBezTo>
                  <a:cubicBezTo>
                    <a:pt x="2763" y="0"/>
                    <a:pt x="2913" y="163"/>
                    <a:pt x="2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4681;p68"/>
            <p:cNvSpPr/>
            <p:nvPr/>
          </p:nvSpPr>
          <p:spPr>
            <a:xfrm>
              <a:off x="800342" y="4477287"/>
              <a:ext cx="87952" cy="29193"/>
            </a:xfrm>
            <a:custGeom>
              <a:avLst/>
              <a:gdLst/>
              <a:ahLst/>
              <a:cxnLst/>
              <a:rect l="l" t="t" r="r" b="b"/>
              <a:pathLst>
                <a:path w="2826" h="938" extrusionOk="0">
                  <a:moveTo>
                    <a:pt x="63" y="738"/>
                  </a:moveTo>
                  <a:cubicBezTo>
                    <a:pt x="588" y="51"/>
                    <a:pt x="2013" y="1"/>
                    <a:pt x="2725" y="376"/>
                  </a:cubicBezTo>
                  <a:cubicBezTo>
                    <a:pt x="2825" y="426"/>
                    <a:pt x="2750" y="563"/>
                    <a:pt x="2650" y="551"/>
                  </a:cubicBezTo>
                  <a:cubicBezTo>
                    <a:pt x="1938" y="438"/>
                    <a:pt x="776" y="176"/>
                    <a:pt x="213" y="850"/>
                  </a:cubicBezTo>
                  <a:cubicBezTo>
                    <a:pt x="151" y="938"/>
                    <a:pt x="1" y="825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4682;p68"/>
            <p:cNvSpPr/>
            <p:nvPr/>
          </p:nvSpPr>
          <p:spPr>
            <a:xfrm>
              <a:off x="990532" y="4495961"/>
              <a:ext cx="22221" cy="69652"/>
            </a:xfrm>
            <a:custGeom>
              <a:avLst/>
              <a:gdLst/>
              <a:ahLst/>
              <a:cxnLst/>
              <a:rect l="l" t="t" r="r" b="b"/>
              <a:pathLst>
                <a:path w="714" h="2238" extrusionOk="0">
                  <a:moveTo>
                    <a:pt x="301" y="2087"/>
                  </a:moveTo>
                  <a:cubicBezTo>
                    <a:pt x="476" y="1450"/>
                    <a:pt x="376" y="775"/>
                    <a:pt x="51" y="213"/>
                  </a:cubicBezTo>
                  <a:cubicBezTo>
                    <a:pt x="1" y="101"/>
                    <a:pt x="163" y="1"/>
                    <a:pt x="238" y="101"/>
                  </a:cubicBezTo>
                  <a:cubicBezTo>
                    <a:pt x="626" y="713"/>
                    <a:pt x="713" y="1450"/>
                    <a:pt x="476" y="2137"/>
                  </a:cubicBezTo>
                  <a:cubicBezTo>
                    <a:pt x="438" y="2237"/>
                    <a:pt x="288" y="2200"/>
                    <a:pt x="301" y="2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3" name="Google Shape;4683;p68"/>
            <p:cNvSpPr/>
            <p:nvPr/>
          </p:nvSpPr>
          <p:spPr>
            <a:xfrm>
              <a:off x="983934" y="4495961"/>
              <a:ext cx="19856" cy="67691"/>
            </a:xfrm>
            <a:custGeom>
              <a:avLst/>
              <a:gdLst/>
              <a:ahLst/>
              <a:cxnLst/>
              <a:rect l="l" t="t" r="r" b="b"/>
              <a:pathLst>
                <a:path w="638" h="2175" extrusionOk="0">
                  <a:moveTo>
                    <a:pt x="450" y="188"/>
                  </a:moveTo>
                  <a:cubicBezTo>
                    <a:pt x="313" y="550"/>
                    <a:pt x="275" y="950"/>
                    <a:pt x="338" y="1338"/>
                  </a:cubicBezTo>
                  <a:cubicBezTo>
                    <a:pt x="375" y="1613"/>
                    <a:pt x="525" y="1788"/>
                    <a:pt x="625" y="2038"/>
                  </a:cubicBezTo>
                  <a:cubicBezTo>
                    <a:pt x="638" y="2075"/>
                    <a:pt x="613" y="2112"/>
                    <a:pt x="563" y="2125"/>
                  </a:cubicBezTo>
                  <a:cubicBezTo>
                    <a:pt x="275" y="2175"/>
                    <a:pt x="163" y="1850"/>
                    <a:pt x="113" y="1613"/>
                  </a:cubicBezTo>
                  <a:cubicBezTo>
                    <a:pt x="0" y="1113"/>
                    <a:pt x="38" y="600"/>
                    <a:pt x="238" y="126"/>
                  </a:cubicBezTo>
                  <a:cubicBezTo>
                    <a:pt x="288" y="1"/>
                    <a:pt x="500" y="51"/>
                    <a:pt x="450" y="1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4" name="Google Shape;4684;p68"/>
            <p:cNvSpPr/>
            <p:nvPr/>
          </p:nvSpPr>
          <p:spPr>
            <a:xfrm>
              <a:off x="1323076" y="4456280"/>
              <a:ext cx="103109" cy="33488"/>
            </a:xfrm>
            <a:custGeom>
              <a:avLst/>
              <a:gdLst/>
              <a:ahLst/>
              <a:cxnLst/>
              <a:rect l="l" t="t" r="r" b="b"/>
              <a:pathLst>
                <a:path w="3313" h="1076" extrusionOk="0">
                  <a:moveTo>
                    <a:pt x="3187" y="926"/>
                  </a:moveTo>
                  <a:cubicBezTo>
                    <a:pt x="2175" y="1076"/>
                    <a:pt x="800" y="926"/>
                    <a:pt x="50" y="163"/>
                  </a:cubicBezTo>
                  <a:cubicBezTo>
                    <a:pt x="0" y="113"/>
                    <a:pt x="50" y="1"/>
                    <a:pt x="125" y="26"/>
                  </a:cubicBezTo>
                  <a:cubicBezTo>
                    <a:pt x="600" y="188"/>
                    <a:pt x="1013" y="476"/>
                    <a:pt x="1500" y="601"/>
                  </a:cubicBezTo>
                  <a:cubicBezTo>
                    <a:pt x="2037" y="738"/>
                    <a:pt x="2600" y="776"/>
                    <a:pt x="3150" y="713"/>
                  </a:cubicBezTo>
                  <a:cubicBezTo>
                    <a:pt x="3275" y="701"/>
                    <a:pt x="3312" y="913"/>
                    <a:pt x="3187" y="9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5" name="Google Shape;4685;p68"/>
            <p:cNvSpPr/>
            <p:nvPr/>
          </p:nvSpPr>
          <p:spPr>
            <a:xfrm>
              <a:off x="1323076" y="4445387"/>
              <a:ext cx="125268" cy="38561"/>
            </a:xfrm>
            <a:custGeom>
              <a:avLst/>
              <a:gdLst/>
              <a:ahLst/>
              <a:cxnLst/>
              <a:rect l="l" t="t" r="r" b="b"/>
              <a:pathLst>
                <a:path w="4025" h="1239" extrusionOk="0">
                  <a:moveTo>
                    <a:pt x="138" y="238"/>
                  </a:moveTo>
                  <a:cubicBezTo>
                    <a:pt x="763" y="126"/>
                    <a:pt x="1413" y="1"/>
                    <a:pt x="2050" y="101"/>
                  </a:cubicBezTo>
                  <a:cubicBezTo>
                    <a:pt x="2737" y="201"/>
                    <a:pt x="3312" y="551"/>
                    <a:pt x="3887" y="926"/>
                  </a:cubicBezTo>
                  <a:cubicBezTo>
                    <a:pt x="4024" y="1013"/>
                    <a:pt x="3899" y="1238"/>
                    <a:pt x="3749" y="1151"/>
                  </a:cubicBezTo>
                  <a:cubicBezTo>
                    <a:pt x="3287" y="838"/>
                    <a:pt x="2800" y="526"/>
                    <a:pt x="2237" y="388"/>
                  </a:cubicBezTo>
                  <a:cubicBezTo>
                    <a:pt x="1575" y="226"/>
                    <a:pt x="863" y="338"/>
                    <a:pt x="200" y="451"/>
                  </a:cubicBezTo>
                  <a:cubicBezTo>
                    <a:pt x="63" y="463"/>
                    <a:pt x="0" y="263"/>
                    <a:pt x="138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4686;p68"/>
            <p:cNvSpPr/>
            <p:nvPr/>
          </p:nvSpPr>
          <p:spPr>
            <a:xfrm>
              <a:off x="574393" y="3616190"/>
              <a:ext cx="248544" cy="686127"/>
            </a:xfrm>
            <a:custGeom>
              <a:avLst/>
              <a:gdLst/>
              <a:ahLst/>
              <a:cxnLst/>
              <a:rect l="l" t="t" r="r" b="b"/>
              <a:pathLst>
                <a:path w="7986" h="22046" extrusionOk="0">
                  <a:moveTo>
                    <a:pt x="3487" y="88"/>
                  </a:moveTo>
                  <a:cubicBezTo>
                    <a:pt x="4799" y="1426"/>
                    <a:pt x="5286" y="2938"/>
                    <a:pt x="5074" y="4837"/>
                  </a:cubicBezTo>
                  <a:cubicBezTo>
                    <a:pt x="4899" y="6237"/>
                    <a:pt x="4287" y="7487"/>
                    <a:pt x="3749" y="8761"/>
                  </a:cubicBezTo>
                  <a:cubicBezTo>
                    <a:pt x="1875" y="13235"/>
                    <a:pt x="0" y="21470"/>
                    <a:pt x="7773" y="21808"/>
                  </a:cubicBezTo>
                  <a:cubicBezTo>
                    <a:pt x="7861" y="21808"/>
                    <a:pt x="7861" y="21933"/>
                    <a:pt x="7773" y="21945"/>
                  </a:cubicBezTo>
                  <a:cubicBezTo>
                    <a:pt x="4737" y="22045"/>
                    <a:pt x="2400" y="20071"/>
                    <a:pt x="1700" y="17084"/>
                  </a:cubicBezTo>
                  <a:cubicBezTo>
                    <a:pt x="388" y="11435"/>
                    <a:pt x="7986" y="5012"/>
                    <a:pt x="3349" y="213"/>
                  </a:cubicBezTo>
                  <a:cubicBezTo>
                    <a:pt x="3274" y="138"/>
                    <a:pt x="3399" y="1"/>
                    <a:pt x="3487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7" name="Google Shape;4687;p68"/>
            <p:cNvSpPr/>
            <p:nvPr/>
          </p:nvSpPr>
          <p:spPr>
            <a:xfrm>
              <a:off x="794896" y="4070859"/>
              <a:ext cx="151349" cy="225234"/>
            </a:xfrm>
            <a:custGeom>
              <a:avLst/>
              <a:gdLst/>
              <a:ahLst/>
              <a:cxnLst/>
              <a:rect l="l" t="t" r="r" b="b"/>
              <a:pathLst>
                <a:path w="4863" h="7237" extrusionOk="0">
                  <a:moveTo>
                    <a:pt x="1688" y="7036"/>
                  </a:moveTo>
                  <a:cubicBezTo>
                    <a:pt x="3413" y="6911"/>
                    <a:pt x="4425" y="4949"/>
                    <a:pt x="4225" y="3400"/>
                  </a:cubicBezTo>
                  <a:cubicBezTo>
                    <a:pt x="4025" y="1775"/>
                    <a:pt x="1725" y="113"/>
                    <a:pt x="201" y="1513"/>
                  </a:cubicBezTo>
                  <a:cubicBezTo>
                    <a:pt x="126" y="1588"/>
                    <a:pt x="1" y="1463"/>
                    <a:pt x="88" y="1388"/>
                  </a:cubicBezTo>
                  <a:cubicBezTo>
                    <a:pt x="1338" y="1"/>
                    <a:pt x="3875" y="1313"/>
                    <a:pt x="4325" y="2825"/>
                  </a:cubicBezTo>
                  <a:cubicBezTo>
                    <a:pt x="4862" y="4637"/>
                    <a:pt x="3700" y="7086"/>
                    <a:pt x="1688" y="7224"/>
                  </a:cubicBezTo>
                  <a:cubicBezTo>
                    <a:pt x="1563" y="7236"/>
                    <a:pt x="1563" y="7049"/>
                    <a:pt x="1688" y="70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8" name="Google Shape;4688;p68"/>
            <p:cNvSpPr/>
            <p:nvPr/>
          </p:nvSpPr>
          <p:spPr>
            <a:xfrm>
              <a:off x="768068" y="4136994"/>
              <a:ext cx="96106" cy="91407"/>
            </a:xfrm>
            <a:custGeom>
              <a:avLst/>
              <a:gdLst/>
              <a:ahLst/>
              <a:cxnLst/>
              <a:rect l="l" t="t" r="r" b="b"/>
              <a:pathLst>
                <a:path w="3088" h="2937" extrusionOk="0">
                  <a:moveTo>
                    <a:pt x="625" y="163"/>
                  </a:moveTo>
                  <a:cubicBezTo>
                    <a:pt x="251" y="900"/>
                    <a:pt x="476" y="1800"/>
                    <a:pt x="1163" y="2274"/>
                  </a:cubicBezTo>
                  <a:cubicBezTo>
                    <a:pt x="1913" y="2749"/>
                    <a:pt x="2750" y="2237"/>
                    <a:pt x="2887" y="1425"/>
                  </a:cubicBezTo>
                  <a:cubicBezTo>
                    <a:pt x="2900" y="1325"/>
                    <a:pt x="3087" y="1337"/>
                    <a:pt x="3075" y="1450"/>
                  </a:cubicBezTo>
                  <a:cubicBezTo>
                    <a:pt x="3000" y="2324"/>
                    <a:pt x="2075" y="2937"/>
                    <a:pt x="1250" y="2549"/>
                  </a:cubicBezTo>
                  <a:cubicBezTo>
                    <a:pt x="351" y="2137"/>
                    <a:pt x="1" y="912"/>
                    <a:pt x="501" y="75"/>
                  </a:cubicBezTo>
                  <a:cubicBezTo>
                    <a:pt x="550" y="0"/>
                    <a:pt x="663" y="75"/>
                    <a:pt x="625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9" name="Google Shape;4689;p68"/>
            <p:cNvSpPr/>
            <p:nvPr/>
          </p:nvSpPr>
          <p:spPr>
            <a:xfrm>
              <a:off x="856363" y="4170419"/>
              <a:ext cx="405" cy="436"/>
            </a:xfrm>
            <a:custGeom>
              <a:avLst/>
              <a:gdLst/>
              <a:ahLst/>
              <a:cxnLst/>
              <a:rect l="l" t="t" r="r" b="b"/>
              <a:pathLst>
                <a:path w="13" h="14" extrusionOk="0">
                  <a:moveTo>
                    <a:pt x="13" y="1"/>
                  </a:moveTo>
                  <a:lnTo>
                    <a:pt x="13" y="13"/>
                  </a:lnTo>
                  <a:cubicBezTo>
                    <a:pt x="13" y="13"/>
                    <a:pt x="0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0" name="Google Shape;4690;p68"/>
            <p:cNvSpPr/>
            <p:nvPr/>
          </p:nvSpPr>
          <p:spPr>
            <a:xfrm>
              <a:off x="634677" y="4153302"/>
              <a:ext cx="129158" cy="257134"/>
            </a:xfrm>
            <a:custGeom>
              <a:avLst/>
              <a:gdLst/>
              <a:ahLst/>
              <a:cxnLst/>
              <a:rect l="l" t="t" r="r" b="b"/>
              <a:pathLst>
                <a:path w="4150" h="8262" extrusionOk="0">
                  <a:moveTo>
                    <a:pt x="163" y="101"/>
                  </a:moveTo>
                  <a:cubicBezTo>
                    <a:pt x="450" y="1288"/>
                    <a:pt x="975" y="2400"/>
                    <a:pt x="1712" y="3375"/>
                  </a:cubicBezTo>
                  <a:cubicBezTo>
                    <a:pt x="2237" y="4087"/>
                    <a:pt x="2937" y="4737"/>
                    <a:pt x="3299" y="5562"/>
                  </a:cubicBezTo>
                  <a:cubicBezTo>
                    <a:pt x="3699" y="6474"/>
                    <a:pt x="3699" y="7436"/>
                    <a:pt x="3012" y="8199"/>
                  </a:cubicBezTo>
                  <a:cubicBezTo>
                    <a:pt x="2949" y="8261"/>
                    <a:pt x="2825" y="8174"/>
                    <a:pt x="2875" y="8086"/>
                  </a:cubicBezTo>
                  <a:cubicBezTo>
                    <a:pt x="4149" y="6212"/>
                    <a:pt x="2387" y="4725"/>
                    <a:pt x="1375" y="3275"/>
                  </a:cubicBezTo>
                  <a:cubicBezTo>
                    <a:pt x="725" y="2325"/>
                    <a:pt x="263" y="1263"/>
                    <a:pt x="13" y="138"/>
                  </a:cubicBezTo>
                  <a:cubicBezTo>
                    <a:pt x="0" y="38"/>
                    <a:pt x="138" y="1"/>
                    <a:pt x="1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1" name="Google Shape;4691;p68"/>
            <p:cNvSpPr/>
            <p:nvPr/>
          </p:nvSpPr>
          <p:spPr>
            <a:xfrm>
              <a:off x="640901" y="3975966"/>
              <a:ext cx="101148" cy="110485"/>
            </a:xfrm>
            <a:custGeom>
              <a:avLst/>
              <a:gdLst/>
              <a:ahLst/>
              <a:cxnLst/>
              <a:rect l="l" t="t" r="r" b="b"/>
              <a:pathLst>
                <a:path w="3250" h="3550" extrusionOk="0">
                  <a:moveTo>
                    <a:pt x="488" y="163"/>
                  </a:moveTo>
                  <a:cubicBezTo>
                    <a:pt x="263" y="1138"/>
                    <a:pt x="163" y="2500"/>
                    <a:pt x="1175" y="3112"/>
                  </a:cubicBezTo>
                  <a:cubicBezTo>
                    <a:pt x="1650" y="3375"/>
                    <a:pt x="2237" y="3287"/>
                    <a:pt x="2625" y="2900"/>
                  </a:cubicBezTo>
                  <a:cubicBezTo>
                    <a:pt x="2924" y="2575"/>
                    <a:pt x="3249" y="1250"/>
                    <a:pt x="2475" y="1163"/>
                  </a:cubicBezTo>
                  <a:cubicBezTo>
                    <a:pt x="2387" y="1163"/>
                    <a:pt x="2387" y="1025"/>
                    <a:pt x="2475" y="1038"/>
                  </a:cubicBezTo>
                  <a:cubicBezTo>
                    <a:pt x="3012" y="1088"/>
                    <a:pt x="3187" y="1762"/>
                    <a:pt x="3137" y="2237"/>
                  </a:cubicBezTo>
                  <a:cubicBezTo>
                    <a:pt x="3062" y="2850"/>
                    <a:pt x="2587" y="3350"/>
                    <a:pt x="1975" y="3450"/>
                  </a:cubicBezTo>
                  <a:cubicBezTo>
                    <a:pt x="1325" y="3550"/>
                    <a:pt x="813" y="3187"/>
                    <a:pt x="488" y="2650"/>
                  </a:cubicBezTo>
                  <a:cubicBezTo>
                    <a:pt x="0" y="1850"/>
                    <a:pt x="113" y="988"/>
                    <a:pt x="313" y="113"/>
                  </a:cubicBezTo>
                  <a:cubicBezTo>
                    <a:pt x="338" y="0"/>
                    <a:pt x="513" y="50"/>
                    <a:pt x="488" y="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2" name="Google Shape;4692;p68"/>
            <p:cNvSpPr/>
            <p:nvPr/>
          </p:nvSpPr>
          <p:spPr>
            <a:xfrm>
              <a:off x="673549" y="3906750"/>
              <a:ext cx="54495" cy="41642"/>
            </a:xfrm>
            <a:custGeom>
              <a:avLst/>
              <a:gdLst/>
              <a:ahLst/>
              <a:cxnLst/>
              <a:rect l="l" t="t" r="r" b="b"/>
              <a:pathLst>
                <a:path w="1751" h="1338" extrusionOk="0">
                  <a:moveTo>
                    <a:pt x="351" y="150"/>
                  </a:moveTo>
                  <a:cubicBezTo>
                    <a:pt x="263" y="462"/>
                    <a:pt x="301" y="787"/>
                    <a:pt x="613" y="962"/>
                  </a:cubicBezTo>
                  <a:cubicBezTo>
                    <a:pt x="813" y="1137"/>
                    <a:pt x="1026" y="1087"/>
                    <a:pt x="1263" y="800"/>
                  </a:cubicBezTo>
                  <a:cubicBezTo>
                    <a:pt x="1301" y="675"/>
                    <a:pt x="1288" y="537"/>
                    <a:pt x="1213" y="425"/>
                  </a:cubicBezTo>
                  <a:cubicBezTo>
                    <a:pt x="1101" y="350"/>
                    <a:pt x="1201" y="175"/>
                    <a:pt x="1326" y="250"/>
                  </a:cubicBezTo>
                  <a:cubicBezTo>
                    <a:pt x="1750" y="512"/>
                    <a:pt x="1413" y="1212"/>
                    <a:pt x="976" y="1262"/>
                  </a:cubicBezTo>
                  <a:cubicBezTo>
                    <a:pt x="326" y="1337"/>
                    <a:pt x="1" y="637"/>
                    <a:pt x="201" y="100"/>
                  </a:cubicBezTo>
                  <a:cubicBezTo>
                    <a:pt x="226" y="0"/>
                    <a:pt x="376" y="38"/>
                    <a:pt x="351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3" name="Google Shape;4693;p68"/>
            <p:cNvSpPr/>
            <p:nvPr/>
          </p:nvSpPr>
          <p:spPr>
            <a:xfrm>
              <a:off x="698073" y="4394844"/>
              <a:ext cx="40086" cy="39712"/>
            </a:xfrm>
            <a:custGeom>
              <a:avLst/>
              <a:gdLst/>
              <a:ahLst/>
              <a:cxnLst/>
              <a:rect l="l" t="t" r="r" b="b"/>
              <a:pathLst>
                <a:path w="1288" h="1276" extrusionOk="0">
                  <a:moveTo>
                    <a:pt x="838" y="463"/>
                  </a:moveTo>
                  <a:lnTo>
                    <a:pt x="838" y="463"/>
                  </a:lnTo>
                  <a:cubicBezTo>
                    <a:pt x="825" y="375"/>
                    <a:pt x="937" y="325"/>
                    <a:pt x="987" y="388"/>
                  </a:cubicBezTo>
                  <a:cubicBezTo>
                    <a:pt x="1287" y="800"/>
                    <a:pt x="663" y="1275"/>
                    <a:pt x="338" y="863"/>
                  </a:cubicBezTo>
                  <a:cubicBezTo>
                    <a:pt x="0" y="438"/>
                    <a:pt x="575" y="0"/>
                    <a:pt x="937" y="325"/>
                  </a:cubicBezTo>
                  <a:cubicBezTo>
                    <a:pt x="1012" y="388"/>
                    <a:pt x="912" y="488"/>
                    <a:pt x="838" y="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4" name="Google Shape;4694;p68"/>
            <p:cNvSpPr/>
            <p:nvPr/>
          </p:nvSpPr>
          <p:spPr>
            <a:xfrm>
              <a:off x="677066" y="4243557"/>
              <a:ext cx="140829" cy="96480"/>
            </a:xfrm>
            <a:custGeom>
              <a:avLst/>
              <a:gdLst/>
              <a:ahLst/>
              <a:cxnLst/>
              <a:rect l="l" t="t" r="r" b="b"/>
              <a:pathLst>
                <a:path w="4525" h="3100" extrusionOk="0">
                  <a:moveTo>
                    <a:pt x="150" y="50"/>
                  </a:moveTo>
                  <a:cubicBezTo>
                    <a:pt x="1338" y="1412"/>
                    <a:pt x="2825" y="2175"/>
                    <a:pt x="4437" y="2924"/>
                  </a:cubicBezTo>
                  <a:cubicBezTo>
                    <a:pt x="4524" y="2962"/>
                    <a:pt x="4462" y="3099"/>
                    <a:pt x="4374" y="3074"/>
                  </a:cubicBezTo>
                  <a:cubicBezTo>
                    <a:pt x="2675" y="2562"/>
                    <a:pt x="1163" y="1550"/>
                    <a:pt x="63" y="150"/>
                  </a:cubicBezTo>
                  <a:cubicBezTo>
                    <a:pt x="0" y="88"/>
                    <a:pt x="100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5" name="Google Shape;4695;p68"/>
            <p:cNvSpPr/>
            <p:nvPr/>
          </p:nvSpPr>
          <p:spPr>
            <a:xfrm>
              <a:off x="803081" y="4322111"/>
              <a:ext cx="40490" cy="38530"/>
            </a:xfrm>
            <a:custGeom>
              <a:avLst/>
              <a:gdLst/>
              <a:ahLst/>
              <a:cxnLst/>
              <a:rect l="l" t="t" r="r" b="b"/>
              <a:pathLst>
                <a:path w="1301" h="1238" extrusionOk="0">
                  <a:moveTo>
                    <a:pt x="388" y="388"/>
                  </a:moveTo>
                  <a:cubicBezTo>
                    <a:pt x="750" y="1"/>
                    <a:pt x="1300" y="538"/>
                    <a:pt x="925" y="888"/>
                  </a:cubicBezTo>
                  <a:cubicBezTo>
                    <a:pt x="550" y="1238"/>
                    <a:pt x="0" y="600"/>
                    <a:pt x="450" y="350"/>
                  </a:cubicBezTo>
                  <a:cubicBezTo>
                    <a:pt x="550" y="313"/>
                    <a:pt x="638" y="425"/>
                    <a:pt x="563" y="500"/>
                  </a:cubicBezTo>
                  <a:lnTo>
                    <a:pt x="500" y="500"/>
                  </a:lnTo>
                  <a:cubicBezTo>
                    <a:pt x="425" y="563"/>
                    <a:pt x="325" y="463"/>
                    <a:pt x="388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6" name="Google Shape;4696;p68"/>
            <p:cNvSpPr/>
            <p:nvPr/>
          </p:nvSpPr>
          <p:spPr>
            <a:xfrm>
              <a:off x="824462" y="4292544"/>
              <a:ext cx="12107" cy="7438"/>
            </a:xfrm>
            <a:custGeom>
              <a:avLst/>
              <a:gdLst/>
              <a:ahLst/>
              <a:cxnLst/>
              <a:rect l="l" t="t" r="r" b="b"/>
              <a:pathLst>
                <a:path w="389" h="239" extrusionOk="0">
                  <a:moveTo>
                    <a:pt x="126" y="26"/>
                  </a:moveTo>
                  <a:cubicBezTo>
                    <a:pt x="176" y="26"/>
                    <a:pt x="238" y="13"/>
                    <a:pt x="288" y="13"/>
                  </a:cubicBezTo>
                  <a:cubicBezTo>
                    <a:pt x="376" y="1"/>
                    <a:pt x="388" y="113"/>
                    <a:pt x="338" y="163"/>
                  </a:cubicBezTo>
                  <a:cubicBezTo>
                    <a:pt x="276" y="213"/>
                    <a:pt x="201" y="238"/>
                    <a:pt x="126" y="226"/>
                  </a:cubicBezTo>
                  <a:cubicBezTo>
                    <a:pt x="1" y="226"/>
                    <a:pt x="1" y="26"/>
                    <a:pt x="126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4697;p68"/>
            <p:cNvSpPr/>
            <p:nvPr/>
          </p:nvSpPr>
          <p:spPr>
            <a:xfrm>
              <a:off x="787520" y="4122989"/>
              <a:ext cx="8590" cy="12480"/>
            </a:xfrm>
            <a:custGeom>
              <a:avLst/>
              <a:gdLst/>
              <a:ahLst/>
              <a:cxnLst/>
              <a:rect l="l" t="t" r="r" b="b"/>
              <a:pathLst>
                <a:path w="276" h="401" extrusionOk="0">
                  <a:moveTo>
                    <a:pt x="25" y="250"/>
                  </a:moveTo>
                  <a:cubicBezTo>
                    <a:pt x="50" y="163"/>
                    <a:pt x="100" y="88"/>
                    <a:pt x="163" y="38"/>
                  </a:cubicBezTo>
                  <a:cubicBezTo>
                    <a:pt x="213" y="0"/>
                    <a:pt x="275" y="38"/>
                    <a:pt x="263" y="100"/>
                  </a:cubicBezTo>
                  <a:cubicBezTo>
                    <a:pt x="250" y="175"/>
                    <a:pt x="225" y="250"/>
                    <a:pt x="188" y="313"/>
                  </a:cubicBezTo>
                  <a:cubicBezTo>
                    <a:pt x="138" y="400"/>
                    <a:pt x="0" y="338"/>
                    <a:pt x="25" y="2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4698;p68"/>
            <p:cNvSpPr/>
            <p:nvPr/>
          </p:nvSpPr>
          <p:spPr>
            <a:xfrm>
              <a:off x="625714" y="4115986"/>
              <a:ext cx="34670" cy="195263"/>
            </a:xfrm>
            <a:custGeom>
              <a:avLst/>
              <a:gdLst/>
              <a:ahLst/>
              <a:cxnLst/>
              <a:rect l="l" t="t" r="r" b="b"/>
              <a:pathLst>
                <a:path w="1114" h="6274" extrusionOk="0">
                  <a:moveTo>
                    <a:pt x="188" y="100"/>
                  </a:moveTo>
                  <a:cubicBezTo>
                    <a:pt x="251" y="1375"/>
                    <a:pt x="501" y="2600"/>
                    <a:pt x="776" y="3837"/>
                  </a:cubicBezTo>
                  <a:cubicBezTo>
                    <a:pt x="963" y="4649"/>
                    <a:pt x="1113" y="5361"/>
                    <a:pt x="801" y="6161"/>
                  </a:cubicBezTo>
                  <a:cubicBezTo>
                    <a:pt x="751" y="6274"/>
                    <a:pt x="588" y="6236"/>
                    <a:pt x="613" y="6111"/>
                  </a:cubicBezTo>
                  <a:cubicBezTo>
                    <a:pt x="926" y="4936"/>
                    <a:pt x="488" y="3812"/>
                    <a:pt x="263" y="2650"/>
                  </a:cubicBezTo>
                  <a:cubicBezTo>
                    <a:pt x="88" y="1812"/>
                    <a:pt x="1" y="963"/>
                    <a:pt x="13" y="100"/>
                  </a:cubicBezTo>
                  <a:cubicBezTo>
                    <a:pt x="26" y="0"/>
                    <a:pt x="176" y="0"/>
                    <a:pt x="188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4699;p68"/>
            <p:cNvSpPr/>
            <p:nvPr/>
          </p:nvSpPr>
          <p:spPr>
            <a:xfrm>
              <a:off x="625714" y="4296434"/>
              <a:ext cx="38934" cy="41268"/>
            </a:xfrm>
            <a:custGeom>
              <a:avLst/>
              <a:gdLst/>
              <a:ahLst/>
              <a:cxnLst/>
              <a:rect l="l" t="t" r="r" b="b"/>
              <a:pathLst>
                <a:path w="1251" h="1326" extrusionOk="0">
                  <a:moveTo>
                    <a:pt x="813" y="351"/>
                  </a:moveTo>
                  <a:cubicBezTo>
                    <a:pt x="1251" y="776"/>
                    <a:pt x="526" y="1325"/>
                    <a:pt x="238" y="851"/>
                  </a:cubicBezTo>
                  <a:cubicBezTo>
                    <a:pt x="1" y="476"/>
                    <a:pt x="663" y="1"/>
                    <a:pt x="813" y="476"/>
                  </a:cubicBezTo>
                  <a:cubicBezTo>
                    <a:pt x="826" y="563"/>
                    <a:pt x="726" y="626"/>
                    <a:pt x="663" y="563"/>
                  </a:cubicBezTo>
                  <a:lnTo>
                    <a:pt x="688" y="451"/>
                  </a:lnTo>
                  <a:cubicBezTo>
                    <a:pt x="638" y="363"/>
                    <a:pt x="751" y="276"/>
                    <a:pt x="813" y="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0" name="Google Shape;4700;p68"/>
            <p:cNvSpPr/>
            <p:nvPr/>
          </p:nvSpPr>
          <p:spPr>
            <a:xfrm>
              <a:off x="697295" y="4302285"/>
              <a:ext cx="28041" cy="90629"/>
            </a:xfrm>
            <a:custGeom>
              <a:avLst/>
              <a:gdLst/>
              <a:ahLst/>
              <a:cxnLst/>
              <a:rect l="l" t="t" r="r" b="b"/>
              <a:pathLst>
                <a:path w="901" h="2912" extrusionOk="0">
                  <a:moveTo>
                    <a:pt x="800" y="263"/>
                  </a:moveTo>
                  <a:cubicBezTo>
                    <a:pt x="213" y="900"/>
                    <a:pt x="263" y="1937"/>
                    <a:pt x="463" y="2724"/>
                  </a:cubicBezTo>
                  <a:cubicBezTo>
                    <a:pt x="488" y="2837"/>
                    <a:pt x="325" y="2912"/>
                    <a:pt x="263" y="2812"/>
                  </a:cubicBezTo>
                  <a:cubicBezTo>
                    <a:pt x="0" y="2387"/>
                    <a:pt x="38" y="1687"/>
                    <a:pt x="100" y="1225"/>
                  </a:cubicBezTo>
                  <a:cubicBezTo>
                    <a:pt x="150" y="800"/>
                    <a:pt x="350" y="413"/>
                    <a:pt x="638" y="100"/>
                  </a:cubicBezTo>
                  <a:cubicBezTo>
                    <a:pt x="750" y="0"/>
                    <a:pt x="900" y="163"/>
                    <a:pt x="800" y="2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1" name="Google Shape;4701;p68"/>
            <p:cNvSpPr/>
            <p:nvPr/>
          </p:nvSpPr>
          <p:spPr>
            <a:xfrm>
              <a:off x="704671" y="4304215"/>
              <a:ext cx="29193" cy="87921"/>
            </a:xfrm>
            <a:custGeom>
              <a:avLst/>
              <a:gdLst/>
              <a:ahLst/>
              <a:cxnLst/>
              <a:rect l="l" t="t" r="r" b="b"/>
              <a:pathLst>
                <a:path w="938" h="2825" extrusionOk="0">
                  <a:moveTo>
                    <a:pt x="76" y="2612"/>
                  </a:moveTo>
                  <a:cubicBezTo>
                    <a:pt x="763" y="2063"/>
                    <a:pt x="501" y="888"/>
                    <a:pt x="388" y="176"/>
                  </a:cubicBezTo>
                  <a:cubicBezTo>
                    <a:pt x="376" y="76"/>
                    <a:pt x="501" y="1"/>
                    <a:pt x="563" y="101"/>
                  </a:cubicBezTo>
                  <a:cubicBezTo>
                    <a:pt x="938" y="800"/>
                    <a:pt x="875" y="2238"/>
                    <a:pt x="188" y="2750"/>
                  </a:cubicBezTo>
                  <a:cubicBezTo>
                    <a:pt x="113" y="2825"/>
                    <a:pt x="1" y="2675"/>
                    <a:pt x="76" y="2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2" name="Google Shape;4702;p68"/>
            <p:cNvSpPr/>
            <p:nvPr/>
          </p:nvSpPr>
          <p:spPr>
            <a:xfrm>
              <a:off x="644387" y="4179756"/>
              <a:ext cx="70835" cy="22595"/>
            </a:xfrm>
            <a:custGeom>
              <a:avLst/>
              <a:gdLst/>
              <a:ahLst/>
              <a:cxnLst/>
              <a:rect l="l" t="t" r="r" b="b"/>
              <a:pathLst>
                <a:path w="2276" h="726" extrusionOk="0">
                  <a:moveTo>
                    <a:pt x="126" y="238"/>
                  </a:moveTo>
                  <a:cubicBezTo>
                    <a:pt x="800" y="1"/>
                    <a:pt x="1550" y="88"/>
                    <a:pt x="2163" y="476"/>
                  </a:cubicBezTo>
                  <a:cubicBezTo>
                    <a:pt x="2275" y="538"/>
                    <a:pt x="2175" y="726"/>
                    <a:pt x="2050" y="663"/>
                  </a:cubicBezTo>
                  <a:cubicBezTo>
                    <a:pt x="1475" y="326"/>
                    <a:pt x="800" y="238"/>
                    <a:pt x="176" y="413"/>
                  </a:cubicBezTo>
                  <a:cubicBezTo>
                    <a:pt x="51" y="438"/>
                    <a:pt x="1" y="263"/>
                    <a:pt x="126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4703;p68"/>
            <p:cNvSpPr/>
            <p:nvPr/>
          </p:nvSpPr>
          <p:spPr>
            <a:xfrm>
              <a:off x="644792" y="4188719"/>
              <a:ext cx="70026" cy="26454"/>
            </a:xfrm>
            <a:custGeom>
              <a:avLst/>
              <a:gdLst/>
              <a:ahLst/>
              <a:cxnLst/>
              <a:rect l="l" t="t" r="r" b="b"/>
              <a:pathLst>
                <a:path w="2250" h="850" extrusionOk="0">
                  <a:moveTo>
                    <a:pt x="2112" y="400"/>
                  </a:moveTo>
                  <a:cubicBezTo>
                    <a:pt x="1762" y="538"/>
                    <a:pt x="0" y="850"/>
                    <a:pt x="125" y="63"/>
                  </a:cubicBezTo>
                  <a:cubicBezTo>
                    <a:pt x="125" y="25"/>
                    <a:pt x="175" y="0"/>
                    <a:pt x="213" y="13"/>
                  </a:cubicBezTo>
                  <a:cubicBezTo>
                    <a:pt x="463" y="113"/>
                    <a:pt x="638" y="250"/>
                    <a:pt x="912" y="300"/>
                  </a:cubicBezTo>
                  <a:cubicBezTo>
                    <a:pt x="1300" y="363"/>
                    <a:pt x="1687" y="313"/>
                    <a:pt x="2062" y="188"/>
                  </a:cubicBezTo>
                  <a:cubicBezTo>
                    <a:pt x="2200" y="138"/>
                    <a:pt x="2250" y="338"/>
                    <a:pt x="2112" y="4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4704;p68"/>
            <p:cNvSpPr/>
            <p:nvPr/>
          </p:nvSpPr>
          <p:spPr>
            <a:xfrm>
              <a:off x="721011" y="3766325"/>
              <a:ext cx="33083" cy="103109"/>
            </a:xfrm>
            <a:custGeom>
              <a:avLst/>
              <a:gdLst/>
              <a:ahLst/>
              <a:cxnLst/>
              <a:rect l="l" t="t" r="r" b="b"/>
              <a:pathLst>
                <a:path w="1063" h="3313" extrusionOk="0">
                  <a:moveTo>
                    <a:pt x="363" y="151"/>
                  </a:moveTo>
                  <a:cubicBezTo>
                    <a:pt x="300" y="713"/>
                    <a:pt x="338" y="1275"/>
                    <a:pt x="475" y="1813"/>
                  </a:cubicBezTo>
                  <a:cubicBezTo>
                    <a:pt x="600" y="2300"/>
                    <a:pt x="888" y="2713"/>
                    <a:pt x="1050" y="3175"/>
                  </a:cubicBezTo>
                  <a:cubicBezTo>
                    <a:pt x="1063" y="3262"/>
                    <a:pt x="975" y="3312"/>
                    <a:pt x="913" y="3262"/>
                  </a:cubicBezTo>
                  <a:cubicBezTo>
                    <a:pt x="138" y="2500"/>
                    <a:pt x="1" y="1138"/>
                    <a:pt x="150" y="126"/>
                  </a:cubicBezTo>
                  <a:cubicBezTo>
                    <a:pt x="163" y="1"/>
                    <a:pt x="375" y="26"/>
                    <a:pt x="363" y="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68"/>
            <p:cNvSpPr/>
            <p:nvPr/>
          </p:nvSpPr>
          <p:spPr>
            <a:xfrm>
              <a:off x="726831" y="3744166"/>
              <a:ext cx="38561" cy="125268"/>
            </a:xfrm>
            <a:custGeom>
              <a:avLst/>
              <a:gdLst/>
              <a:ahLst/>
              <a:cxnLst/>
              <a:rect l="l" t="t" r="r" b="b"/>
              <a:pathLst>
                <a:path w="1239" h="4025" extrusionOk="0">
                  <a:moveTo>
                    <a:pt x="788" y="3824"/>
                  </a:moveTo>
                  <a:cubicBezTo>
                    <a:pt x="901" y="3150"/>
                    <a:pt x="1013" y="2450"/>
                    <a:pt x="851" y="1775"/>
                  </a:cubicBezTo>
                  <a:cubicBezTo>
                    <a:pt x="713" y="1225"/>
                    <a:pt x="401" y="738"/>
                    <a:pt x="88" y="263"/>
                  </a:cubicBezTo>
                  <a:cubicBezTo>
                    <a:pt x="1" y="125"/>
                    <a:pt x="226" y="0"/>
                    <a:pt x="313" y="138"/>
                  </a:cubicBezTo>
                  <a:cubicBezTo>
                    <a:pt x="688" y="700"/>
                    <a:pt x="1038" y="1288"/>
                    <a:pt x="1138" y="1975"/>
                  </a:cubicBezTo>
                  <a:cubicBezTo>
                    <a:pt x="1238" y="2612"/>
                    <a:pt x="1113" y="3262"/>
                    <a:pt x="1001" y="3887"/>
                  </a:cubicBezTo>
                  <a:cubicBezTo>
                    <a:pt x="976" y="4024"/>
                    <a:pt x="776" y="3962"/>
                    <a:pt x="788" y="38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6" name="Google Shape;4706;p68"/>
            <p:cNvSpPr/>
            <p:nvPr/>
          </p:nvSpPr>
          <p:spPr>
            <a:xfrm>
              <a:off x="949699" y="4248226"/>
              <a:ext cx="10551" cy="10146"/>
            </a:xfrm>
            <a:custGeom>
              <a:avLst/>
              <a:gdLst/>
              <a:ahLst/>
              <a:cxnLst/>
              <a:rect l="l" t="t" r="r" b="b"/>
              <a:pathLst>
                <a:path w="339" h="326" extrusionOk="0">
                  <a:moveTo>
                    <a:pt x="238" y="313"/>
                  </a:moveTo>
                  <a:cubicBezTo>
                    <a:pt x="151" y="325"/>
                    <a:pt x="76" y="288"/>
                    <a:pt x="26" y="213"/>
                  </a:cubicBezTo>
                  <a:cubicBezTo>
                    <a:pt x="1" y="200"/>
                    <a:pt x="1" y="163"/>
                    <a:pt x="1" y="138"/>
                  </a:cubicBezTo>
                  <a:lnTo>
                    <a:pt x="38" y="50"/>
                  </a:lnTo>
                  <a:cubicBezTo>
                    <a:pt x="38" y="13"/>
                    <a:pt x="101" y="0"/>
                    <a:pt x="126" y="38"/>
                  </a:cubicBezTo>
                  <a:lnTo>
                    <a:pt x="263" y="175"/>
                  </a:lnTo>
                  <a:cubicBezTo>
                    <a:pt x="338" y="200"/>
                    <a:pt x="326" y="325"/>
                    <a:pt x="238" y="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7" name="Google Shape;4707;p68"/>
            <p:cNvSpPr/>
            <p:nvPr/>
          </p:nvSpPr>
          <p:spPr>
            <a:xfrm>
              <a:off x="957106" y="4239667"/>
              <a:ext cx="73511" cy="18705"/>
            </a:xfrm>
            <a:custGeom>
              <a:avLst/>
              <a:gdLst/>
              <a:ahLst/>
              <a:cxnLst/>
              <a:rect l="l" t="t" r="r" b="b"/>
              <a:pathLst>
                <a:path w="2362" h="601" extrusionOk="0">
                  <a:moveTo>
                    <a:pt x="63" y="475"/>
                  </a:moveTo>
                  <a:cubicBezTo>
                    <a:pt x="737" y="138"/>
                    <a:pt x="1537" y="0"/>
                    <a:pt x="2274" y="225"/>
                  </a:cubicBezTo>
                  <a:cubicBezTo>
                    <a:pt x="2362" y="250"/>
                    <a:pt x="2349" y="413"/>
                    <a:pt x="2249" y="400"/>
                  </a:cubicBezTo>
                  <a:cubicBezTo>
                    <a:pt x="1500" y="313"/>
                    <a:pt x="825" y="313"/>
                    <a:pt x="113" y="588"/>
                  </a:cubicBezTo>
                  <a:cubicBezTo>
                    <a:pt x="50" y="600"/>
                    <a:pt x="0" y="500"/>
                    <a:pt x="63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4708;p68"/>
            <p:cNvSpPr/>
            <p:nvPr/>
          </p:nvSpPr>
          <p:spPr>
            <a:xfrm>
              <a:off x="999090" y="4230704"/>
              <a:ext cx="31527" cy="21039"/>
            </a:xfrm>
            <a:custGeom>
              <a:avLst/>
              <a:gdLst/>
              <a:ahLst/>
              <a:cxnLst/>
              <a:rect l="l" t="t" r="r" b="b"/>
              <a:pathLst>
                <a:path w="1013" h="676" extrusionOk="0">
                  <a:moveTo>
                    <a:pt x="825" y="613"/>
                  </a:moveTo>
                  <a:cubicBezTo>
                    <a:pt x="613" y="351"/>
                    <a:pt x="376" y="276"/>
                    <a:pt x="76" y="163"/>
                  </a:cubicBezTo>
                  <a:cubicBezTo>
                    <a:pt x="1" y="126"/>
                    <a:pt x="13" y="1"/>
                    <a:pt x="101" y="1"/>
                  </a:cubicBezTo>
                  <a:cubicBezTo>
                    <a:pt x="451" y="26"/>
                    <a:pt x="763" y="201"/>
                    <a:pt x="963" y="501"/>
                  </a:cubicBezTo>
                  <a:cubicBezTo>
                    <a:pt x="1013" y="576"/>
                    <a:pt x="888" y="676"/>
                    <a:pt x="825" y="6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9" name="Google Shape;4709;p68"/>
            <p:cNvSpPr/>
            <p:nvPr/>
          </p:nvSpPr>
          <p:spPr>
            <a:xfrm>
              <a:off x="948921" y="4183273"/>
              <a:ext cx="33083" cy="68874"/>
            </a:xfrm>
            <a:custGeom>
              <a:avLst/>
              <a:gdLst/>
              <a:ahLst/>
              <a:cxnLst/>
              <a:rect l="l" t="t" r="r" b="b"/>
              <a:pathLst>
                <a:path w="1063" h="2213" extrusionOk="0">
                  <a:moveTo>
                    <a:pt x="38" y="2075"/>
                  </a:moveTo>
                  <a:cubicBezTo>
                    <a:pt x="213" y="1775"/>
                    <a:pt x="363" y="1462"/>
                    <a:pt x="488" y="1125"/>
                  </a:cubicBezTo>
                  <a:cubicBezTo>
                    <a:pt x="600" y="775"/>
                    <a:pt x="538" y="475"/>
                    <a:pt x="488" y="125"/>
                  </a:cubicBezTo>
                  <a:cubicBezTo>
                    <a:pt x="475" y="25"/>
                    <a:pt x="613" y="0"/>
                    <a:pt x="638" y="75"/>
                  </a:cubicBezTo>
                  <a:cubicBezTo>
                    <a:pt x="1063" y="775"/>
                    <a:pt x="600" y="1612"/>
                    <a:pt x="126" y="2162"/>
                  </a:cubicBezTo>
                  <a:cubicBezTo>
                    <a:pt x="76" y="2212"/>
                    <a:pt x="1" y="2137"/>
                    <a:pt x="26" y="2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0" name="Google Shape;4710;p68"/>
            <p:cNvSpPr/>
            <p:nvPr/>
          </p:nvSpPr>
          <p:spPr>
            <a:xfrm>
              <a:off x="962148" y="4181717"/>
              <a:ext cx="21039" cy="43198"/>
            </a:xfrm>
            <a:custGeom>
              <a:avLst/>
              <a:gdLst/>
              <a:ahLst/>
              <a:cxnLst/>
              <a:rect l="l" t="t" r="r" b="b"/>
              <a:pathLst>
                <a:path w="676" h="1388" extrusionOk="0">
                  <a:moveTo>
                    <a:pt x="300" y="138"/>
                  </a:moveTo>
                  <a:cubicBezTo>
                    <a:pt x="563" y="450"/>
                    <a:pt x="675" y="875"/>
                    <a:pt x="625" y="1287"/>
                  </a:cubicBezTo>
                  <a:cubicBezTo>
                    <a:pt x="600" y="1387"/>
                    <a:pt x="463" y="1350"/>
                    <a:pt x="450" y="1262"/>
                  </a:cubicBezTo>
                  <a:cubicBezTo>
                    <a:pt x="425" y="875"/>
                    <a:pt x="375" y="575"/>
                    <a:pt x="100" y="288"/>
                  </a:cubicBezTo>
                  <a:cubicBezTo>
                    <a:pt x="1" y="150"/>
                    <a:pt x="188" y="0"/>
                    <a:pt x="300" y="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1" name="Google Shape;4711;p68"/>
            <p:cNvSpPr/>
            <p:nvPr/>
          </p:nvSpPr>
          <p:spPr>
            <a:xfrm>
              <a:off x="975748" y="4212808"/>
              <a:ext cx="28041" cy="14036"/>
            </a:xfrm>
            <a:custGeom>
              <a:avLst/>
              <a:gdLst/>
              <a:ahLst/>
              <a:cxnLst/>
              <a:rect l="l" t="t" r="r" b="b"/>
              <a:pathLst>
                <a:path w="901" h="451" extrusionOk="0">
                  <a:moveTo>
                    <a:pt x="113" y="238"/>
                  </a:moveTo>
                  <a:cubicBezTo>
                    <a:pt x="338" y="176"/>
                    <a:pt x="538" y="76"/>
                    <a:pt x="763" y="26"/>
                  </a:cubicBezTo>
                  <a:cubicBezTo>
                    <a:pt x="851" y="1"/>
                    <a:pt x="901" y="113"/>
                    <a:pt x="826" y="163"/>
                  </a:cubicBezTo>
                  <a:cubicBezTo>
                    <a:pt x="626" y="288"/>
                    <a:pt x="401" y="376"/>
                    <a:pt x="163" y="426"/>
                  </a:cubicBezTo>
                  <a:cubicBezTo>
                    <a:pt x="51" y="451"/>
                    <a:pt x="1" y="276"/>
                    <a:pt x="113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4712;p68"/>
            <p:cNvSpPr/>
            <p:nvPr/>
          </p:nvSpPr>
          <p:spPr>
            <a:xfrm>
              <a:off x="985085" y="4212808"/>
              <a:ext cx="19887" cy="24556"/>
            </a:xfrm>
            <a:custGeom>
              <a:avLst/>
              <a:gdLst/>
              <a:ahLst/>
              <a:cxnLst/>
              <a:rect l="l" t="t" r="r" b="b"/>
              <a:pathLst>
                <a:path w="639" h="789" extrusionOk="0">
                  <a:moveTo>
                    <a:pt x="588" y="226"/>
                  </a:moveTo>
                  <a:cubicBezTo>
                    <a:pt x="488" y="413"/>
                    <a:pt x="363" y="588"/>
                    <a:pt x="213" y="726"/>
                  </a:cubicBezTo>
                  <a:cubicBezTo>
                    <a:pt x="138" y="788"/>
                    <a:pt x="1" y="701"/>
                    <a:pt x="51" y="613"/>
                  </a:cubicBezTo>
                  <a:cubicBezTo>
                    <a:pt x="163" y="438"/>
                    <a:pt x="288" y="288"/>
                    <a:pt x="401" y="126"/>
                  </a:cubicBezTo>
                  <a:cubicBezTo>
                    <a:pt x="463" y="1"/>
                    <a:pt x="638" y="101"/>
                    <a:pt x="576" y="2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4713;p68"/>
            <p:cNvSpPr/>
            <p:nvPr/>
          </p:nvSpPr>
          <p:spPr>
            <a:xfrm>
              <a:off x="987046" y="4228370"/>
              <a:ext cx="21817" cy="8590"/>
            </a:xfrm>
            <a:custGeom>
              <a:avLst/>
              <a:gdLst/>
              <a:ahLst/>
              <a:cxnLst/>
              <a:rect l="l" t="t" r="r" b="b"/>
              <a:pathLst>
                <a:path w="701" h="276" extrusionOk="0">
                  <a:moveTo>
                    <a:pt x="125" y="51"/>
                  </a:moveTo>
                  <a:cubicBezTo>
                    <a:pt x="288" y="1"/>
                    <a:pt x="463" y="26"/>
                    <a:pt x="613" y="113"/>
                  </a:cubicBezTo>
                  <a:cubicBezTo>
                    <a:pt x="700" y="163"/>
                    <a:pt x="638" y="276"/>
                    <a:pt x="550" y="251"/>
                  </a:cubicBezTo>
                  <a:lnTo>
                    <a:pt x="175" y="238"/>
                  </a:lnTo>
                  <a:cubicBezTo>
                    <a:pt x="50" y="263"/>
                    <a:pt x="0" y="88"/>
                    <a:pt x="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4" name="Google Shape;4714;p68"/>
            <p:cNvSpPr/>
            <p:nvPr/>
          </p:nvSpPr>
          <p:spPr>
            <a:xfrm>
              <a:off x="997939" y="4188315"/>
              <a:ext cx="35791" cy="29193"/>
            </a:xfrm>
            <a:custGeom>
              <a:avLst/>
              <a:gdLst/>
              <a:ahLst/>
              <a:cxnLst/>
              <a:rect l="l" t="t" r="r" b="b"/>
              <a:pathLst>
                <a:path w="1150" h="938" extrusionOk="0">
                  <a:moveTo>
                    <a:pt x="513" y="788"/>
                  </a:moveTo>
                  <a:cubicBezTo>
                    <a:pt x="0" y="675"/>
                    <a:pt x="288" y="1"/>
                    <a:pt x="713" y="101"/>
                  </a:cubicBezTo>
                  <a:cubicBezTo>
                    <a:pt x="1150" y="201"/>
                    <a:pt x="1025" y="938"/>
                    <a:pt x="525" y="788"/>
                  </a:cubicBezTo>
                  <a:cubicBezTo>
                    <a:pt x="413" y="750"/>
                    <a:pt x="425" y="588"/>
                    <a:pt x="550" y="600"/>
                  </a:cubicBezTo>
                  <a:lnTo>
                    <a:pt x="550" y="613"/>
                  </a:lnTo>
                  <a:cubicBezTo>
                    <a:pt x="663" y="650"/>
                    <a:pt x="613" y="813"/>
                    <a:pt x="500" y="7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5" name="Google Shape;4715;p68"/>
            <p:cNvSpPr/>
            <p:nvPr/>
          </p:nvSpPr>
          <p:spPr>
            <a:xfrm>
              <a:off x="8293084" y="2433473"/>
              <a:ext cx="130310" cy="138869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3899" y="1800"/>
                  </a:moveTo>
                  <a:cubicBezTo>
                    <a:pt x="4087" y="3375"/>
                    <a:pt x="2275" y="4462"/>
                    <a:pt x="1062" y="3325"/>
                  </a:cubicBezTo>
                  <a:cubicBezTo>
                    <a:pt x="125" y="2450"/>
                    <a:pt x="563" y="988"/>
                    <a:pt x="1212" y="75"/>
                  </a:cubicBezTo>
                  <a:cubicBezTo>
                    <a:pt x="1237" y="38"/>
                    <a:pt x="1187" y="0"/>
                    <a:pt x="1150" y="25"/>
                  </a:cubicBezTo>
                  <a:cubicBezTo>
                    <a:pt x="213" y="1038"/>
                    <a:pt x="0" y="2975"/>
                    <a:pt x="1387" y="3712"/>
                  </a:cubicBezTo>
                  <a:cubicBezTo>
                    <a:pt x="2737" y="4424"/>
                    <a:pt x="4187" y="3237"/>
                    <a:pt x="3999" y="1800"/>
                  </a:cubicBezTo>
                  <a:cubicBezTo>
                    <a:pt x="3999" y="1738"/>
                    <a:pt x="3887" y="1738"/>
                    <a:pt x="3899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6" name="Google Shape;4716;p68"/>
            <p:cNvSpPr/>
            <p:nvPr/>
          </p:nvSpPr>
          <p:spPr>
            <a:xfrm>
              <a:off x="8324580" y="2111822"/>
              <a:ext cx="182814" cy="327907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75" y="10510"/>
                  </a:moveTo>
                  <a:cubicBezTo>
                    <a:pt x="1950" y="9186"/>
                    <a:pt x="4362" y="7986"/>
                    <a:pt x="5137" y="5674"/>
                  </a:cubicBezTo>
                  <a:cubicBezTo>
                    <a:pt x="5724" y="3950"/>
                    <a:pt x="5874" y="1463"/>
                    <a:pt x="4612" y="26"/>
                  </a:cubicBezTo>
                  <a:cubicBezTo>
                    <a:pt x="4587" y="1"/>
                    <a:pt x="4537" y="38"/>
                    <a:pt x="4562" y="63"/>
                  </a:cubicBezTo>
                  <a:cubicBezTo>
                    <a:pt x="5761" y="1700"/>
                    <a:pt x="5586" y="4462"/>
                    <a:pt x="4737" y="6224"/>
                  </a:cubicBezTo>
                  <a:cubicBezTo>
                    <a:pt x="3812" y="8124"/>
                    <a:pt x="1700" y="9236"/>
                    <a:pt x="38" y="10448"/>
                  </a:cubicBezTo>
                  <a:cubicBezTo>
                    <a:pt x="0" y="10473"/>
                    <a:pt x="38" y="10535"/>
                    <a:pt x="75" y="10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7" name="Google Shape;4717;p68"/>
            <p:cNvSpPr/>
            <p:nvPr/>
          </p:nvSpPr>
          <p:spPr>
            <a:xfrm>
              <a:off x="8352186" y="2070616"/>
              <a:ext cx="105816" cy="124863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350" y="1087"/>
                  </a:moveTo>
                  <a:cubicBezTo>
                    <a:pt x="2500" y="587"/>
                    <a:pt x="1313" y="387"/>
                    <a:pt x="576" y="1225"/>
                  </a:cubicBezTo>
                  <a:cubicBezTo>
                    <a:pt x="151" y="1700"/>
                    <a:pt x="1" y="2837"/>
                    <a:pt x="413" y="3387"/>
                  </a:cubicBezTo>
                  <a:cubicBezTo>
                    <a:pt x="900" y="4012"/>
                    <a:pt x="2038" y="3924"/>
                    <a:pt x="2375" y="3187"/>
                  </a:cubicBezTo>
                  <a:cubicBezTo>
                    <a:pt x="2575" y="2749"/>
                    <a:pt x="2550" y="2237"/>
                    <a:pt x="2300" y="1812"/>
                  </a:cubicBezTo>
                  <a:cubicBezTo>
                    <a:pt x="1938" y="1175"/>
                    <a:pt x="975" y="775"/>
                    <a:pt x="863" y="25"/>
                  </a:cubicBezTo>
                  <a:cubicBezTo>
                    <a:pt x="863" y="0"/>
                    <a:pt x="813" y="0"/>
                    <a:pt x="813" y="25"/>
                  </a:cubicBezTo>
                  <a:cubicBezTo>
                    <a:pt x="825" y="437"/>
                    <a:pt x="1100" y="675"/>
                    <a:pt x="1388" y="950"/>
                  </a:cubicBezTo>
                  <a:cubicBezTo>
                    <a:pt x="1675" y="1225"/>
                    <a:pt x="2050" y="1512"/>
                    <a:pt x="2200" y="1862"/>
                  </a:cubicBezTo>
                  <a:cubicBezTo>
                    <a:pt x="2563" y="2724"/>
                    <a:pt x="2313" y="3724"/>
                    <a:pt x="1200" y="3587"/>
                  </a:cubicBezTo>
                  <a:cubicBezTo>
                    <a:pt x="850" y="3649"/>
                    <a:pt x="626" y="3524"/>
                    <a:pt x="551" y="3174"/>
                  </a:cubicBezTo>
                  <a:cubicBezTo>
                    <a:pt x="426" y="3087"/>
                    <a:pt x="338" y="2949"/>
                    <a:pt x="338" y="2799"/>
                  </a:cubicBezTo>
                  <a:cubicBezTo>
                    <a:pt x="338" y="2737"/>
                    <a:pt x="338" y="2674"/>
                    <a:pt x="338" y="2612"/>
                  </a:cubicBezTo>
                  <a:cubicBezTo>
                    <a:pt x="313" y="2362"/>
                    <a:pt x="313" y="2100"/>
                    <a:pt x="363" y="1850"/>
                  </a:cubicBezTo>
                  <a:cubicBezTo>
                    <a:pt x="713" y="487"/>
                    <a:pt x="2375" y="612"/>
                    <a:pt x="3312" y="1150"/>
                  </a:cubicBezTo>
                  <a:cubicBezTo>
                    <a:pt x="3362" y="1175"/>
                    <a:pt x="3400" y="1112"/>
                    <a:pt x="3362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4718;p68"/>
            <p:cNvSpPr/>
            <p:nvPr/>
          </p:nvSpPr>
          <p:spPr>
            <a:xfrm>
              <a:off x="8373193" y="1993214"/>
              <a:ext cx="16744" cy="68874"/>
            </a:xfrm>
            <a:custGeom>
              <a:avLst/>
              <a:gdLst/>
              <a:ahLst/>
              <a:cxnLst/>
              <a:rect l="l" t="t" r="r" b="b"/>
              <a:pathLst>
                <a:path w="538" h="2213" extrusionOk="0">
                  <a:moveTo>
                    <a:pt x="138" y="2162"/>
                  </a:moveTo>
                  <a:cubicBezTo>
                    <a:pt x="63" y="1387"/>
                    <a:pt x="300" y="775"/>
                    <a:pt x="525" y="50"/>
                  </a:cubicBezTo>
                  <a:cubicBezTo>
                    <a:pt x="538" y="13"/>
                    <a:pt x="488" y="0"/>
                    <a:pt x="463" y="25"/>
                  </a:cubicBezTo>
                  <a:cubicBezTo>
                    <a:pt x="51" y="613"/>
                    <a:pt x="1" y="1475"/>
                    <a:pt x="63" y="2162"/>
                  </a:cubicBezTo>
                  <a:cubicBezTo>
                    <a:pt x="63" y="2212"/>
                    <a:pt x="150" y="2212"/>
                    <a:pt x="138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9" name="Google Shape;4719;p68"/>
            <p:cNvSpPr/>
            <p:nvPr/>
          </p:nvSpPr>
          <p:spPr>
            <a:xfrm>
              <a:off x="8307463" y="2299304"/>
              <a:ext cx="120600" cy="102300"/>
            </a:xfrm>
            <a:custGeom>
              <a:avLst/>
              <a:gdLst/>
              <a:ahLst/>
              <a:cxnLst/>
              <a:rect l="l" t="t" r="r" b="b"/>
              <a:pathLst>
                <a:path w="3875" h="3287" extrusionOk="0">
                  <a:moveTo>
                    <a:pt x="3800" y="2200"/>
                  </a:moveTo>
                  <a:cubicBezTo>
                    <a:pt x="3125" y="2712"/>
                    <a:pt x="2300" y="3174"/>
                    <a:pt x="1425" y="2937"/>
                  </a:cubicBezTo>
                  <a:cubicBezTo>
                    <a:pt x="963" y="2799"/>
                    <a:pt x="575" y="2474"/>
                    <a:pt x="363" y="2050"/>
                  </a:cubicBezTo>
                  <a:cubicBezTo>
                    <a:pt x="213" y="1762"/>
                    <a:pt x="126" y="1450"/>
                    <a:pt x="126" y="1137"/>
                  </a:cubicBezTo>
                  <a:cubicBezTo>
                    <a:pt x="138" y="400"/>
                    <a:pt x="563" y="250"/>
                    <a:pt x="1400" y="687"/>
                  </a:cubicBezTo>
                  <a:cubicBezTo>
                    <a:pt x="1363" y="712"/>
                    <a:pt x="1400" y="787"/>
                    <a:pt x="1438" y="750"/>
                  </a:cubicBezTo>
                  <a:cubicBezTo>
                    <a:pt x="1813" y="463"/>
                    <a:pt x="1400" y="125"/>
                    <a:pt x="1050" y="75"/>
                  </a:cubicBezTo>
                  <a:cubicBezTo>
                    <a:pt x="388" y="0"/>
                    <a:pt x="1" y="675"/>
                    <a:pt x="26" y="1262"/>
                  </a:cubicBezTo>
                  <a:cubicBezTo>
                    <a:pt x="63" y="2050"/>
                    <a:pt x="613" y="2837"/>
                    <a:pt x="1388" y="3049"/>
                  </a:cubicBezTo>
                  <a:cubicBezTo>
                    <a:pt x="2312" y="3287"/>
                    <a:pt x="3162" y="2824"/>
                    <a:pt x="3837" y="2237"/>
                  </a:cubicBezTo>
                  <a:cubicBezTo>
                    <a:pt x="3875" y="2212"/>
                    <a:pt x="3825" y="2175"/>
                    <a:pt x="3800" y="22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0" name="Google Shape;4720;p68"/>
            <p:cNvSpPr/>
            <p:nvPr/>
          </p:nvSpPr>
          <p:spPr>
            <a:xfrm>
              <a:off x="8254959" y="2389901"/>
              <a:ext cx="137717" cy="28446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4324" y="26"/>
                  </a:moveTo>
                  <a:cubicBezTo>
                    <a:pt x="3325" y="876"/>
                    <a:pt x="1175" y="913"/>
                    <a:pt x="63" y="326"/>
                  </a:cubicBezTo>
                  <a:cubicBezTo>
                    <a:pt x="26" y="313"/>
                    <a:pt x="1" y="363"/>
                    <a:pt x="26" y="388"/>
                  </a:cubicBezTo>
                  <a:cubicBezTo>
                    <a:pt x="713" y="901"/>
                    <a:pt x="1700" y="826"/>
                    <a:pt x="2512" y="738"/>
                  </a:cubicBezTo>
                  <a:cubicBezTo>
                    <a:pt x="3175" y="663"/>
                    <a:pt x="3862" y="538"/>
                    <a:pt x="4387" y="88"/>
                  </a:cubicBezTo>
                  <a:cubicBezTo>
                    <a:pt x="4424" y="51"/>
                    <a:pt x="4374" y="1"/>
                    <a:pt x="4324" y="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1" name="Google Shape;4721;p68"/>
            <p:cNvSpPr/>
            <p:nvPr/>
          </p:nvSpPr>
          <p:spPr>
            <a:xfrm>
              <a:off x="8240580" y="2390306"/>
              <a:ext cx="15188" cy="14814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350"/>
                  </a:moveTo>
                  <a:cubicBezTo>
                    <a:pt x="488" y="263"/>
                    <a:pt x="463" y="150"/>
                    <a:pt x="400" y="88"/>
                  </a:cubicBezTo>
                  <a:cubicBezTo>
                    <a:pt x="338" y="25"/>
                    <a:pt x="238" y="0"/>
                    <a:pt x="150" y="13"/>
                  </a:cubicBezTo>
                  <a:cubicBezTo>
                    <a:pt x="125" y="13"/>
                    <a:pt x="88" y="25"/>
                    <a:pt x="63" y="50"/>
                  </a:cubicBezTo>
                  <a:cubicBezTo>
                    <a:pt x="38" y="88"/>
                    <a:pt x="25" y="125"/>
                    <a:pt x="25" y="163"/>
                  </a:cubicBezTo>
                  <a:cubicBezTo>
                    <a:pt x="0" y="288"/>
                    <a:pt x="63" y="413"/>
                    <a:pt x="175" y="463"/>
                  </a:cubicBezTo>
                  <a:cubicBezTo>
                    <a:pt x="313" y="475"/>
                    <a:pt x="425" y="375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4722;p68"/>
            <p:cNvSpPr/>
            <p:nvPr/>
          </p:nvSpPr>
          <p:spPr>
            <a:xfrm>
              <a:off x="8237841" y="2387194"/>
              <a:ext cx="20261" cy="22968"/>
            </a:xfrm>
            <a:custGeom>
              <a:avLst/>
              <a:gdLst/>
              <a:ahLst/>
              <a:cxnLst/>
              <a:rect l="l" t="t" r="r" b="b"/>
              <a:pathLst>
                <a:path w="651" h="738" extrusionOk="0">
                  <a:moveTo>
                    <a:pt x="601" y="463"/>
                  </a:moveTo>
                  <a:cubicBezTo>
                    <a:pt x="650" y="300"/>
                    <a:pt x="563" y="113"/>
                    <a:pt x="388" y="63"/>
                  </a:cubicBezTo>
                  <a:cubicBezTo>
                    <a:pt x="251" y="0"/>
                    <a:pt x="76" y="88"/>
                    <a:pt x="63" y="250"/>
                  </a:cubicBezTo>
                  <a:cubicBezTo>
                    <a:pt x="1" y="650"/>
                    <a:pt x="563" y="738"/>
                    <a:pt x="563" y="338"/>
                  </a:cubicBezTo>
                  <a:cubicBezTo>
                    <a:pt x="563" y="288"/>
                    <a:pt x="501" y="275"/>
                    <a:pt x="488" y="325"/>
                  </a:cubicBezTo>
                  <a:cubicBezTo>
                    <a:pt x="163" y="438"/>
                    <a:pt x="88" y="425"/>
                    <a:pt x="263" y="275"/>
                  </a:cubicBezTo>
                  <a:cubicBezTo>
                    <a:pt x="376" y="100"/>
                    <a:pt x="438" y="150"/>
                    <a:pt x="476" y="425"/>
                  </a:cubicBezTo>
                  <a:cubicBezTo>
                    <a:pt x="451" y="513"/>
                    <a:pt x="576" y="538"/>
                    <a:pt x="601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3" name="Google Shape;4723;p68"/>
            <p:cNvSpPr/>
            <p:nvPr/>
          </p:nvSpPr>
          <p:spPr>
            <a:xfrm>
              <a:off x="8460710" y="2105224"/>
              <a:ext cx="4295" cy="3517"/>
            </a:xfrm>
            <a:custGeom>
              <a:avLst/>
              <a:gdLst/>
              <a:ahLst/>
              <a:cxnLst/>
              <a:rect l="l" t="t" r="r" b="b"/>
              <a:pathLst>
                <a:path w="138" h="113" extrusionOk="0">
                  <a:moveTo>
                    <a:pt x="63" y="25"/>
                  </a:moveTo>
                  <a:lnTo>
                    <a:pt x="38" y="38"/>
                  </a:lnTo>
                  <a:cubicBezTo>
                    <a:pt x="0" y="50"/>
                    <a:pt x="0" y="88"/>
                    <a:pt x="38" y="100"/>
                  </a:cubicBezTo>
                  <a:lnTo>
                    <a:pt x="63" y="100"/>
                  </a:lnTo>
                  <a:cubicBezTo>
                    <a:pt x="125" y="113"/>
                    <a:pt x="138" y="0"/>
                    <a:pt x="63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4" name="Google Shape;4724;p68"/>
            <p:cNvSpPr/>
            <p:nvPr/>
          </p:nvSpPr>
          <p:spPr>
            <a:xfrm>
              <a:off x="8388350" y="1944196"/>
              <a:ext cx="22221" cy="52535"/>
            </a:xfrm>
            <a:custGeom>
              <a:avLst/>
              <a:gdLst/>
              <a:ahLst/>
              <a:cxnLst/>
              <a:rect l="l" t="t" r="r" b="b"/>
              <a:pathLst>
                <a:path w="714" h="1688" extrusionOk="0">
                  <a:moveTo>
                    <a:pt x="101" y="1663"/>
                  </a:moveTo>
                  <a:cubicBezTo>
                    <a:pt x="638" y="1463"/>
                    <a:pt x="713" y="513"/>
                    <a:pt x="576" y="51"/>
                  </a:cubicBezTo>
                  <a:cubicBezTo>
                    <a:pt x="551" y="1"/>
                    <a:pt x="463" y="13"/>
                    <a:pt x="476" y="63"/>
                  </a:cubicBezTo>
                  <a:cubicBezTo>
                    <a:pt x="513" y="313"/>
                    <a:pt x="526" y="563"/>
                    <a:pt x="488" y="800"/>
                  </a:cubicBezTo>
                  <a:cubicBezTo>
                    <a:pt x="438" y="1038"/>
                    <a:pt x="326" y="1463"/>
                    <a:pt x="76" y="1550"/>
                  </a:cubicBezTo>
                  <a:cubicBezTo>
                    <a:pt x="1" y="1575"/>
                    <a:pt x="38" y="1688"/>
                    <a:pt x="101" y="1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5" name="Google Shape;4725;p68"/>
            <p:cNvSpPr/>
            <p:nvPr/>
          </p:nvSpPr>
          <p:spPr>
            <a:xfrm>
              <a:off x="8382903" y="1943822"/>
              <a:ext cx="24556" cy="52535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676" y="50"/>
                  </a:moveTo>
                  <a:cubicBezTo>
                    <a:pt x="313" y="400"/>
                    <a:pt x="1" y="1125"/>
                    <a:pt x="151" y="1625"/>
                  </a:cubicBezTo>
                  <a:cubicBezTo>
                    <a:pt x="163" y="1687"/>
                    <a:pt x="251" y="1662"/>
                    <a:pt x="238" y="1600"/>
                  </a:cubicBezTo>
                  <a:cubicBezTo>
                    <a:pt x="188" y="1062"/>
                    <a:pt x="376" y="513"/>
                    <a:pt x="751" y="113"/>
                  </a:cubicBezTo>
                  <a:cubicBezTo>
                    <a:pt x="788" y="63"/>
                    <a:pt x="726" y="0"/>
                    <a:pt x="676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4726;p68"/>
            <p:cNvSpPr/>
            <p:nvPr/>
          </p:nvSpPr>
          <p:spPr>
            <a:xfrm>
              <a:off x="8340515" y="2030156"/>
              <a:ext cx="37378" cy="41268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88" y="1275"/>
                  </a:moveTo>
                  <a:cubicBezTo>
                    <a:pt x="1200" y="938"/>
                    <a:pt x="1026" y="663"/>
                    <a:pt x="813" y="413"/>
                  </a:cubicBezTo>
                  <a:cubicBezTo>
                    <a:pt x="638" y="163"/>
                    <a:pt x="351" y="13"/>
                    <a:pt x="51" y="0"/>
                  </a:cubicBezTo>
                  <a:cubicBezTo>
                    <a:pt x="13" y="0"/>
                    <a:pt x="1" y="75"/>
                    <a:pt x="38" y="75"/>
                  </a:cubicBezTo>
                  <a:cubicBezTo>
                    <a:pt x="326" y="100"/>
                    <a:pt x="588" y="238"/>
                    <a:pt x="763" y="463"/>
                  </a:cubicBezTo>
                  <a:cubicBezTo>
                    <a:pt x="951" y="713"/>
                    <a:pt x="1125" y="950"/>
                    <a:pt x="1101" y="1275"/>
                  </a:cubicBezTo>
                  <a:cubicBezTo>
                    <a:pt x="1101" y="1325"/>
                    <a:pt x="1175" y="1325"/>
                    <a:pt x="1188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4727;p68"/>
            <p:cNvSpPr/>
            <p:nvPr/>
          </p:nvSpPr>
          <p:spPr>
            <a:xfrm>
              <a:off x="8340515" y="2029752"/>
              <a:ext cx="36600" cy="41673"/>
            </a:xfrm>
            <a:custGeom>
              <a:avLst/>
              <a:gdLst/>
              <a:ahLst/>
              <a:cxnLst/>
              <a:rect l="l" t="t" r="r" b="b"/>
              <a:pathLst>
                <a:path w="1176" h="1339" extrusionOk="0">
                  <a:moveTo>
                    <a:pt x="13" y="63"/>
                  </a:moveTo>
                  <a:cubicBezTo>
                    <a:pt x="101" y="626"/>
                    <a:pt x="501" y="1201"/>
                    <a:pt x="1076" y="1313"/>
                  </a:cubicBezTo>
                  <a:cubicBezTo>
                    <a:pt x="1138" y="1338"/>
                    <a:pt x="1175" y="1251"/>
                    <a:pt x="1125" y="1213"/>
                  </a:cubicBezTo>
                  <a:cubicBezTo>
                    <a:pt x="888" y="1076"/>
                    <a:pt x="651" y="1013"/>
                    <a:pt x="476" y="776"/>
                  </a:cubicBezTo>
                  <a:cubicBezTo>
                    <a:pt x="301" y="563"/>
                    <a:pt x="163" y="313"/>
                    <a:pt x="88" y="38"/>
                  </a:cubicBezTo>
                  <a:cubicBezTo>
                    <a:pt x="76" y="1"/>
                    <a:pt x="1" y="13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8" name="Google Shape;4728;p68"/>
            <p:cNvSpPr/>
            <p:nvPr/>
          </p:nvSpPr>
          <p:spPr>
            <a:xfrm>
              <a:off x="8260405" y="2406645"/>
              <a:ext cx="107777" cy="48240"/>
            </a:xfrm>
            <a:custGeom>
              <a:avLst/>
              <a:gdLst/>
              <a:ahLst/>
              <a:cxnLst/>
              <a:rect l="l" t="t" r="r" b="b"/>
              <a:pathLst>
                <a:path w="3463" h="1550" extrusionOk="0">
                  <a:moveTo>
                    <a:pt x="3387" y="38"/>
                  </a:moveTo>
                  <a:cubicBezTo>
                    <a:pt x="2387" y="738"/>
                    <a:pt x="1250" y="1225"/>
                    <a:pt x="50" y="1437"/>
                  </a:cubicBezTo>
                  <a:cubicBezTo>
                    <a:pt x="0" y="1450"/>
                    <a:pt x="25" y="1550"/>
                    <a:pt x="88" y="1537"/>
                  </a:cubicBezTo>
                  <a:cubicBezTo>
                    <a:pt x="1288" y="1312"/>
                    <a:pt x="2437" y="825"/>
                    <a:pt x="3425" y="100"/>
                  </a:cubicBezTo>
                  <a:cubicBezTo>
                    <a:pt x="3462" y="75"/>
                    <a:pt x="3425" y="0"/>
                    <a:pt x="338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9" name="Google Shape;4729;p68"/>
            <p:cNvSpPr/>
            <p:nvPr/>
          </p:nvSpPr>
          <p:spPr>
            <a:xfrm>
              <a:off x="8242914" y="2445517"/>
              <a:ext cx="20230" cy="22221"/>
            </a:xfrm>
            <a:custGeom>
              <a:avLst/>
              <a:gdLst/>
              <a:ahLst/>
              <a:cxnLst/>
              <a:rect l="l" t="t" r="r" b="b"/>
              <a:pathLst>
                <a:path w="650" h="714" extrusionOk="0">
                  <a:moveTo>
                    <a:pt x="575" y="188"/>
                  </a:moveTo>
                  <a:cubicBezTo>
                    <a:pt x="363" y="1"/>
                    <a:pt x="0" y="238"/>
                    <a:pt x="213" y="476"/>
                  </a:cubicBezTo>
                  <a:cubicBezTo>
                    <a:pt x="413" y="713"/>
                    <a:pt x="650" y="376"/>
                    <a:pt x="562" y="163"/>
                  </a:cubicBezTo>
                  <a:cubicBezTo>
                    <a:pt x="537" y="126"/>
                    <a:pt x="487" y="138"/>
                    <a:pt x="487" y="176"/>
                  </a:cubicBezTo>
                  <a:cubicBezTo>
                    <a:pt x="487" y="213"/>
                    <a:pt x="487" y="251"/>
                    <a:pt x="487" y="288"/>
                  </a:cubicBezTo>
                  <a:cubicBezTo>
                    <a:pt x="475" y="376"/>
                    <a:pt x="487" y="363"/>
                    <a:pt x="512" y="263"/>
                  </a:cubicBezTo>
                  <a:cubicBezTo>
                    <a:pt x="550" y="288"/>
                    <a:pt x="612" y="238"/>
                    <a:pt x="575" y="2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0" name="Google Shape;4730;p68"/>
            <p:cNvSpPr/>
            <p:nvPr/>
          </p:nvSpPr>
          <p:spPr>
            <a:xfrm>
              <a:off x="8280635" y="2360366"/>
              <a:ext cx="101926" cy="38125"/>
            </a:xfrm>
            <a:custGeom>
              <a:avLst/>
              <a:gdLst/>
              <a:ahLst/>
              <a:cxnLst/>
              <a:rect l="l" t="t" r="r" b="b"/>
              <a:pathLst>
                <a:path w="3275" h="1225" extrusionOk="0">
                  <a:moveTo>
                    <a:pt x="3212" y="1000"/>
                  </a:moveTo>
                  <a:cubicBezTo>
                    <a:pt x="2000" y="1137"/>
                    <a:pt x="988" y="800"/>
                    <a:pt x="63" y="25"/>
                  </a:cubicBezTo>
                  <a:cubicBezTo>
                    <a:pt x="25" y="0"/>
                    <a:pt x="0" y="38"/>
                    <a:pt x="13" y="75"/>
                  </a:cubicBezTo>
                  <a:cubicBezTo>
                    <a:pt x="738" y="1000"/>
                    <a:pt x="2112" y="1225"/>
                    <a:pt x="3212" y="1087"/>
                  </a:cubicBezTo>
                  <a:cubicBezTo>
                    <a:pt x="3274" y="1087"/>
                    <a:pt x="3274" y="987"/>
                    <a:pt x="3212" y="1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1" name="Google Shape;4731;p68"/>
            <p:cNvSpPr/>
            <p:nvPr/>
          </p:nvSpPr>
          <p:spPr>
            <a:xfrm>
              <a:off x="8268559" y="2348695"/>
              <a:ext cx="18705" cy="15966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338" y="25"/>
                  </a:moveTo>
                  <a:cubicBezTo>
                    <a:pt x="38" y="0"/>
                    <a:pt x="1" y="450"/>
                    <a:pt x="301" y="488"/>
                  </a:cubicBezTo>
                  <a:cubicBezTo>
                    <a:pt x="601" y="513"/>
                    <a:pt x="563" y="75"/>
                    <a:pt x="276" y="88"/>
                  </a:cubicBezTo>
                  <a:cubicBezTo>
                    <a:pt x="238" y="88"/>
                    <a:pt x="226" y="138"/>
                    <a:pt x="263" y="150"/>
                  </a:cubicBezTo>
                  <a:cubicBezTo>
                    <a:pt x="313" y="213"/>
                    <a:pt x="338" y="188"/>
                    <a:pt x="338" y="100"/>
                  </a:cubicBezTo>
                  <a:cubicBezTo>
                    <a:pt x="388" y="100"/>
                    <a:pt x="388" y="25"/>
                    <a:pt x="338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2" name="Google Shape;4732;p68"/>
            <p:cNvSpPr/>
            <p:nvPr/>
          </p:nvSpPr>
          <p:spPr>
            <a:xfrm>
              <a:off x="8411318" y="1849303"/>
              <a:ext cx="74694" cy="295602"/>
            </a:xfrm>
            <a:custGeom>
              <a:avLst/>
              <a:gdLst/>
              <a:ahLst/>
              <a:cxnLst/>
              <a:rect l="l" t="t" r="r" b="b"/>
              <a:pathLst>
                <a:path w="2400" h="9498" extrusionOk="0">
                  <a:moveTo>
                    <a:pt x="2387" y="9448"/>
                  </a:moveTo>
                  <a:cubicBezTo>
                    <a:pt x="1137" y="6136"/>
                    <a:pt x="0" y="3450"/>
                    <a:pt x="2025" y="125"/>
                  </a:cubicBezTo>
                  <a:cubicBezTo>
                    <a:pt x="2062" y="50"/>
                    <a:pt x="1962" y="0"/>
                    <a:pt x="1925" y="63"/>
                  </a:cubicBezTo>
                  <a:cubicBezTo>
                    <a:pt x="975" y="1475"/>
                    <a:pt x="575" y="2750"/>
                    <a:pt x="738" y="4449"/>
                  </a:cubicBezTo>
                  <a:cubicBezTo>
                    <a:pt x="925" y="6386"/>
                    <a:pt x="1637" y="7686"/>
                    <a:pt x="2325" y="9460"/>
                  </a:cubicBezTo>
                  <a:cubicBezTo>
                    <a:pt x="2350" y="9498"/>
                    <a:pt x="2400" y="9485"/>
                    <a:pt x="2387" y="9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3" name="Google Shape;4733;p68"/>
            <p:cNvSpPr/>
            <p:nvPr/>
          </p:nvSpPr>
          <p:spPr>
            <a:xfrm>
              <a:off x="8356480" y="2452924"/>
              <a:ext cx="61467" cy="39681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1962" y="1213"/>
                  </a:moveTo>
                  <a:cubicBezTo>
                    <a:pt x="1875" y="663"/>
                    <a:pt x="1525" y="125"/>
                    <a:pt x="912" y="63"/>
                  </a:cubicBezTo>
                  <a:cubicBezTo>
                    <a:pt x="425" y="0"/>
                    <a:pt x="0" y="375"/>
                    <a:pt x="0" y="875"/>
                  </a:cubicBezTo>
                  <a:cubicBezTo>
                    <a:pt x="0" y="938"/>
                    <a:pt x="113" y="938"/>
                    <a:pt x="113" y="875"/>
                  </a:cubicBezTo>
                  <a:cubicBezTo>
                    <a:pt x="125" y="300"/>
                    <a:pt x="700" y="13"/>
                    <a:pt x="1200" y="250"/>
                  </a:cubicBezTo>
                  <a:cubicBezTo>
                    <a:pt x="1612" y="425"/>
                    <a:pt x="1812" y="813"/>
                    <a:pt x="1900" y="1238"/>
                  </a:cubicBezTo>
                  <a:cubicBezTo>
                    <a:pt x="1912" y="1275"/>
                    <a:pt x="1975" y="1262"/>
                    <a:pt x="1962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4" name="Google Shape;4734;p68"/>
            <p:cNvSpPr/>
            <p:nvPr/>
          </p:nvSpPr>
          <p:spPr>
            <a:xfrm>
              <a:off x="8410136" y="2147613"/>
              <a:ext cx="39308" cy="77806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538" y="50"/>
                  </a:moveTo>
                  <a:cubicBezTo>
                    <a:pt x="563" y="675"/>
                    <a:pt x="1" y="1175"/>
                    <a:pt x="226" y="1812"/>
                  </a:cubicBezTo>
                  <a:cubicBezTo>
                    <a:pt x="376" y="2225"/>
                    <a:pt x="776" y="2500"/>
                    <a:pt x="1213" y="2487"/>
                  </a:cubicBezTo>
                  <a:cubicBezTo>
                    <a:pt x="1250" y="2487"/>
                    <a:pt x="1263" y="2425"/>
                    <a:pt x="1225" y="2412"/>
                  </a:cubicBezTo>
                  <a:cubicBezTo>
                    <a:pt x="438" y="2312"/>
                    <a:pt x="126" y="1625"/>
                    <a:pt x="426" y="925"/>
                  </a:cubicBezTo>
                  <a:cubicBezTo>
                    <a:pt x="563" y="650"/>
                    <a:pt x="626" y="350"/>
                    <a:pt x="626" y="50"/>
                  </a:cubicBezTo>
                  <a:cubicBezTo>
                    <a:pt x="626" y="0"/>
                    <a:pt x="538" y="0"/>
                    <a:pt x="538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5" name="Google Shape;4735;p68"/>
            <p:cNvSpPr/>
            <p:nvPr/>
          </p:nvSpPr>
          <p:spPr>
            <a:xfrm>
              <a:off x="8442036" y="2188850"/>
              <a:ext cx="26859" cy="381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38" y="1112"/>
                  </a:moveTo>
                  <a:cubicBezTo>
                    <a:pt x="338" y="1225"/>
                    <a:pt x="588" y="1062"/>
                    <a:pt x="700" y="775"/>
                  </a:cubicBezTo>
                  <a:cubicBezTo>
                    <a:pt x="788" y="550"/>
                    <a:pt x="863" y="163"/>
                    <a:pt x="613" y="13"/>
                  </a:cubicBezTo>
                  <a:cubicBezTo>
                    <a:pt x="588" y="0"/>
                    <a:pt x="550" y="25"/>
                    <a:pt x="575" y="63"/>
                  </a:cubicBezTo>
                  <a:cubicBezTo>
                    <a:pt x="825" y="387"/>
                    <a:pt x="588" y="1225"/>
                    <a:pt x="63" y="1050"/>
                  </a:cubicBezTo>
                  <a:cubicBezTo>
                    <a:pt x="13" y="1025"/>
                    <a:pt x="0" y="1100"/>
                    <a:pt x="38" y="11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6" name="Google Shape;4736;p68"/>
            <p:cNvSpPr/>
            <p:nvPr/>
          </p:nvSpPr>
          <p:spPr>
            <a:xfrm>
              <a:off x="8270520" y="2424541"/>
              <a:ext cx="70430" cy="101148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162" y="38"/>
                  </a:moveTo>
                  <a:cubicBezTo>
                    <a:pt x="1213" y="825"/>
                    <a:pt x="0" y="1800"/>
                    <a:pt x="300" y="3199"/>
                  </a:cubicBezTo>
                  <a:cubicBezTo>
                    <a:pt x="313" y="3249"/>
                    <a:pt x="400" y="3224"/>
                    <a:pt x="388" y="3174"/>
                  </a:cubicBezTo>
                  <a:cubicBezTo>
                    <a:pt x="200" y="1787"/>
                    <a:pt x="1275" y="900"/>
                    <a:pt x="2225" y="88"/>
                  </a:cubicBezTo>
                  <a:cubicBezTo>
                    <a:pt x="2262" y="63"/>
                    <a:pt x="2200" y="0"/>
                    <a:pt x="216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7" name="Google Shape;4737;p68"/>
            <p:cNvSpPr/>
            <p:nvPr/>
          </p:nvSpPr>
          <p:spPr>
            <a:xfrm>
              <a:off x="8385642" y="2201672"/>
              <a:ext cx="18705" cy="38530"/>
            </a:xfrm>
            <a:custGeom>
              <a:avLst/>
              <a:gdLst/>
              <a:ahLst/>
              <a:cxnLst/>
              <a:rect l="l" t="t" r="r" b="b"/>
              <a:pathLst>
                <a:path w="601" h="1238" extrusionOk="0">
                  <a:moveTo>
                    <a:pt x="500" y="63"/>
                  </a:moveTo>
                  <a:cubicBezTo>
                    <a:pt x="475" y="463"/>
                    <a:pt x="313" y="850"/>
                    <a:pt x="25" y="1138"/>
                  </a:cubicBezTo>
                  <a:cubicBezTo>
                    <a:pt x="0" y="1175"/>
                    <a:pt x="38" y="1238"/>
                    <a:pt x="88" y="1213"/>
                  </a:cubicBezTo>
                  <a:cubicBezTo>
                    <a:pt x="250" y="1075"/>
                    <a:pt x="375" y="900"/>
                    <a:pt x="438" y="713"/>
                  </a:cubicBezTo>
                  <a:cubicBezTo>
                    <a:pt x="550" y="513"/>
                    <a:pt x="600" y="288"/>
                    <a:pt x="588" y="63"/>
                  </a:cubicBezTo>
                  <a:cubicBezTo>
                    <a:pt x="588" y="0"/>
                    <a:pt x="488" y="0"/>
                    <a:pt x="48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4738;p68"/>
            <p:cNvSpPr/>
            <p:nvPr/>
          </p:nvSpPr>
          <p:spPr>
            <a:xfrm>
              <a:off x="8377862" y="2197782"/>
              <a:ext cx="27263" cy="42825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325" y="1275"/>
                  </a:moveTo>
                  <a:cubicBezTo>
                    <a:pt x="113" y="825"/>
                    <a:pt x="413" y="313"/>
                    <a:pt x="825" y="125"/>
                  </a:cubicBezTo>
                  <a:cubicBezTo>
                    <a:pt x="875" y="100"/>
                    <a:pt x="838" y="0"/>
                    <a:pt x="775" y="25"/>
                  </a:cubicBezTo>
                  <a:cubicBezTo>
                    <a:pt x="300" y="238"/>
                    <a:pt x="0" y="838"/>
                    <a:pt x="238" y="1325"/>
                  </a:cubicBezTo>
                  <a:cubicBezTo>
                    <a:pt x="275" y="1375"/>
                    <a:pt x="350" y="1325"/>
                    <a:pt x="32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9" name="Google Shape;4739;p68"/>
            <p:cNvSpPr/>
            <p:nvPr/>
          </p:nvSpPr>
          <p:spPr>
            <a:xfrm>
              <a:off x="8381347" y="1781643"/>
              <a:ext cx="74725" cy="16454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1813" y="5236"/>
                  </a:moveTo>
                  <a:cubicBezTo>
                    <a:pt x="2125" y="3649"/>
                    <a:pt x="2400" y="212"/>
                    <a:pt x="51" y="0"/>
                  </a:cubicBezTo>
                  <a:cubicBezTo>
                    <a:pt x="1" y="0"/>
                    <a:pt x="1" y="62"/>
                    <a:pt x="51" y="75"/>
                  </a:cubicBezTo>
                  <a:cubicBezTo>
                    <a:pt x="2338" y="375"/>
                    <a:pt x="2038" y="3687"/>
                    <a:pt x="1738" y="5211"/>
                  </a:cubicBezTo>
                  <a:cubicBezTo>
                    <a:pt x="1738" y="5261"/>
                    <a:pt x="1813" y="5286"/>
                    <a:pt x="1813" y="5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0" name="Google Shape;4740;p68"/>
            <p:cNvSpPr/>
            <p:nvPr/>
          </p:nvSpPr>
          <p:spPr>
            <a:xfrm>
              <a:off x="8334695" y="1789797"/>
              <a:ext cx="80918" cy="7665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2587" y="963"/>
                  </a:moveTo>
                  <a:cubicBezTo>
                    <a:pt x="2250" y="288"/>
                    <a:pt x="1425" y="0"/>
                    <a:pt x="788" y="450"/>
                  </a:cubicBezTo>
                  <a:cubicBezTo>
                    <a:pt x="200" y="863"/>
                    <a:pt x="0" y="1925"/>
                    <a:pt x="575" y="2425"/>
                  </a:cubicBezTo>
                  <a:cubicBezTo>
                    <a:pt x="638" y="2462"/>
                    <a:pt x="700" y="2387"/>
                    <a:pt x="650" y="2350"/>
                  </a:cubicBezTo>
                  <a:cubicBezTo>
                    <a:pt x="138" y="1875"/>
                    <a:pt x="300" y="900"/>
                    <a:pt x="838" y="525"/>
                  </a:cubicBezTo>
                  <a:cubicBezTo>
                    <a:pt x="1425" y="125"/>
                    <a:pt x="2237" y="350"/>
                    <a:pt x="2537" y="1000"/>
                  </a:cubicBezTo>
                  <a:cubicBezTo>
                    <a:pt x="2550" y="1038"/>
                    <a:pt x="2600" y="1000"/>
                    <a:pt x="2587" y="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1" name="Google Shape;4741;p68"/>
            <p:cNvSpPr/>
            <p:nvPr/>
          </p:nvSpPr>
          <p:spPr>
            <a:xfrm>
              <a:off x="8347922" y="1833742"/>
              <a:ext cx="58355" cy="44754"/>
            </a:xfrm>
            <a:custGeom>
              <a:avLst/>
              <a:gdLst/>
              <a:ahLst/>
              <a:cxnLst/>
              <a:rect l="l" t="t" r="r" b="b"/>
              <a:pathLst>
                <a:path w="1875" h="1438" extrusionOk="0">
                  <a:moveTo>
                    <a:pt x="25" y="750"/>
                  </a:moveTo>
                  <a:cubicBezTo>
                    <a:pt x="200" y="1213"/>
                    <a:pt x="738" y="1438"/>
                    <a:pt x="1200" y="1250"/>
                  </a:cubicBezTo>
                  <a:cubicBezTo>
                    <a:pt x="1662" y="1050"/>
                    <a:pt x="1875" y="513"/>
                    <a:pt x="1662" y="51"/>
                  </a:cubicBezTo>
                  <a:cubicBezTo>
                    <a:pt x="1650" y="1"/>
                    <a:pt x="1575" y="38"/>
                    <a:pt x="1587" y="88"/>
                  </a:cubicBezTo>
                  <a:cubicBezTo>
                    <a:pt x="1712" y="513"/>
                    <a:pt x="1587" y="963"/>
                    <a:pt x="1150" y="1150"/>
                  </a:cubicBezTo>
                  <a:cubicBezTo>
                    <a:pt x="738" y="1313"/>
                    <a:pt x="263" y="1125"/>
                    <a:pt x="88" y="713"/>
                  </a:cubicBezTo>
                  <a:cubicBezTo>
                    <a:pt x="63" y="675"/>
                    <a:pt x="0" y="713"/>
                    <a:pt x="25" y="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2" name="Google Shape;4742;p68"/>
            <p:cNvSpPr/>
            <p:nvPr/>
          </p:nvSpPr>
          <p:spPr>
            <a:xfrm>
              <a:off x="8363078" y="1819737"/>
              <a:ext cx="38156" cy="21412"/>
            </a:xfrm>
            <a:custGeom>
              <a:avLst/>
              <a:gdLst/>
              <a:ahLst/>
              <a:cxnLst/>
              <a:rect l="l" t="t" r="r" b="b"/>
              <a:pathLst>
                <a:path w="1226" h="688" extrusionOk="0">
                  <a:moveTo>
                    <a:pt x="1200" y="638"/>
                  </a:moveTo>
                  <a:cubicBezTo>
                    <a:pt x="1225" y="301"/>
                    <a:pt x="863" y="51"/>
                    <a:pt x="550" y="63"/>
                  </a:cubicBezTo>
                  <a:cubicBezTo>
                    <a:pt x="238" y="63"/>
                    <a:pt x="1" y="338"/>
                    <a:pt x="113" y="626"/>
                  </a:cubicBezTo>
                  <a:cubicBezTo>
                    <a:pt x="138" y="676"/>
                    <a:pt x="213" y="663"/>
                    <a:pt x="201" y="601"/>
                  </a:cubicBezTo>
                  <a:cubicBezTo>
                    <a:pt x="13" y="1"/>
                    <a:pt x="1163" y="51"/>
                    <a:pt x="1125" y="638"/>
                  </a:cubicBezTo>
                  <a:cubicBezTo>
                    <a:pt x="1125" y="688"/>
                    <a:pt x="1200" y="688"/>
                    <a:pt x="1200" y="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4743;p68"/>
            <p:cNvSpPr/>
            <p:nvPr/>
          </p:nvSpPr>
          <p:spPr>
            <a:xfrm>
              <a:off x="8325358" y="2125827"/>
              <a:ext cx="89104" cy="68501"/>
            </a:xfrm>
            <a:custGeom>
              <a:avLst/>
              <a:gdLst/>
              <a:ahLst/>
              <a:cxnLst/>
              <a:rect l="l" t="t" r="r" b="b"/>
              <a:pathLst>
                <a:path w="2863" h="2201" extrusionOk="0">
                  <a:moveTo>
                    <a:pt x="2787" y="1750"/>
                  </a:moveTo>
                  <a:cubicBezTo>
                    <a:pt x="1463" y="2100"/>
                    <a:pt x="375" y="1288"/>
                    <a:pt x="50" y="26"/>
                  </a:cubicBezTo>
                  <a:cubicBezTo>
                    <a:pt x="50" y="1"/>
                    <a:pt x="0" y="1"/>
                    <a:pt x="0" y="26"/>
                  </a:cubicBezTo>
                  <a:cubicBezTo>
                    <a:pt x="100" y="1425"/>
                    <a:pt x="1538" y="2200"/>
                    <a:pt x="2812" y="1813"/>
                  </a:cubicBezTo>
                  <a:cubicBezTo>
                    <a:pt x="2862" y="1800"/>
                    <a:pt x="2837" y="1725"/>
                    <a:pt x="2787" y="1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4" name="Google Shape;4744;p68"/>
            <p:cNvSpPr/>
            <p:nvPr/>
          </p:nvSpPr>
          <p:spPr>
            <a:xfrm>
              <a:off x="8293084" y="2552081"/>
              <a:ext cx="130310" cy="138900"/>
            </a:xfrm>
            <a:custGeom>
              <a:avLst/>
              <a:gdLst/>
              <a:ahLst/>
              <a:cxnLst/>
              <a:rect l="l" t="t" r="r" b="b"/>
              <a:pathLst>
                <a:path w="4187" h="4463" extrusionOk="0">
                  <a:moveTo>
                    <a:pt x="3999" y="2663"/>
                  </a:moveTo>
                  <a:cubicBezTo>
                    <a:pt x="4187" y="1213"/>
                    <a:pt x="2737" y="38"/>
                    <a:pt x="1387" y="751"/>
                  </a:cubicBezTo>
                  <a:cubicBezTo>
                    <a:pt x="0" y="1488"/>
                    <a:pt x="225" y="3425"/>
                    <a:pt x="1162" y="4437"/>
                  </a:cubicBezTo>
                  <a:cubicBezTo>
                    <a:pt x="1187" y="4462"/>
                    <a:pt x="1237" y="4425"/>
                    <a:pt x="1212" y="4387"/>
                  </a:cubicBezTo>
                  <a:cubicBezTo>
                    <a:pt x="563" y="3488"/>
                    <a:pt x="125" y="2013"/>
                    <a:pt x="1062" y="1138"/>
                  </a:cubicBezTo>
                  <a:cubicBezTo>
                    <a:pt x="2275" y="1"/>
                    <a:pt x="4087" y="1088"/>
                    <a:pt x="3899" y="2663"/>
                  </a:cubicBezTo>
                  <a:cubicBezTo>
                    <a:pt x="3887" y="2738"/>
                    <a:pt x="3999" y="2725"/>
                    <a:pt x="4012" y="26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5" name="Google Shape;4745;p68"/>
            <p:cNvSpPr/>
            <p:nvPr/>
          </p:nvSpPr>
          <p:spPr>
            <a:xfrm>
              <a:off x="8324580" y="2684320"/>
              <a:ext cx="182440" cy="328311"/>
            </a:xfrm>
            <a:custGeom>
              <a:avLst/>
              <a:gdLst/>
              <a:ahLst/>
              <a:cxnLst/>
              <a:rect l="l" t="t" r="r" b="b"/>
              <a:pathLst>
                <a:path w="5862" h="10549" extrusionOk="0">
                  <a:moveTo>
                    <a:pt x="38" y="101"/>
                  </a:moveTo>
                  <a:cubicBezTo>
                    <a:pt x="1700" y="1313"/>
                    <a:pt x="3812" y="2425"/>
                    <a:pt x="4737" y="4325"/>
                  </a:cubicBezTo>
                  <a:cubicBezTo>
                    <a:pt x="5586" y="6087"/>
                    <a:pt x="5761" y="8849"/>
                    <a:pt x="4562" y="10486"/>
                  </a:cubicBezTo>
                  <a:cubicBezTo>
                    <a:pt x="4537" y="10511"/>
                    <a:pt x="4587" y="10548"/>
                    <a:pt x="4612" y="10523"/>
                  </a:cubicBezTo>
                  <a:cubicBezTo>
                    <a:pt x="5861" y="9086"/>
                    <a:pt x="5724" y="6587"/>
                    <a:pt x="5137" y="4875"/>
                  </a:cubicBezTo>
                  <a:cubicBezTo>
                    <a:pt x="4349" y="2550"/>
                    <a:pt x="1950" y="1363"/>
                    <a:pt x="75" y="26"/>
                  </a:cubicBezTo>
                  <a:cubicBezTo>
                    <a:pt x="38" y="1"/>
                    <a:pt x="0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6" name="Google Shape;4746;p68"/>
            <p:cNvSpPr/>
            <p:nvPr/>
          </p:nvSpPr>
          <p:spPr>
            <a:xfrm>
              <a:off x="8352590" y="2928196"/>
              <a:ext cx="105038" cy="125642"/>
            </a:xfrm>
            <a:custGeom>
              <a:avLst/>
              <a:gdLst/>
              <a:ahLst/>
              <a:cxnLst/>
              <a:rect l="l" t="t" r="r" b="b"/>
              <a:pathLst>
                <a:path w="3375" h="4037" extrusionOk="0">
                  <a:moveTo>
                    <a:pt x="3299" y="2875"/>
                  </a:moveTo>
                  <a:cubicBezTo>
                    <a:pt x="2362" y="3412"/>
                    <a:pt x="987" y="3537"/>
                    <a:pt x="438" y="2375"/>
                  </a:cubicBezTo>
                  <a:cubicBezTo>
                    <a:pt x="313" y="2100"/>
                    <a:pt x="275" y="1787"/>
                    <a:pt x="325" y="1487"/>
                  </a:cubicBezTo>
                  <a:cubicBezTo>
                    <a:pt x="325" y="1412"/>
                    <a:pt x="313" y="1325"/>
                    <a:pt x="325" y="1250"/>
                  </a:cubicBezTo>
                  <a:cubicBezTo>
                    <a:pt x="450" y="488"/>
                    <a:pt x="650" y="513"/>
                    <a:pt x="1175" y="450"/>
                  </a:cubicBezTo>
                  <a:cubicBezTo>
                    <a:pt x="2075" y="338"/>
                    <a:pt x="2425" y="938"/>
                    <a:pt x="2275" y="1725"/>
                  </a:cubicBezTo>
                  <a:cubicBezTo>
                    <a:pt x="2162" y="2300"/>
                    <a:pt x="1875" y="2600"/>
                    <a:pt x="1462" y="3000"/>
                  </a:cubicBezTo>
                  <a:cubicBezTo>
                    <a:pt x="1150" y="3299"/>
                    <a:pt x="825" y="3549"/>
                    <a:pt x="800" y="3999"/>
                  </a:cubicBezTo>
                  <a:cubicBezTo>
                    <a:pt x="800" y="4024"/>
                    <a:pt x="850" y="4037"/>
                    <a:pt x="850" y="3999"/>
                  </a:cubicBezTo>
                  <a:cubicBezTo>
                    <a:pt x="950" y="3287"/>
                    <a:pt x="1862" y="2900"/>
                    <a:pt x="2225" y="2312"/>
                  </a:cubicBezTo>
                  <a:cubicBezTo>
                    <a:pt x="2525" y="1875"/>
                    <a:pt x="2575" y="1325"/>
                    <a:pt x="2362" y="850"/>
                  </a:cubicBezTo>
                  <a:cubicBezTo>
                    <a:pt x="2025" y="113"/>
                    <a:pt x="887" y="0"/>
                    <a:pt x="400" y="650"/>
                  </a:cubicBezTo>
                  <a:cubicBezTo>
                    <a:pt x="0" y="1163"/>
                    <a:pt x="138" y="2237"/>
                    <a:pt x="500" y="2725"/>
                  </a:cubicBezTo>
                  <a:cubicBezTo>
                    <a:pt x="1200" y="3662"/>
                    <a:pt x="2450" y="3462"/>
                    <a:pt x="3337" y="2950"/>
                  </a:cubicBezTo>
                  <a:cubicBezTo>
                    <a:pt x="3374" y="2912"/>
                    <a:pt x="3337" y="2850"/>
                    <a:pt x="3299" y="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7" name="Google Shape;4747;p68"/>
            <p:cNvSpPr/>
            <p:nvPr/>
          </p:nvSpPr>
          <p:spPr>
            <a:xfrm>
              <a:off x="8372820" y="3062365"/>
              <a:ext cx="17117" cy="68874"/>
            </a:xfrm>
            <a:custGeom>
              <a:avLst/>
              <a:gdLst/>
              <a:ahLst/>
              <a:cxnLst/>
              <a:rect l="l" t="t" r="r" b="b"/>
              <a:pathLst>
                <a:path w="550" h="2213" extrusionOk="0">
                  <a:moveTo>
                    <a:pt x="75" y="51"/>
                  </a:moveTo>
                  <a:cubicBezTo>
                    <a:pt x="0" y="738"/>
                    <a:pt x="63" y="1588"/>
                    <a:pt x="475" y="2188"/>
                  </a:cubicBezTo>
                  <a:cubicBezTo>
                    <a:pt x="500" y="2213"/>
                    <a:pt x="550" y="2200"/>
                    <a:pt x="537" y="2163"/>
                  </a:cubicBezTo>
                  <a:cubicBezTo>
                    <a:pt x="300" y="1438"/>
                    <a:pt x="75" y="825"/>
                    <a:pt x="150" y="51"/>
                  </a:cubicBezTo>
                  <a:cubicBezTo>
                    <a:pt x="150" y="1"/>
                    <a:pt x="87" y="1"/>
                    <a:pt x="7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8" name="Google Shape;4748;p68"/>
            <p:cNvSpPr/>
            <p:nvPr/>
          </p:nvSpPr>
          <p:spPr>
            <a:xfrm>
              <a:off x="8307867" y="2723628"/>
              <a:ext cx="120195" cy="101522"/>
            </a:xfrm>
            <a:custGeom>
              <a:avLst/>
              <a:gdLst/>
              <a:ahLst/>
              <a:cxnLst/>
              <a:rect l="l" t="t" r="r" b="b"/>
              <a:pathLst>
                <a:path w="3862" h="3262" extrusionOk="0">
                  <a:moveTo>
                    <a:pt x="3824" y="1025"/>
                  </a:moveTo>
                  <a:cubicBezTo>
                    <a:pt x="3187" y="475"/>
                    <a:pt x="2362" y="0"/>
                    <a:pt x="1487" y="187"/>
                  </a:cubicBezTo>
                  <a:cubicBezTo>
                    <a:pt x="662" y="375"/>
                    <a:pt x="50" y="1175"/>
                    <a:pt x="25" y="2012"/>
                  </a:cubicBezTo>
                  <a:cubicBezTo>
                    <a:pt x="0" y="2587"/>
                    <a:pt x="375" y="3262"/>
                    <a:pt x="1037" y="3187"/>
                  </a:cubicBezTo>
                  <a:cubicBezTo>
                    <a:pt x="1387" y="3149"/>
                    <a:pt x="1812" y="2799"/>
                    <a:pt x="1437" y="2512"/>
                  </a:cubicBezTo>
                  <a:cubicBezTo>
                    <a:pt x="1387" y="2487"/>
                    <a:pt x="1350" y="2549"/>
                    <a:pt x="1387" y="2587"/>
                  </a:cubicBezTo>
                  <a:cubicBezTo>
                    <a:pt x="562" y="3012"/>
                    <a:pt x="138" y="2862"/>
                    <a:pt x="125" y="2124"/>
                  </a:cubicBezTo>
                  <a:cubicBezTo>
                    <a:pt x="125" y="1812"/>
                    <a:pt x="200" y="1500"/>
                    <a:pt x="362" y="1225"/>
                  </a:cubicBezTo>
                  <a:cubicBezTo>
                    <a:pt x="562" y="787"/>
                    <a:pt x="950" y="462"/>
                    <a:pt x="1412" y="325"/>
                  </a:cubicBezTo>
                  <a:cubicBezTo>
                    <a:pt x="2299" y="88"/>
                    <a:pt x="3124" y="550"/>
                    <a:pt x="3787" y="1075"/>
                  </a:cubicBezTo>
                  <a:cubicBezTo>
                    <a:pt x="3824" y="1087"/>
                    <a:pt x="3862" y="1050"/>
                    <a:pt x="3837" y="10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9" name="Google Shape;4749;p68"/>
            <p:cNvSpPr/>
            <p:nvPr/>
          </p:nvSpPr>
          <p:spPr>
            <a:xfrm>
              <a:off x="8254585" y="2706106"/>
              <a:ext cx="137686" cy="28415"/>
            </a:xfrm>
            <a:custGeom>
              <a:avLst/>
              <a:gdLst/>
              <a:ahLst/>
              <a:cxnLst/>
              <a:rect l="l" t="t" r="r" b="b"/>
              <a:pathLst>
                <a:path w="4424" h="913" extrusionOk="0">
                  <a:moveTo>
                    <a:pt x="4399" y="825"/>
                  </a:moveTo>
                  <a:cubicBezTo>
                    <a:pt x="3874" y="376"/>
                    <a:pt x="3187" y="251"/>
                    <a:pt x="2524" y="176"/>
                  </a:cubicBezTo>
                  <a:cubicBezTo>
                    <a:pt x="1700" y="88"/>
                    <a:pt x="725" y="1"/>
                    <a:pt x="38" y="526"/>
                  </a:cubicBezTo>
                  <a:cubicBezTo>
                    <a:pt x="0" y="551"/>
                    <a:pt x="25" y="601"/>
                    <a:pt x="63" y="588"/>
                  </a:cubicBezTo>
                  <a:cubicBezTo>
                    <a:pt x="1187" y="1"/>
                    <a:pt x="3324" y="38"/>
                    <a:pt x="4324" y="875"/>
                  </a:cubicBezTo>
                  <a:cubicBezTo>
                    <a:pt x="4374" y="913"/>
                    <a:pt x="4424" y="863"/>
                    <a:pt x="4386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4750;p68"/>
            <p:cNvSpPr/>
            <p:nvPr/>
          </p:nvSpPr>
          <p:spPr>
            <a:xfrm>
              <a:off x="8240580" y="2719333"/>
              <a:ext cx="15188" cy="14814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450" y="126"/>
                  </a:moveTo>
                  <a:cubicBezTo>
                    <a:pt x="488" y="213"/>
                    <a:pt x="463" y="313"/>
                    <a:pt x="400" y="388"/>
                  </a:cubicBezTo>
                  <a:cubicBezTo>
                    <a:pt x="338" y="450"/>
                    <a:pt x="238" y="475"/>
                    <a:pt x="150" y="463"/>
                  </a:cubicBezTo>
                  <a:cubicBezTo>
                    <a:pt x="125" y="450"/>
                    <a:pt x="88" y="438"/>
                    <a:pt x="63" y="425"/>
                  </a:cubicBezTo>
                  <a:cubicBezTo>
                    <a:pt x="38" y="388"/>
                    <a:pt x="25" y="350"/>
                    <a:pt x="25" y="313"/>
                  </a:cubicBezTo>
                  <a:cubicBezTo>
                    <a:pt x="0" y="188"/>
                    <a:pt x="63" y="63"/>
                    <a:pt x="175" y="13"/>
                  </a:cubicBezTo>
                  <a:cubicBezTo>
                    <a:pt x="313" y="1"/>
                    <a:pt x="425" y="101"/>
                    <a:pt x="425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4751;p68"/>
            <p:cNvSpPr/>
            <p:nvPr/>
          </p:nvSpPr>
          <p:spPr>
            <a:xfrm>
              <a:off x="8237468" y="2714291"/>
              <a:ext cx="21412" cy="27637"/>
            </a:xfrm>
            <a:custGeom>
              <a:avLst/>
              <a:gdLst/>
              <a:ahLst/>
              <a:cxnLst/>
              <a:rect l="l" t="t" r="r" b="b"/>
              <a:pathLst>
                <a:path w="688" h="888" extrusionOk="0">
                  <a:moveTo>
                    <a:pt x="475" y="300"/>
                  </a:moveTo>
                  <a:cubicBezTo>
                    <a:pt x="450" y="587"/>
                    <a:pt x="375" y="637"/>
                    <a:pt x="275" y="462"/>
                  </a:cubicBezTo>
                  <a:cubicBezTo>
                    <a:pt x="100" y="300"/>
                    <a:pt x="163" y="288"/>
                    <a:pt x="488" y="413"/>
                  </a:cubicBezTo>
                  <a:cubicBezTo>
                    <a:pt x="488" y="450"/>
                    <a:pt x="575" y="438"/>
                    <a:pt x="575" y="400"/>
                  </a:cubicBezTo>
                  <a:cubicBezTo>
                    <a:pt x="575" y="0"/>
                    <a:pt x="0" y="88"/>
                    <a:pt x="63" y="487"/>
                  </a:cubicBezTo>
                  <a:cubicBezTo>
                    <a:pt x="125" y="887"/>
                    <a:pt x="687" y="650"/>
                    <a:pt x="600" y="275"/>
                  </a:cubicBezTo>
                  <a:cubicBezTo>
                    <a:pt x="575" y="200"/>
                    <a:pt x="475" y="2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2" name="Google Shape;4752;p68"/>
            <p:cNvSpPr/>
            <p:nvPr/>
          </p:nvSpPr>
          <p:spPr>
            <a:xfrm>
              <a:off x="8460710" y="3015308"/>
              <a:ext cx="4295" cy="3548"/>
            </a:xfrm>
            <a:custGeom>
              <a:avLst/>
              <a:gdLst/>
              <a:ahLst/>
              <a:cxnLst/>
              <a:rect l="l" t="t" r="r" b="b"/>
              <a:pathLst>
                <a:path w="138" h="114" extrusionOk="0">
                  <a:moveTo>
                    <a:pt x="63" y="13"/>
                  </a:moveTo>
                  <a:lnTo>
                    <a:pt x="38" y="26"/>
                  </a:lnTo>
                  <a:cubicBezTo>
                    <a:pt x="0" y="38"/>
                    <a:pt x="0" y="76"/>
                    <a:pt x="38" y="88"/>
                  </a:cubicBezTo>
                  <a:lnTo>
                    <a:pt x="63" y="101"/>
                  </a:lnTo>
                  <a:cubicBezTo>
                    <a:pt x="125" y="113"/>
                    <a:pt x="138" y="1"/>
                    <a:pt x="63" y="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3" name="Google Shape;4753;p68"/>
            <p:cNvSpPr/>
            <p:nvPr/>
          </p:nvSpPr>
          <p:spPr>
            <a:xfrm>
              <a:off x="8388754" y="3127722"/>
              <a:ext cx="21817" cy="52535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" y="138"/>
                  </a:moveTo>
                  <a:cubicBezTo>
                    <a:pt x="313" y="225"/>
                    <a:pt x="425" y="662"/>
                    <a:pt x="475" y="887"/>
                  </a:cubicBezTo>
                  <a:cubicBezTo>
                    <a:pt x="513" y="1125"/>
                    <a:pt x="500" y="1375"/>
                    <a:pt x="463" y="1625"/>
                  </a:cubicBezTo>
                  <a:cubicBezTo>
                    <a:pt x="463" y="1675"/>
                    <a:pt x="550" y="1687"/>
                    <a:pt x="563" y="1637"/>
                  </a:cubicBezTo>
                  <a:cubicBezTo>
                    <a:pt x="700" y="1175"/>
                    <a:pt x="625" y="225"/>
                    <a:pt x="100" y="25"/>
                  </a:cubicBezTo>
                  <a:cubicBezTo>
                    <a:pt x="25" y="0"/>
                    <a:pt x="0" y="113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4" name="Google Shape;4754;p68"/>
            <p:cNvSpPr/>
            <p:nvPr/>
          </p:nvSpPr>
          <p:spPr>
            <a:xfrm>
              <a:off x="8382903" y="3128096"/>
              <a:ext cx="24556" cy="52535"/>
            </a:xfrm>
            <a:custGeom>
              <a:avLst/>
              <a:gdLst/>
              <a:ahLst/>
              <a:cxnLst/>
              <a:rect l="l" t="t" r="r" b="b"/>
              <a:pathLst>
                <a:path w="789" h="1688" extrusionOk="0">
                  <a:moveTo>
                    <a:pt x="751" y="1575"/>
                  </a:moveTo>
                  <a:cubicBezTo>
                    <a:pt x="376" y="1175"/>
                    <a:pt x="188" y="625"/>
                    <a:pt x="238" y="88"/>
                  </a:cubicBezTo>
                  <a:cubicBezTo>
                    <a:pt x="238" y="26"/>
                    <a:pt x="163" y="1"/>
                    <a:pt x="151" y="63"/>
                  </a:cubicBezTo>
                  <a:cubicBezTo>
                    <a:pt x="1" y="563"/>
                    <a:pt x="313" y="1288"/>
                    <a:pt x="676" y="1638"/>
                  </a:cubicBezTo>
                  <a:cubicBezTo>
                    <a:pt x="726" y="1688"/>
                    <a:pt x="788" y="1613"/>
                    <a:pt x="751" y="1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5" name="Google Shape;4755;p68"/>
            <p:cNvSpPr/>
            <p:nvPr/>
          </p:nvSpPr>
          <p:spPr>
            <a:xfrm>
              <a:off x="8340515" y="3053028"/>
              <a:ext cx="37378" cy="41268"/>
            </a:xfrm>
            <a:custGeom>
              <a:avLst/>
              <a:gdLst/>
              <a:ahLst/>
              <a:cxnLst/>
              <a:rect l="l" t="t" r="r" b="b"/>
              <a:pathLst>
                <a:path w="1201" h="1326" extrusionOk="0">
                  <a:moveTo>
                    <a:pt x="1101" y="51"/>
                  </a:moveTo>
                  <a:cubicBezTo>
                    <a:pt x="1125" y="363"/>
                    <a:pt x="951" y="613"/>
                    <a:pt x="763" y="863"/>
                  </a:cubicBezTo>
                  <a:cubicBezTo>
                    <a:pt x="588" y="1088"/>
                    <a:pt x="326" y="1225"/>
                    <a:pt x="38" y="1250"/>
                  </a:cubicBezTo>
                  <a:cubicBezTo>
                    <a:pt x="1" y="1250"/>
                    <a:pt x="13" y="1325"/>
                    <a:pt x="51" y="1325"/>
                  </a:cubicBezTo>
                  <a:cubicBezTo>
                    <a:pt x="351" y="1313"/>
                    <a:pt x="638" y="1163"/>
                    <a:pt x="813" y="913"/>
                  </a:cubicBezTo>
                  <a:cubicBezTo>
                    <a:pt x="1013" y="663"/>
                    <a:pt x="1200" y="388"/>
                    <a:pt x="1188" y="51"/>
                  </a:cubicBezTo>
                  <a:cubicBezTo>
                    <a:pt x="1188" y="1"/>
                    <a:pt x="1101" y="1"/>
                    <a:pt x="11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4756;p68"/>
            <p:cNvSpPr/>
            <p:nvPr/>
          </p:nvSpPr>
          <p:spPr>
            <a:xfrm>
              <a:off x="8340919" y="3053433"/>
              <a:ext cx="36195" cy="41237"/>
            </a:xfrm>
            <a:custGeom>
              <a:avLst/>
              <a:gdLst/>
              <a:ahLst/>
              <a:cxnLst/>
              <a:rect l="l" t="t" r="r" b="b"/>
              <a:pathLst>
                <a:path w="1163" h="1325" extrusionOk="0">
                  <a:moveTo>
                    <a:pt x="75" y="1275"/>
                  </a:moveTo>
                  <a:cubicBezTo>
                    <a:pt x="150" y="1012"/>
                    <a:pt x="288" y="763"/>
                    <a:pt x="463" y="538"/>
                  </a:cubicBezTo>
                  <a:cubicBezTo>
                    <a:pt x="638" y="313"/>
                    <a:pt x="875" y="250"/>
                    <a:pt x="1112" y="113"/>
                  </a:cubicBezTo>
                  <a:cubicBezTo>
                    <a:pt x="1162" y="75"/>
                    <a:pt x="1125" y="0"/>
                    <a:pt x="1063" y="13"/>
                  </a:cubicBezTo>
                  <a:cubicBezTo>
                    <a:pt x="488" y="125"/>
                    <a:pt x="88" y="700"/>
                    <a:pt x="0" y="1262"/>
                  </a:cubicBezTo>
                  <a:cubicBezTo>
                    <a:pt x="0" y="1300"/>
                    <a:pt x="63" y="1325"/>
                    <a:pt x="75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4757;p68"/>
            <p:cNvSpPr/>
            <p:nvPr/>
          </p:nvSpPr>
          <p:spPr>
            <a:xfrm>
              <a:off x="8260405" y="2669537"/>
              <a:ext cx="107777" cy="47898"/>
            </a:xfrm>
            <a:custGeom>
              <a:avLst/>
              <a:gdLst/>
              <a:ahLst/>
              <a:cxnLst/>
              <a:rect l="l" t="t" r="r" b="b"/>
              <a:pathLst>
                <a:path w="3463" h="1539" extrusionOk="0">
                  <a:moveTo>
                    <a:pt x="3425" y="1451"/>
                  </a:moveTo>
                  <a:cubicBezTo>
                    <a:pt x="2437" y="713"/>
                    <a:pt x="1288" y="226"/>
                    <a:pt x="88" y="13"/>
                  </a:cubicBezTo>
                  <a:cubicBezTo>
                    <a:pt x="25" y="1"/>
                    <a:pt x="0" y="88"/>
                    <a:pt x="50" y="101"/>
                  </a:cubicBezTo>
                  <a:cubicBezTo>
                    <a:pt x="1250" y="326"/>
                    <a:pt x="2387" y="801"/>
                    <a:pt x="3387" y="1513"/>
                  </a:cubicBezTo>
                  <a:cubicBezTo>
                    <a:pt x="3425" y="1538"/>
                    <a:pt x="3462" y="1476"/>
                    <a:pt x="3425" y="14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4758;p68"/>
            <p:cNvSpPr/>
            <p:nvPr/>
          </p:nvSpPr>
          <p:spPr>
            <a:xfrm>
              <a:off x="8242510" y="2656714"/>
              <a:ext cx="20634" cy="22190"/>
            </a:xfrm>
            <a:custGeom>
              <a:avLst/>
              <a:gdLst/>
              <a:ahLst/>
              <a:cxnLst/>
              <a:rect l="l" t="t" r="r" b="b"/>
              <a:pathLst>
                <a:path w="663" h="713" extrusionOk="0">
                  <a:moveTo>
                    <a:pt x="525" y="463"/>
                  </a:moveTo>
                  <a:cubicBezTo>
                    <a:pt x="488" y="363"/>
                    <a:pt x="488" y="351"/>
                    <a:pt x="500" y="425"/>
                  </a:cubicBezTo>
                  <a:cubicBezTo>
                    <a:pt x="500" y="463"/>
                    <a:pt x="500" y="500"/>
                    <a:pt x="500" y="538"/>
                  </a:cubicBezTo>
                  <a:cubicBezTo>
                    <a:pt x="500" y="575"/>
                    <a:pt x="550" y="600"/>
                    <a:pt x="563" y="563"/>
                  </a:cubicBezTo>
                  <a:cubicBezTo>
                    <a:pt x="663" y="338"/>
                    <a:pt x="438" y="1"/>
                    <a:pt x="213" y="238"/>
                  </a:cubicBezTo>
                  <a:cubicBezTo>
                    <a:pt x="1" y="488"/>
                    <a:pt x="376" y="713"/>
                    <a:pt x="575" y="525"/>
                  </a:cubicBezTo>
                  <a:cubicBezTo>
                    <a:pt x="625" y="488"/>
                    <a:pt x="563" y="425"/>
                    <a:pt x="513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4759;p68"/>
            <p:cNvSpPr/>
            <p:nvPr/>
          </p:nvSpPr>
          <p:spPr>
            <a:xfrm>
              <a:off x="8280635" y="2725962"/>
              <a:ext cx="101926" cy="37752"/>
            </a:xfrm>
            <a:custGeom>
              <a:avLst/>
              <a:gdLst/>
              <a:ahLst/>
              <a:cxnLst/>
              <a:rect l="l" t="t" r="r" b="b"/>
              <a:pathLst>
                <a:path w="3275" h="1213" extrusionOk="0">
                  <a:moveTo>
                    <a:pt x="3212" y="137"/>
                  </a:moveTo>
                  <a:cubicBezTo>
                    <a:pt x="2112" y="0"/>
                    <a:pt x="738" y="225"/>
                    <a:pt x="13" y="1150"/>
                  </a:cubicBezTo>
                  <a:cubicBezTo>
                    <a:pt x="0" y="1187"/>
                    <a:pt x="25" y="1212"/>
                    <a:pt x="63" y="1200"/>
                  </a:cubicBezTo>
                  <a:cubicBezTo>
                    <a:pt x="1000" y="412"/>
                    <a:pt x="2000" y="87"/>
                    <a:pt x="3212" y="225"/>
                  </a:cubicBezTo>
                  <a:cubicBezTo>
                    <a:pt x="3274" y="225"/>
                    <a:pt x="3274" y="137"/>
                    <a:pt x="3212" y="1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4760;p68"/>
            <p:cNvSpPr/>
            <p:nvPr/>
          </p:nvSpPr>
          <p:spPr>
            <a:xfrm>
              <a:off x="8268559" y="2759388"/>
              <a:ext cx="18331" cy="16370"/>
            </a:xfrm>
            <a:custGeom>
              <a:avLst/>
              <a:gdLst/>
              <a:ahLst/>
              <a:cxnLst/>
              <a:rect l="l" t="t" r="r" b="b"/>
              <a:pathLst>
                <a:path w="589" h="526" extrusionOk="0">
                  <a:moveTo>
                    <a:pt x="338" y="426"/>
                  </a:moveTo>
                  <a:cubicBezTo>
                    <a:pt x="338" y="326"/>
                    <a:pt x="313" y="313"/>
                    <a:pt x="263" y="376"/>
                  </a:cubicBezTo>
                  <a:cubicBezTo>
                    <a:pt x="226" y="388"/>
                    <a:pt x="238" y="438"/>
                    <a:pt x="276" y="438"/>
                  </a:cubicBezTo>
                  <a:cubicBezTo>
                    <a:pt x="563" y="438"/>
                    <a:pt x="588" y="1"/>
                    <a:pt x="301" y="38"/>
                  </a:cubicBezTo>
                  <a:cubicBezTo>
                    <a:pt x="1" y="63"/>
                    <a:pt x="38" y="526"/>
                    <a:pt x="338" y="488"/>
                  </a:cubicBezTo>
                  <a:cubicBezTo>
                    <a:pt x="376" y="488"/>
                    <a:pt x="376" y="426"/>
                    <a:pt x="338" y="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4761;p68"/>
            <p:cNvSpPr/>
            <p:nvPr/>
          </p:nvSpPr>
          <p:spPr>
            <a:xfrm>
              <a:off x="8411318" y="2979517"/>
              <a:ext cx="75099" cy="295633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337" y="38"/>
                  </a:moveTo>
                  <a:cubicBezTo>
                    <a:pt x="1650" y="1800"/>
                    <a:pt x="925" y="3125"/>
                    <a:pt x="738" y="5050"/>
                  </a:cubicBezTo>
                  <a:cubicBezTo>
                    <a:pt x="575" y="6762"/>
                    <a:pt x="975" y="8011"/>
                    <a:pt x="1925" y="9436"/>
                  </a:cubicBezTo>
                  <a:cubicBezTo>
                    <a:pt x="1975" y="9498"/>
                    <a:pt x="2075" y="9436"/>
                    <a:pt x="2037" y="9373"/>
                  </a:cubicBezTo>
                  <a:cubicBezTo>
                    <a:pt x="0" y="6049"/>
                    <a:pt x="1137" y="3375"/>
                    <a:pt x="2400" y="51"/>
                  </a:cubicBezTo>
                  <a:cubicBezTo>
                    <a:pt x="2412" y="13"/>
                    <a:pt x="2350" y="1"/>
                    <a:pt x="2337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4762;p68"/>
            <p:cNvSpPr/>
            <p:nvPr/>
          </p:nvSpPr>
          <p:spPr>
            <a:xfrm>
              <a:off x="8356480" y="2632221"/>
              <a:ext cx="61467" cy="39308"/>
            </a:xfrm>
            <a:custGeom>
              <a:avLst/>
              <a:gdLst/>
              <a:ahLst/>
              <a:cxnLst/>
              <a:rect l="l" t="t" r="r" b="b"/>
              <a:pathLst>
                <a:path w="1975" h="1263" extrusionOk="0">
                  <a:moveTo>
                    <a:pt x="1912" y="25"/>
                  </a:moveTo>
                  <a:cubicBezTo>
                    <a:pt x="1825" y="450"/>
                    <a:pt x="1612" y="838"/>
                    <a:pt x="1212" y="1025"/>
                  </a:cubicBezTo>
                  <a:cubicBezTo>
                    <a:pt x="712" y="1237"/>
                    <a:pt x="125" y="975"/>
                    <a:pt x="113" y="400"/>
                  </a:cubicBezTo>
                  <a:cubicBezTo>
                    <a:pt x="113" y="325"/>
                    <a:pt x="0" y="325"/>
                    <a:pt x="0" y="400"/>
                  </a:cubicBezTo>
                  <a:cubicBezTo>
                    <a:pt x="0" y="888"/>
                    <a:pt x="438" y="1262"/>
                    <a:pt x="925" y="1212"/>
                  </a:cubicBezTo>
                  <a:cubicBezTo>
                    <a:pt x="1525" y="1150"/>
                    <a:pt x="1875" y="613"/>
                    <a:pt x="1975" y="50"/>
                  </a:cubicBezTo>
                  <a:cubicBezTo>
                    <a:pt x="1975" y="13"/>
                    <a:pt x="1912" y="0"/>
                    <a:pt x="1912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3" name="Google Shape;4763;p68"/>
            <p:cNvSpPr/>
            <p:nvPr/>
          </p:nvSpPr>
          <p:spPr>
            <a:xfrm>
              <a:off x="8410136" y="2899034"/>
              <a:ext cx="39308" cy="77806"/>
            </a:xfrm>
            <a:custGeom>
              <a:avLst/>
              <a:gdLst/>
              <a:ahLst/>
              <a:cxnLst/>
              <a:rect l="l" t="t" r="r" b="b"/>
              <a:pathLst>
                <a:path w="1263" h="2500" extrusionOk="0">
                  <a:moveTo>
                    <a:pt x="626" y="2449"/>
                  </a:moveTo>
                  <a:cubicBezTo>
                    <a:pt x="626" y="2149"/>
                    <a:pt x="563" y="1850"/>
                    <a:pt x="426" y="1575"/>
                  </a:cubicBezTo>
                  <a:cubicBezTo>
                    <a:pt x="126" y="875"/>
                    <a:pt x="426" y="200"/>
                    <a:pt x="1225" y="88"/>
                  </a:cubicBezTo>
                  <a:cubicBezTo>
                    <a:pt x="1263" y="88"/>
                    <a:pt x="1250" y="13"/>
                    <a:pt x="1213" y="13"/>
                  </a:cubicBezTo>
                  <a:cubicBezTo>
                    <a:pt x="776" y="0"/>
                    <a:pt x="376" y="275"/>
                    <a:pt x="226" y="687"/>
                  </a:cubicBezTo>
                  <a:cubicBezTo>
                    <a:pt x="1" y="1325"/>
                    <a:pt x="563" y="1825"/>
                    <a:pt x="538" y="2449"/>
                  </a:cubicBezTo>
                  <a:cubicBezTo>
                    <a:pt x="538" y="2499"/>
                    <a:pt x="613" y="2499"/>
                    <a:pt x="6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4764;p68"/>
            <p:cNvSpPr/>
            <p:nvPr/>
          </p:nvSpPr>
          <p:spPr>
            <a:xfrm>
              <a:off x="8442036" y="2897478"/>
              <a:ext cx="26859" cy="381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63" y="175"/>
                  </a:moveTo>
                  <a:cubicBezTo>
                    <a:pt x="588" y="0"/>
                    <a:pt x="825" y="837"/>
                    <a:pt x="575" y="1162"/>
                  </a:cubicBezTo>
                  <a:cubicBezTo>
                    <a:pt x="550" y="1200"/>
                    <a:pt x="588" y="1225"/>
                    <a:pt x="613" y="1212"/>
                  </a:cubicBezTo>
                  <a:cubicBezTo>
                    <a:pt x="863" y="1062"/>
                    <a:pt x="788" y="675"/>
                    <a:pt x="700" y="437"/>
                  </a:cubicBezTo>
                  <a:cubicBezTo>
                    <a:pt x="588" y="163"/>
                    <a:pt x="338" y="0"/>
                    <a:pt x="38" y="113"/>
                  </a:cubicBezTo>
                  <a:cubicBezTo>
                    <a:pt x="0" y="125"/>
                    <a:pt x="13" y="200"/>
                    <a:pt x="63" y="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68"/>
            <p:cNvSpPr/>
            <p:nvPr/>
          </p:nvSpPr>
          <p:spPr>
            <a:xfrm>
              <a:off x="8270894" y="2598764"/>
              <a:ext cx="70430" cy="101148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2213" y="3162"/>
                  </a:moveTo>
                  <a:cubicBezTo>
                    <a:pt x="1263" y="2350"/>
                    <a:pt x="201" y="1463"/>
                    <a:pt x="388" y="76"/>
                  </a:cubicBezTo>
                  <a:cubicBezTo>
                    <a:pt x="388" y="26"/>
                    <a:pt x="301" y="1"/>
                    <a:pt x="288" y="51"/>
                  </a:cubicBezTo>
                  <a:cubicBezTo>
                    <a:pt x="1" y="1450"/>
                    <a:pt x="1213" y="2425"/>
                    <a:pt x="2163" y="3212"/>
                  </a:cubicBezTo>
                  <a:cubicBezTo>
                    <a:pt x="2200" y="3250"/>
                    <a:pt x="2263" y="3187"/>
                    <a:pt x="2213" y="3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68"/>
            <p:cNvSpPr/>
            <p:nvPr/>
          </p:nvSpPr>
          <p:spPr>
            <a:xfrm>
              <a:off x="8385642" y="2884251"/>
              <a:ext cx="19078" cy="3853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588" y="1175"/>
                  </a:moveTo>
                  <a:cubicBezTo>
                    <a:pt x="613" y="950"/>
                    <a:pt x="563" y="725"/>
                    <a:pt x="450" y="525"/>
                  </a:cubicBezTo>
                  <a:cubicBezTo>
                    <a:pt x="375" y="325"/>
                    <a:pt x="250" y="150"/>
                    <a:pt x="88" y="25"/>
                  </a:cubicBezTo>
                  <a:cubicBezTo>
                    <a:pt x="50" y="0"/>
                    <a:pt x="0" y="63"/>
                    <a:pt x="38" y="100"/>
                  </a:cubicBezTo>
                  <a:cubicBezTo>
                    <a:pt x="313" y="388"/>
                    <a:pt x="488" y="775"/>
                    <a:pt x="500" y="1175"/>
                  </a:cubicBezTo>
                  <a:cubicBezTo>
                    <a:pt x="500" y="1237"/>
                    <a:pt x="588" y="1237"/>
                    <a:pt x="600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68"/>
            <p:cNvSpPr/>
            <p:nvPr/>
          </p:nvSpPr>
          <p:spPr>
            <a:xfrm>
              <a:off x="8377862" y="2883846"/>
              <a:ext cx="27263" cy="42420"/>
            </a:xfrm>
            <a:custGeom>
              <a:avLst/>
              <a:gdLst/>
              <a:ahLst/>
              <a:cxnLst/>
              <a:rect l="l" t="t" r="r" b="b"/>
              <a:pathLst>
                <a:path w="876" h="1363" extrusionOk="0">
                  <a:moveTo>
                    <a:pt x="238" y="51"/>
                  </a:moveTo>
                  <a:cubicBezTo>
                    <a:pt x="0" y="538"/>
                    <a:pt x="300" y="1150"/>
                    <a:pt x="775" y="1350"/>
                  </a:cubicBezTo>
                  <a:cubicBezTo>
                    <a:pt x="838" y="1363"/>
                    <a:pt x="875" y="1275"/>
                    <a:pt x="825" y="1250"/>
                  </a:cubicBezTo>
                  <a:cubicBezTo>
                    <a:pt x="413" y="1050"/>
                    <a:pt x="113" y="551"/>
                    <a:pt x="325" y="101"/>
                  </a:cubicBezTo>
                  <a:cubicBezTo>
                    <a:pt x="350" y="51"/>
                    <a:pt x="275" y="1"/>
                    <a:pt x="238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68"/>
            <p:cNvSpPr/>
            <p:nvPr/>
          </p:nvSpPr>
          <p:spPr>
            <a:xfrm>
              <a:off x="8381347" y="3178265"/>
              <a:ext cx="74321" cy="16454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1738" y="63"/>
                  </a:moveTo>
                  <a:cubicBezTo>
                    <a:pt x="2038" y="1600"/>
                    <a:pt x="2350" y="4912"/>
                    <a:pt x="51" y="5212"/>
                  </a:cubicBezTo>
                  <a:cubicBezTo>
                    <a:pt x="1" y="5212"/>
                    <a:pt x="1" y="5287"/>
                    <a:pt x="51" y="5287"/>
                  </a:cubicBezTo>
                  <a:cubicBezTo>
                    <a:pt x="2388" y="5074"/>
                    <a:pt x="2125" y="1638"/>
                    <a:pt x="1813" y="51"/>
                  </a:cubicBezTo>
                  <a:cubicBezTo>
                    <a:pt x="1813" y="1"/>
                    <a:pt x="1738" y="26"/>
                    <a:pt x="1738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9" name="Google Shape;4769;p68"/>
            <p:cNvSpPr/>
            <p:nvPr/>
          </p:nvSpPr>
          <p:spPr>
            <a:xfrm>
              <a:off x="8334695" y="3258001"/>
              <a:ext cx="80918" cy="76250"/>
            </a:xfrm>
            <a:custGeom>
              <a:avLst/>
              <a:gdLst/>
              <a:ahLst/>
              <a:cxnLst/>
              <a:rect l="l" t="t" r="r" b="b"/>
              <a:pathLst>
                <a:path w="2600" h="2450" extrusionOk="0">
                  <a:moveTo>
                    <a:pt x="2537" y="1475"/>
                  </a:moveTo>
                  <a:cubicBezTo>
                    <a:pt x="2212" y="2100"/>
                    <a:pt x="1437" y="2362"/>
                    <a:pt x="838" y="1938"/>
                  </a:cubicBezTo>
                  <a:cubicBezTo>
                    <a:pt x="300" y="1563"/>
                    <a:pt x="138" y="588"/>
                    <a:pt x="650" y="125"/>
                  </a:cubicBezTo>
                  <a:cubicBezTo>
                    <a:pt x="700" y="76"/>
                    <a:pt x="638" y="1"/>
                    <a:pt x="575" y="51"/>
                  </a:cubicBezTo>
                  <a:cubicBezTo>
                    <a:pt x="0" y="538"/>
                    <a:pt x="200" y="1613"/>
                    <a:pt x="788" y="2012"/>
                  </a:cubicBezTo>
                  <a:cubicBezTo>
                    <a:pt x="1412" y="2450"/>
                    <a:pt x="2275" y="2200"/>
                    <a:pt x="2587" y="1500"/>
                  </a:cubicBezTo>
                  <a:cubicBezTo>
                    <a:pt x="2600" y="1475"/>
                    <a:pt x="2550" y="1438"/>
                    <a:pt x="2537" y="1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0" name="Google Shape;4770;p68"/>
            <p:cNvSpPr/>
            <p:nvPr/>
          </p:nvSpPr>
          <p:spPr>
            <a:xfrm>
              <a:off x="8347922" y="3245552"/>
              <a:ext cx="57981" cy="44754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75" y="738"/>
                  </a:moveTo>
                  <a:cubicBezTo>
                    <a:pt x="263" y="326"/>
                    <a:pt x="738" y="138"/>
                    <a:pt x="1150" y="301"/>
                  </a:cubicBezTo>
                  <a:cubicBezTo>
                    <a:pt x="1587" y="488"/>
                    <a:pt x="1712" y="938"/>
                    <a:pt x="1575" y="1363"/>
                  </a:cubicBezTo>
                  <a:cubicBezTo>
                    <a:pt x="1562" y="1413"/>
                    <a:pt x="1637" y="1438"/>
                    <a:pt x="1662" y="1400"/>
                  </a:cubicBezTo>
                  <a:cubicBezTo>
                    <a:pt x="1862" y="938"/>
                    <a:pt x="1650" y="401"/>
                    <a:pt x="1200" y="201"/>
                  </a:cubicBezTo>
                  <a:cubicBezTo>
                    <a:pt x="738" y="1"/>
                    <a:pt x="200" y="226"/>
                    <a:pt x="13" y="700"/>
                  </a:cubicBezTo>
                  <a:cubicBezTo>
                    <a:pt x="0" y="738"/>
                    <a:pt x="50" y="775"/>
                    <a:pt x="75" y="7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1" name="Google Shape;4771;p68"/>
            <p:cNvSpPr/>
            <p:nvPr/>
          </p:nvSpPr>
          <p:spPr>
            <a:xfrm>
              <a:off x="8363078" y="3283273"/>
              <a:ext cx="38530" cy="21817"/>
            </a:xfrm>
            <a:custGeom>
              <a:avLst/>
              <a:gdLst/>
              <a:ahLst/>
              <a:cxnLst/>
              <a:rect l="l" t="t" r="r" b="b"/>
              <a:pathLst>
                <a:path w="1238" h="701" extrusionOk="0">
                  <a:moveTo>
                    <a:pt x="1125" y="51"/>
                  </a:moveTo>
                  <a:cubicBezTo>
                    <a:pt x="1163" y="638"/>
                    <a:pt x="13" y="701"/>
                    <a:pt x="201" y="88"/>
                  </a:cubicBezTo>
                  <a:cubicBezTo>
                    <a:pt x="226" y="26"/>
                    <a:pt x="138" y="13"/>
                    <a:pt x="113" y="63"/>
                  </a:cubicBezTo>
                  <a:cubicBezTo>
                    <a:pt x="1" y="351"/>
                    <a:pt x="263" y="626"/>
                    <a:pt x="550" y="626"/>
                  </a:cubicBezTo>
                  <a:cubicBezTo>
                    <a:pt x="838" y="626"/>
                    <a:pt x="1238" y="388"/>
                    <a:pt x="1200" y="51"/>
                  </a:cubicBezTo>
                  <a:cubicBezTo>
                    <a:pt x="1200" y="1"/>
                    <a:pt x="1125" y="1"/>
                    <a:pt x="11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2" name="Google Shape;4772;p68"/>
            <p:cNvSpPr/>
            <p:nvPr/>
          </p:nvSpPr>
          <p:spPr>
            <a:xfrm>
              <a:off x="8325358" y="2929752"/>
              <a:ext cx="89104" cy="68874"/>
            </a:xfrm>
            <a:custGeom>
              <a:avLst/>
              <a:gdLst/>
              <a:ahLst/>
              <a:cxnLst/>
              <a:rect l="l" t="t" r="r" b="b"/>
              <a:pathLst>
                <a:path w="2863" h="2213" extrusionOk="0">
                  <a:moveTo>
                    <a:pt x="2812" y="388"/>
                  </a:moveTo>
                  <a:cubicBezTo>
                    <a:pt x="1538" y="0"/>
                    <a:pt x="100" y="788"/>
                    <a:pt x="0" y="2175"/>
                  </a:cubicBezTo>
                  <a:cubicBezTo>
                    <a:pt x="0" y="2212"/>
                    <a:pt x="50" y="2212"/>
                    <a:pt x="50" y="2187"/>
                  </a:cubicBezTo>
                  <a:cubicBezTo>
                    <a:pt x="375" y="925"/>
                    <a:pt x="1463" y="113"/>
                    <a:pt x="2787" y="463"/>
                  </a:cubicBezTo>
                  <a:cubicBezTo>
                    <a:pt x="2837" y="475"/>
                    <a:pt x="2862" y="400"/>
                    <a:pt x="2800" y="3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4773;p68"/>
            <p:cNvSpPr/>
            <p:nvPr/>
          </p:nvSpPr>
          <p:spPr>
            <a:xfrm>
              <a:off x="8299308" y="2532256"/>
              <a:ext cx="19078" cy="24929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550" y="688"/>
                  </a:moveTo>
                  <a:cubicBezTo>
                    <a:pt x="325" y="538"/>
                    <a:pt x="163" y="313"/>
                    <a:pt x="100" y="51"/>
                  </a:cubicBezTo>
                  <a:cubicBezTo>
                    <a:pt x="88" y="1"/>
                    <a:pt x="0" y="1"/>
                    <a:pt x="0" y="63"/>
                  </a:cubicBezTo>
                  <a:cubicBezTo>
                    <a:pt x="50" y="363"/>
                    <a:pt x="238" y="625"/>
                    <a:pt x="513" y="775"/>
                  </a:cubicBezTo>
                  <a:cubicBezTo>
                    <a:pt x="562" y="800"/>
                    <a:pt x="612" y="713"/>
                    <a:pt x="550" y="6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4" name="Google Shape;4774;p68"/>
            <p:cNvSpPr/>
            <p:nvPr/>
          </p:nvSpPr>
          <p:spPr>
            <a:xfrm>
              <a:off x="8295014" y="2531477"/>
              <a:ext cx="7438" cy="21039"/>
            </a:xfrm>
            <a:custGeom>
              <a:avLst/>
              <a:gdLst/>
              <a:ahLst/>
              <a:cxnLst/>
              <a:rect l="l" t="t" r="r" b="b"/>
              <a:pathLst>
                <a:path w="239" h="676" extrusionOk="0">
                  <a:moveTo>
                    <a:pt x="101" y="76"/>
                  </a:moveTo>
                  <a:cubicBezTo>
                    <a:pt x="26" y="238"/>
                    <a:pt x="1" y="426"/>
                    <a:pt x="26" y="613"/>
                  </a:cubicBezTo>
                  <a:cubicBezTo>
                    <a:pt x="38" y="675"/>
                    <a:pt x="138" y="663"/>
                    <a:pt x="138" y="601"/>
                  </a:cubicBezTo>
                  <a:cubicBezTo>
                    <a:pt x="138" y="426"/>
                    <a:pt x="163" y="263"/>
                    <a:pt x="213" y="101"/>
                  </a:cubicBezTo>
                  <a:cubicBezTo>
                    <a:pt x="238" y="26"/>
                    <a:pt x="126" y="1"/>
                    <a:pt x="101" y="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5" name="Google Shape;4775;p68"/>
            <p:cNvSpPr/>
            <p:nvPr/>
          </p:nvSpPr>
          <p:spPr>
            <a:xfrm>
              <a:off x="8314870" y="2555193"/>
              <a:ext cx="9337" cy="11702"/>
            </a:xfrm>
            <a:custGeom>
              <a:avLst/>
              <a:gdLst/>
              <a:ahLst/>
              <a:cxnLst/>
              <a:rect l="l" t="t" r="r" b="b"/>
              <a:pathLst>
                <a:path w="300" h="376" extrusionOk="0">
                  <a:moveTo>
                    <a:pt x="75" y="101"/>
                  </a:moveTo>
                  <a:cubicBezTo>
                    <a:pt x="112" y="163"/>
                    <a:pt x="87" y="226"/>
                    <a:pt x="38" y="263"/>
                  </a:cubicBezTo>
                  <a:cubicBezTo>
                    <a:pt x="0" y="301"/>
                    <a:pt x="38" y="376"/>
                    <a:pt x="87" y="351"/>
                  </a:cubicBezTo>
                  <a:cubicBezTo>
                    <a:pt x="237" y="288"/>
                    <a:pt x="300" y="113"/>
                    <a:pt x="137" y="26"/>
                  </a:cubicBezTo>
                  <a:cubicBezTo>
                    <a:pt x="87" y="1"/>
                    <a:pt x="38" y="63"/>
                    <a:pt x="75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68"/>
            <p:cNvSpPr/>
            <p:nvPr/>
          </p:nvSpPr>
          <p:spPr>
            <a:xfrm>
              <a:off x="8298126" y="2564156"/>
              <a:ext cx="19483" cy="25303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526" y="25"/>
                  </a:moveTo>
                  <a:cubicBezTo>
                    <a:pt x="288" y="188"/>
                    <a:pt x="1" y="450"/>
                    <a:pt x="63" y="763"/>
                  </a:cubicBezTo>
                  <a:cubicBezTo>
                    <a:pt x="76" y="813"/>
                    <a:pt x="138" y="813"/>
                    <a:pt x="151" y="763"/>
                  </a:cubicBezTo>
                  <a:cubicBezTo>
                    <a:pt x="201" y="500"/>
                    <a:pt x="363" y="263"/>
                    <a:pt x="588" y="100"/>
                  </a:cubicBezTo>
                  <a:cubicBezTo>
                    <a:pt x="625" y="63"/>
                    <a:pt x="576" y="0"/>
                    <a:pt x="526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68"/>
            <p:cNvSpPr/>
            <p:nvPr/>
          </p:nvSpPr>
          <p:spPr>
            <a:xfrm>
              <a:off x="8292679" y="2558710"/>
              <a:ext cx="12480" cy="29971"/>
            </a:xfrm>
            <a:custGeom>
              <a:avLst/>
              <a:gdLst/>
              <a:ahLst/>
              <a:cxnLst/>
              <a:rect l="l" t="t" r="r" b="b"/>
              <a:pathLst>
                <a:path w="401" h="963" extrusionOk="0">
                  <a:moveTo>
                    <a:pt x="288" y="850"/>
                  </a:moveTo>
                  <a:cubicBezTo>
                    <a:pt x="113" y="613"/>
                    <a:pt x="188" y="350"/>
                    <a:pt x="351" y="138"/>
                  </a:cubicBezTo>
                  <a:cubicBezTo>
                    <a:pt x="401" y="75"/>
                    <a:pt x="326" y="0"/>
                    <a:pt x="276" y="50"/>
                  </a:cubicBezTo>
                  <a:cubicBezTo>
                    <a:pt x="26" y="275"/>
                    <a:pt x="1" y="663"/>
                    <a:pt x="201" y="925"/>
                  </a:cubicBezTo>
                  <a:cubicBezTo>
                    <a:pt x="238" y="963"/>
                    <a:pt x="326" y="900"/>
                    <a:pt x="288" y="8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8" name="Google Shape;4778;p68"/>
            <p:cNvSpPr/>
            <p:nvPr/>
          </p:nvSpPr>
          <p:spPr>
            <a:xfrm>
              <a:off x="8295418" y="2545483"/>
              <a:ext cx="10146" cy="17522"/>
            </a:xfrm>
            <a:custGeom>
              <a:avLst/>
              <a:gdLst/>
              <a:ahLst/>
              <a:cxnLst/>
              <a:rect l="l" t="t" r="r" b="b"/>
              <a:pathLst>
                <a:path w="326" h="563" extrusionOk="0">
                  <a:moveTo>
                    <a:pt x="263" y="425"/>
                  </a:moveTo>
                  <a:cubicBezTo>
                    <a:pt x="175" y="325"/>
                    <a:pt x="125" y="200"/>
                    <a:pt x="113" y="63"/>
                  </a:cubicBezTo>
                  <a:cubicBezTo>
                    <a:pt x="100" y="1"/>
                    <a:pt x="13" y="26"/>
                    <a:pt x="13" y="76"/>
                  </a:cubicBezTo>
                  <a:cubicBezTo>
                    <a:pt x="0" y="238"/>
                    <a:pt x="63" y="400"/>
                    <a:pt x="188" y="500"/>
                  </a:cubicBezTo>
                  <a:cubicBezTo>
                    <a:pt x="238" y="563"/>
                    <a:pt x="325" y="475"/>
                    <a:pt x="263" y="4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9" name="Google Shape;4779;p68"/>
            <p:cNvSpPr/>
            <p:nvPr/>
          </p:nvSpPr>
          <p:spPr>
            <a:xfrm>
              <a:off x="8277896" y="2552081"/>
              <a:ext cx="15592" cy="17927"/>
            </a:xfrm>
            <a:custGeom>
              <a:avLst/>
              <a:gdLst/>
              <a:ahLst/>
              <a:cxnLst/>
              <a:rect l="l" t="t" r="r" b="b"/>
              <a:pathLst>
                <a:path w="501" h="576" extrusionOk="0">
                  <a:moveTo>
                    <a:pt x="476" y="288"/>
                  </a:moveTo>
                  <a:cubicBezTo>
                    <a:pt x="463" y="163"/>
                    <a:pt x="426" y="38"/>
                    <a:pt x="288" y="13"/>
                  </a:cubicBezTo>
                  <a:cubicBezTo>
                    <a:pt x="163" y="1"/>
                    <a:pt x="63" y="88"/>
                    <a:pt x="63" y="213"/>
                  </a:cubicBezTo>
                  <a:cubicBezTo>
                    <a:pt x="1" y="501"/>
                    <a:pt x="463" y="576"/>
                    <a:pt x="488" y="263"/>
                  </a:cubicBezTo>
                  <a:cubicBezTo>
                    <a:pt x="501" y="188"/>
                    <a:pt x="376" y="176"/>
                    <a:pt x="363" y="251"/>
                  </a:cubicBezTo>
                  <a:cubicBezTo>
                    <a:pt x="363" y="263"/>
                    <a:pt x="363" y="276"/>
                    <a:pt x="351" y="288"/>
                  </a:cubicBezTo>
                  <a:cubicBezTo>
                    <a:pt x="351" y="376"/>
                    <a:pt x="488" y="376"/>
                    <a:pt x="476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0" name="Google Shape;4780;p68"/>
            <p:cNvSpPr/>
            <p:nvPr/>
          </p:nvSpPr>
          <p:spPr>
            <a:xfrm>
              <a:off x="701964" y="2552485"/>
              <a:ext cx="130310" cy="138495"/>
            </a:xfrm>
            <a:custGeom>
              <a:avLst/>
              <a:gdLst/>
              <a:ahLst/>
              <a:cxnLst/>
              <a:rect l="l" t="t" r="r" b="b"/>
              <a:pathLst>
                <a:path w="4187" h="4450" extrusionOk="0">
                  <a:moveTo>
                    <a:pt x="288" y="2650"/>
                  </a:moveTo>
                  <a:cubicBezTo>
                    <a:pt x="100" y="1075"/>
                    <a:pt x="1912" y="0"/>
                    <a:pt x="3124" y="1125"/>
                  </a:cubicBezTo>
                  <a:cubicBezTo>
                    <a:pt x="4062" y="2000"/>
                    <a:pt x="3624" y="3475"/>
                    <a:pt x="2974" y="4374"/>
                  </a:cubicBezTo>
                  <a:cubicBezTo>
                    <a:pt x="2949" y="4412"/>
                    <a:pt x="2999" y="4449"/>
                    <a:pt x="3037" y="4424"/>
                  </a:cubicBezTo>
                  <a:cubicBezTo>
                    <a:pt x="3974" y="3412"/>
                    <a:pt x="4187" y="1475"/>
                    <a:pt x="2799" y="738"/>
                  </a:cubicBezTo>
                  <a:cubicBezTo>
                    <a:pt x="1450" y="25"/>
                    <a:pt x="0" y="1213"/>
                    <a:pt x="188" y="2650"/>
                  </a:cubicBezTo>
                  <a:cubicBezTo>
                    <a:pt x="188" y="2712"/>
                    <a:pt x="300" y="2725"/>
                    <a:pt x="288" y="2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68"/>
            <p:cNvSpPr/>
            <p:nvPr/>
          </p:nvSpPr>
          <p:spPr>
            <a:xfrm>
              <a:off x="617933" y="2684725"/>
              <a:ext cx="182845" cy="328280"/>
            </a:xfrm>
            <a:custGeom>
              <a:avLst/>
              <a:gdLst/>
              <a:ahLst/>
              <a:cxnLst/>
              <a:rect l="l" t="t" r="r" b="b"/>
              <a:pathLst>
                <a:path w="5875" h="10548" extrusionOk="0">
                  <a:moveTo>
                    <a:pt x="5812" y="25"/>
                  </a:moveTo>
                  <a:cubicBezTo>
                    <a:pt x="3937" y="1350"/>
                    <a:pt x="1513" y="2550"/>
                    <a:pt x="738" y="4862"/>
                  </a:cubicBezTo>
                  <a:cubicBezTo>
                    <a:pt x="151" y="6599"/>
                    <a:pt x="1" y="9073"/>
                    <a:pt x="1263" y="10523"/>
                  </a:cubicBezTo>
                  <a:cubicBezTo>
                    <a:pt x="1288" y="10548"/>
                    <a:pt x="1338" y="10510"/>
                    <a:pt x="1313" y="10485"/>
                  </a:cubicBezTo>
                  <a:cubicBezTo>
                    <a:pt x="113" y="8848"/>
                    <a:pt x="288" y="6086"/>
                    <a:pt x="1138" y="4324"/>
                  </a:cubicBezTo>
                  <a:cubicBezTo>
                    <a:pt x="2063" y="2412"/>
                    <a:pt x="4175" y="1300"/>
                    <a:pt x="5837" y="100"/>
                  </a:cubicBezTo>
                  <a:cubicBezTo>
                    <a:pt x="5874" y="63"/>
                    <a:pt x="5837" y="0"/>
                    <a:pt x="5799" y="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2" name="Google Shape;4782;p68"/>
            <p:cNvSpPr/>
            <p:nvPr/>
          </p:nvSpPr>
          <p:spPr>
            <a:xfrm>
              <a:off x="667729" y="2928974"/>
              <a:ext cx="105817" cy="124863"/>
            </a:xfrm>
            <a:custGeom>
              <a:avLst/>
              <a:gdLst/>
              <a:ahLst/>
              <a:cxnLst/>
              <a:rect l="l" t="t" r="r" b="b"/>
              <a:pathLst>
                <a:path w="3400" h="4012" extrusionOk="0">
                  <a:moveTo>
                    <a:pt x="38" y="2925"/>
                  </a:moveTo>
                  <a:cubicBezTo>
                    <a:pt x="900" y="3424"/>
                    <a:pt x="2075" y="3624"/>
                    <a:pt x="2812" y="2787"/>
                  </a:cubicBezTo>
                  <a:cubicBezTo>
                    <a:pt x="3237" y="2312"/>
                    <a:pt x="3400" y="1175"/>
                    <a:pt x="2975" y="625"/>
                  </a:cubicBezTo>
                  <a:cubicBezTo>
                    <a:pt x="2500" y="0"/>
                    <a:pt x="1350" y="88"/>
                    <a:pt x="1025" y="825"/>
                  </a:cubicBezTo>
                  <a:cubicBezTo>
                    <a:pt x="813" y="1262"/>
                    <a:pt x="838" y="1775"/>
                    <a:pt x="1088" y="2200"/>
                  </a:cubicBezTo>
                  <a:cubicBezTo>
                    <a:pt x="1450" y="2837"/>
                    <a:pt x="2425" y="3237"/>
                    <a:pt x="2537" y="3987"/>
                  </a:cubicBezTo>
                  <a:cubicBezTo>
                    <a:pt x="2537" y="4012"/>
                    <a:pt x="2575" y="4012"/>
                    <a:pt x="2575" y="3987"/>
                  </a:cubicBezTo>
                  <a:cubicBezTo>
                    <a:pt x="2562" y="3574"/>
                    <a:pt x="2287" y="3337"/>
                    <a:pt x="2000" y="3062"/>
                  </a:cubicBezTo>
                  <a:cubicBezTo>
                    <a:pt x="1713" y="2787"/>
                    <a:pt x="1350" y="2500"/>
                    <a:pt x="1188" y="2150"/>
                  </a:cubicBezTo>
                  <a:cubicBezTo>
                    <a:pt x="825" y="1287"/>
                    <a:pt x="1075" y="288"/>
                    <a:pt x="2200" y="425"/>
                  </a:cubicBezTo>
                  <a:cubicBezTo>
                    <a:pt x="2550" y="350"/>
                    <a:pt x="2762" y="488"/>
                    <a:pt x="2837" y="838"/>
                  </a:cubicBezTo>
                  <a:cubicBezTo>
                    <a:pt x="2975" y="913"/>
                    <a:pt x="3050" y="1063"/>
                    <a:pt x="3050" y="1212"/>
                  </a:cubicBezTo>
                  <a:cubicBezTo>
                    <a:pt x="3062" y="1275"/>
                    <a:pt x="3062" y="1337"/>
                    <a:pt x="3050" y="1400"/>
                  </a:cubicBezTo>
                  <a:cubicBezTo>
                    <a:pt x="3087" y="1650"/>
                    <a:pt x="3075" y="1912"/>
                    <a:pt x="3025" y="2162"/>
                  </a:cubicBezTo>
                  <a:cubicBezTo>
                    <a:pt x="2687" y="3524"/>
                    <a:pt x="1025" y="3399"/>
                    <a:pt x="75" y="2862"/>
                  </a:cubicBezTo>
                  <a:cubicBezTo>
                    <a:pt x="38" y="2837"/>
                    <a:pt x="0" y="2900"/>
                    <a:pt x="38" y="2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3" name="Google Shape;4783;p68"/>
            <p:cNvSpPr/>
            <p:nvPr/>
          </p:nvSpPr>
          <p:spPr>
            <a:xfrm>
              <a:off x="735389" y="3062365"/>
              <a:ext cx="17148" cy="68874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01" y="51"/>
                  </a:moveTo>
                  <a:cubicBezTo>
                    <a:pt x="476" y="825"/>
                    <a:pt x="238" y="1438"/>
                    <a:pt x="13" y="2163"/>
                  </a:cubicBezTo>
                  <a:cubicBezTo>
                    <a:pt x="1" y="2200"/>
                    <a:pt x="51" y="2213"/>
                    <a:pt x="76" y="2188"/>
                  </a:cubicBezTo>
                  <a:cubicBezTo>
                    <a:pt x="488" y="1588"/>
                    <a:pt x="551" y="738"/>
                    <a:pt x="476" y="51"/>
                  </a:cubicBezTo>
                  <a:cubicBezTo>
                    <a:pt x="476" y="1"/>
                    <a:pt x="388" y="1"/>
                    <a:pt x="401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4" name="Google Shape;4784;p68"/>
            <p:cNvSpPr/>
            <p:nvPr/>
          </p:nvSpPr>
          <p:spPr>
            <a:xfrm>
              <a:off x="697669" y="2722850"/>
              <a:ext cx="120226" cy="102300"/>
            </a:xfrm>
            <a:custGeom>
              <a:avLst/>
              <a:gdLst/>
              <a:ahLst/>
              <a:cxnLst/>
              <a:rect l="l" t="t" r="r" b="b"/>
              <a:pathLst>
                <a:path w="3863" h="3287" extrusionOk="0">
                  <a:moveTo>
                    <a:pt x="63" y="1100"/>
                  </a:moveTo>
                  <a:cubicBezTo>
                    <a:pt x="738" y="575"/>
                    <a:pt x="1563" y="113"/>
                    <a:pt x="2450" y="350"/>
                  </a:cubicBezTo>
                  <a:cubicBezTo>
                    <a:pt x="2900" y="487"/>
                    <a:pt x="3287" y="812"/>
                    <a:pt x="3500" y="1250"/>
                  </a:cubicBezTo>
                  <a:cubicBezTo>
                    <a:pt x="3650" y="1525"/>
                    <a:pt x="3737" y="1837"/>
                    <a:pt x="3737" y="2149"/>
                  </a:cubicBezTo>
                  <a:cubicBezTo>
                    <a:pt x="3725" y="2887"/>
                    <a:pt x="3300" y="3037"/>
                    <a:pt x="2463" y="2612"/>
                  </a:cubicBezTo>
                  <a:cubicBezTo>
                    <a:pt x="2500" y="2574"/>
                    <a:pt x="2463" y="2512"/>
                    <a:pt x="2425" y="2537"/>
                  </a:cubicBezTo>
                  <a:cubicBezTo>
                    <a:pt x="2050" y="2824"/>
                    <a:pt x="2463" y="3162"/>
                    <a:pt x="2812" y="3212"/>
                  </a:cubicBezTo>
                  <a:cubicBezTo>
                    <a:pt x="3475" y="3287"/>
                    <a:pt x="3862" y="2612"/>
                    <a:pt x="3837" y="2037"/>
                  </a:cubicBezTo>
                  <a:cubicBezTo>
                    <a:pt x="3812" y="1237"/>
                    <a:pt x="3250" y="450"/>
                    <a:pt x="2475" y="250"/>
                  </a:cubicBezTo>
                  <a:cubicBezTo>
                    <a:pt x="1550" y="0"/>
                    <a:pt x="701" y="475"/>
                    <a:pt x="26" y="1050"/>
                  </a:cubicBezTo>
                  <a:cubicBezTo>
                    <a:pt x="1" y="1075"/>
                    <a:pt x="38" y="1112"/>
                    <a:pt x="63" y="1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4785;p68"/>
            <p:cNvSpPr/>
            <p:nvPr/>
          </p:nvSpPr>
          <p:spPr>
            <a:xfrm>
              <a:off x="732682" y="2706106"/>
              <a:ext cx="137717" cy="28415"/>
            </a:xfrm>
            <a:custGeom>
              <a:avLst/>
              <a:gdLst/>
              <a:ahLst/>
              <a:cxnLst/>
              <a:rect l="l" t="t" r="r" b="b"/>
              <a:pathLst>
                <a:path w="4425" h="913" extrusionOk="0">
                  <a:moveTo>
                    <a:pt x="100" y="875"/>
                  </a:moveTo>
                  <a:cubicBezTo>
                    <a:pt x="1100" y="38"/>
                    <a:pt x="3250" y="1"/>
                    <a:pt x="4362" y="588"/>
                  </a:cubicBezTo>
                  <a:cubicBezTo>
                    <a:pt x="4399" y="601"/>
                    <a:pt x="4424" y="551"/>
                    <a:pt x="4399" y="526"/>
                  </a:cubicBezTo>
                  <a:cubicBezTo>
                    <a:pt x="3712" y="1"/>
                    <a:pt x="2725" y="88"/>
                    <a:pt x="1912" y="176"/>
                  </a:cubicBezTo>
                  <a:cubicBezTo>
                    <a:pt x="1250" y="251"/>
                    <a:pt x="563" y="376"/>
                    <a:pt x="38" y="825"/>
                  </a:cubicBezTo>
                  <a:cubicBezTo>
                    <a:pt x="0" y="863"/>
                    <a:pt x="63" y="913"/>
                    <a:pt x="100" y="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6" name="Google Shape;4786;p68"/>
            <p:cNvSpPr/>
            <p:nvPr/>
          </p:nvSpPr>
          <p:spPr>
            <a:xfrm>
              <a:off x="869590" y="2719333"/>
              <a:ext cx="15188" cy="14814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126"/>
                  </a:moveTo>
                  <a:cubicBezTo>
                    <a:pt x="0" y="213"/>
                    <a:pt x="25" y="325"/>
                    <a:pt x="88" y="388"/>
                  </a:cubicBezTo>
                  <a:cubicBezTo>
                    <a:pt x="163" y="450"/>
                    <a:pt x="250" y="475"/>
                    <a:pt x="338" y="463"/>
                  </a:cubicBezTo>
                  <a:cubicBezTo>
                    <a:pt x="375" y="450"/>
                    <a:pt x="400" y="438"/>
                    <a:pt x="425" y="425"/>
                  </a:cubicBezTo>
                  <a:cubicBezTo>
                    <a:pt x="450" y="388"/>
                    <a:pt x="463" y="350"/>
                    <a:pt x="463" y="313"/>
                  </a:cubicBezTo>
                  <a:cubicBezTo>
                    <a:pt x="488" y="188"/>
                    <a:pt x="425" y="63"/>
                    <a:pt x="300" y="13"/>
                  </a:cubicBezTo>
                  <a:cubicBezTo>
                    <a:pt x="175" y="1"/>
                    <a:pt x="50" y="101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7" name="Google Shape;4787;p68"/>
            <p:cNvSpPr/>
            <p:nvPr/>
          </p:nvSpPr>
          <p:spPr>
            <a:xfrm>
              <a:off x="867255" y="2714291"/>
              <a:ext cx="20261" cy="22190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63" y="275"/>
                  </a:moveTo>
                  <a:cubicBezTo>
                    <a:pt x="0" y="438"/>
                    <a:pt x="88" y="625"/>
                    <a:pt x="263" y="675"/>
                  </a:cubicBezTo>
                  <a:cubicBezTo>
                    <a:pt x="425" y="712"/>
                    <a:pt x="575" y="650"/>
                    <a:pt x="588" y="487"/>
                  </a:cubicBezTo>
                  <a:cubicBezTo>
                    <a:pt x="650" y="88"/>
                    <a:pt x="88" y="0"/>
                    <a:pt x="88" y="400"/>
                  </a:cubicBezTo>
                  <a:cubicBezTo>
                    <a:pt x="88" y="438"/>
                    <a:pt x="163" y="450"/>
                    <a:pt x="163" y="413"/>
                  </a:cubicBezTo>
                  <a:cubicBezTo>
                    <a:pt x="488" y="288"/>
                    <a:pt x="563" y="313"/>
                    <a:pt x="388" y="462"/>
                  </a:cubicBezTo>
                  <a:cubicBezTo>
                    <a:pt x="275" y="637"/>
                    <a:pt x="213" y="587"/>
                    <a:pt x="175" y="300"/>
                  </a:cubicBezTo>
                  <a:cubicBezTo>
                    <a:pt x="188" y="238"/>
                    <a:pt x="88" y="200"/>
                    <a:pt x="63" y="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8" name="Google Shape;4788;p68"/>
            <p:cNvSpPr/>
            <p:nvPr/>
          </p:nvSpPr>
          <p:spPr>
            <a:xfrm>
              <a:off x="660726" y="3015308"/>
              <a:ext cx="3921" cy="3548"/>
            </a:xfrm>
            <a:custGeom>
              <a:avLst/>
              <a:gdLst/>
              <a:ahLst/>
              <a:cxnLst/>
              <a:rect l="l" t="t" r="r" b="b"/>
              <a:pathLst>
                <a:path w="126" h="114" extrusionOk="0">
                  <a:moveTo>
                    <a:pt x="63" y="101"/>
                  </a:moveTo>
                  <a:lnTo>
                    <a:pt x="88" y="88"/>
                  </a:lnTo>
                  <a:cubicBezTo>
                    <a:pt x="126" y="76"/>
                    <a:pt x="126" y="38"/>
                    <a:pt x="88" y="26"/>
                  </a:cubicBezTo>
                  <a:lnTo>
                    <a:pt x="63" y="13"/>
                  </a:lnTo>
                  <a:cubicBezTo>
                    <a:pt x="1" y="1"/>
                    <a:pt x="1" y="113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9" name="Google Shape;4789;p68"/>
            <p:cNvSpPr/>
            <p:nvPr/>
          </p:nvSpPr>
          <p:spPr>
            <a:xfrm>
              <a:off x="714786" y="3127722"/>
              <a:ext cx="21817" cy="52535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13" y="25"/>
                  </a:moveTo>
                  <a:cubicBezTo>
                    <a:pt x="76" y="225"/>
                    <a:pt x="1" y="1175"/>
                    <a:pt x="138" y="1637"/>
                  </a:cubicBezTo>
                  <a:cubicBezTo>
                    <a:pt x="163" y="1687"/>
                    <a:pt x="251" y="1675"/>
                    <a:pt x="238" y="1612"/>
                  </a:cubicBezTo>
                  <a:cubicBezTo>
                    <a:pt x="201" y="1375"/>
                    <a:pt x="188" y="1125"/>
                    <a:pt x="226" y="887"/>
                  </a:cubicBezTo>
                  <a:cubicBezTo>
                    <a:pt x="263" y="650"/>
                    <a:pt x="375" y="225"/>
                    <a:pt x="638" y="125"/>
                  </a:cubicBezTo>
                  <a:cubicBezTo>
                    <a:pt x="700" y="100"/>
                    <a:pt x="675" y="0"/>
                    <a:pt x="600" y="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0" name="Google Shape;4790;p68"/>
            <p:cNvSpPr/>
            <p:nvPr/>
          </p:nvSpPr>
          <p:spPr>
            <a:xfrm>
              <a:off x="717899" y="3128096"/>
              <a:ext cx="24525" cy="52535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113" y="1638"/>
                  </a:moveTo>
                  <a:cubicBezTo>
                    <a:pt x="475" y="1288"/>
                    <a:pt x="788" y="563"/>
                    <a:pt x="638" y="63"/>
                  </a:cubicBezTo>
                  <a:cubicBezTo>
                    <a:pt x="625" y="1"/>
                    <a:pt x="538" y="26"/>
                    <a:pt x="550" y="88"/>
                  </a:cubicBezTo>
                  <a:cubicBezTo>
                    <a:pt x="600" y="625"/>
                    <a:pt x="413" y="1175"/>
                    <a:pt x="38" y="1575"/>
                  </a:cubicBezTo>
                  <a:cubicBezTo>
                    <a:pt x="1" y="1613"/>
                    <a:pt x="63" y="1688"/>
                    <a:pt x="113" y="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1" name="Google Shape;4791;p68"/>
            <p:cNvSpPr/>
            <p:nvPr/>
          </p:nvSpPr>
          <p:spPr>
            <a:xfrm>
              <a:off x="747465" y="3053028"/>
              <a:ext cx="37347" cy="41268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25" y="51"/>
                  </a:moveTo>
                  <a:cubicBezTo>
                    <a:pt x="0" y="388"/>
                    <a:pt x="175" y="663"/>
                    <a:pt x="388" y="913"/>
                  </a:cubicBezTo>
                  <a:cubicBezTo>
                    <a:pt x="563" y="1163"/>
                    <a:pt x="850" y="1313"/>
                    <a:pt x="1150" y="1325"/>
                  </a:cubicBezTo>
                  <a:cubicBezTo>
                    <a:pt x="1200" y="1325"/>
                    <a:pt x="1200" y="1250"/>
                    <a:pt x="1163" y="1250"/>
                  </a:cubicBezTo>
                  <a:cubicBezTo>
                    <a:pt x="875" y="1225"/>
                    <a:pt x="613" y="1088"/>
                    <a:pt x="450" y="863"/>
                  </a:cubicBezTo>
                  <a:cubicBezTo>
                    <a:pt x="263" y="613"/>
                    <a:pt x="88" y="363"/>
                    <a:pt x="100" y="51"/>
                  </a:cubicBezTo>
                  <a:cubicBezTo>
                    <a:pt x="100" y="1"/>
                    <a:pt x="25" y="1"/>
                    <a:pt x="25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2" name="Google Shape;4792;p68"/>
            <p:cNvSpPr/>
            <p:nvPr/>
          </p:nvSpPr>
          <p:spPr>
            <a:xfrm>
              <a:off x="748243" y="3053433"/>
              <a:ext cx="36569" cy="41237"/>
            </a:xfrm>
            <a:custGeom>
              <a:avLst/>
              <a:gdLst/>
              <a:ahLst/>
              <a:cxnLst/>
              <a:rect l="l" t="t" r="r" b="b"/>
              <a:pathLst>
                <a:path w="1175" h="1325" extrusionOk="0">
                  <a:moveTo>
                    <a:pt x="1163" y="1262"/>
                  </a:moveTo>
                  <a:cubicBezTo>
                    <a:pt x="1088" y="700"/>
                    <a:pt x="675" y="125"/>
                    <a:pt x="100" y="13"/>
                  </a:cubicBezTo>
                  <a:cubicBezTo>
                    <a:pt x="38" y="0"/>
                    <a:pt x="0" y="75"/>
                    <a:pt x="50" y="113"/>
                  </a:cubicBezTo>
                  <a:cubicBezTo>
                    <a:pt x="288" y="250"/>
                    <a:pt x="525" y="313"/>
                    <a:pt x="700" y="550"/>
                  </a:cubicBezTo>
                  <a:cubicBezTo>
                    <a:pt x="875" y="763"/>
                    <a:pt x="1013" y="1012"/>
                    <a:pt x="1100" y="1287"/>
                  </a:cubicBezTo>
                  <a:cubicBezTo>
                    <a:pt x="1113" y="1325"/>
                    <a:pt x="1175" y="1312"/>
                    <a:pt x="1163" y="12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3" name="Google Shape;4793;p68"/>
            <p:cNvSpPr/>
            <p:nvPr/>
          </p:nvSpPr>
          <p:spPr>
            <a:xfrm>
              <a:off x="757175" y="2669537"/>
              <a:ext cx="108151" cy="47898"/>
            </a:xfrm>
            <a:custGeom>
              <a:avLst/>
              <a:gdLst/>
              <a:ahLst/>
              <a:cxnLst/>
              <a:rect l="l" t="t" r="r" b="b"/>
              <a:pathLst>
                <a:path w="3475" h="1539" extrusionOk="0">
                  <a:moveTo>
                    <a:pt x="76" y="1513"/>
                  </a:moveTo>
                  <a:cubicBezTo>
                    <a:pt x="1075" y="801"/>
                    <a:pt x="2213" y="326"/>
                    <a:pt x="3412" y="101"/>
                  </a:cubicBezTo>
                  <a:cubicBezTo>
                    <a:pt x="3475" y="88"/>
                    <a:pt x="3450" y="1"/>
                    <a:pt x="3387" y="13"/>
                  </a:cubicBezTo>
                  <a:cubicBezTo>
                    <a:pt x="2175" y="226"/>
                    <a:pt x="1025" y="726"/>
                    <a:pt x="38" y="1451"/>
                  </a:cubicBezTo>
                  <a:cubicBezTo>
                    <a:pt x="1" y="1476"/>
                    <a:pt x="38" y="1538"/>
                    <a:pt x="76" y="15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4" name="Google Shape;4794;p68"/>
            <p:cNvSpPr/>
            <p:nvPr/>
          </p:nvSpPr>
          <p:spPr>
            <a:xfrm>
              <a:off x="862182" y="2656714"/>
              <a:ext cx="20261" cy="22190"/>
            </a:xfrm>
            <a:custGeom>
              <a:avLst/>
              <a:gdLst/>
              <a:ahLst/>
              <a:cxnLst/>
              <a:rect l="l" t="t" r="r" b="b"/>
              <a:pathLst>
                <a:path w="651" h="713" extrusionOk="0">
                  <a:moveTo>
                    <a:pt x="88" y="525"/>
                  </a:moveTo>
                  <a:cubicBezTo>
                    <a:pt x="288" y="713"/>
                    <a:pt x="651" y="475"/>
                    <a:pt x="451" y="238"/>
                  </a:cubicBezTo>
                  <a:cubicBezTo>
                    <a:pt x="238" y="1"/>
                    <a:pt x="1" y="338"/>
                    <a:pt x="101" y="563"/>
                  </a:cubicBezTo>
                  <a:cubicBezTo>
                    <a:pt x="113" y="600"/>
                    <a:pt x="176" y="575"/>
                    <a:pt x="176" y="538"/>
                  </a:cubicBezTo>
                  <a:cubicBezTo>
                    <a:pt x="163" y="500"/>
                    <a:pt x="163" y="463"/>
                    <a:pt x="176" y="425"/>
                  </a:cubicBezTo>
                  <a:cubicBezTo>
                    <a:pt x="176" y="351"/>
                    <a:pt x="176" y="351"/>
                    <a:pt x="151" y="463"/>
                  </a:cubicBezTo>
                  <a:cubicBezTo>
                    <a:pt x="101" y="425"/>
                    <a:pt x="38" y="488"/>
                    <a:pt x="88" y="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5" name="Google Shape;4795;p68"/>
            <p:cNvSpPr/>
            <p:nvPr/>
          </p:nvSpPr>
          <p:spPr>
            <a:xfrm>
              <a:off x="742797" y="2725962"/>
              <a:ext cx="102300" cy="381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225"/>
                  </a:moveTo>
                  <a:cubicBezTo>
                    <a:pt x="1288" y="87"/>
                    <a:pt x="2287" y="425"/>
                    <a:pt x="3225" y="1200"/>
                  </a:cubicBezTo>
                  <a:cubicBezTo>
                    <a:pt x="3250" y="1225"/>
                    <a:pt x="3287" y="1187"/>
                    <a:pt x="3262" y="1150"/>
                  </a:cubicBezTo>
                  <a:cubicBezTo>
                    <a:pt x="2537" y="212"/>
                    <a:pt x="1163" y="0"/>
                    <a:pt x="63" y="137"/>
                  </a:cubicBezTo>
                  <a:cubicBezTo>
                    <a:pt x="0" y="137"/>
                    <a:pt x="0" y="237"/>
                    <a:pt x="63" y="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6" name="Google Shape;4796;p68"/>
            <p:cNvSpPr/>
            <p:nvPr/>
          </p:nvSpPr>
          <p:spPr>
            <a:xfrm>
              <a:off x="838467" y="2759792"/>
              <a:ext cx="18705" cy="15966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475"/>
                  </a:moveTo>
                  <a:cubicBezTo>
                    <a:pt x="550" y="513"/>
                    <a:pt x="600" y="50"/>
                    <a:pt x="288" y="25"/>
                  </a:cubicBezTo>
                  <a:cubicBezTo>
                    <a:pt x="1" y="0"/>
                    <a:pt x="26" y="425"/>
                    <a:pt x="313" y="425"/>
                  </a:cubicBezTo>
                  <a:cubicBezTo>
                    <a:pt x="350" y="425"/>
                    <a:pt x="363" y="375"/>
                    <a:pt x="325" y="363"/>
                  </a:cubicBezTo>
                  <a:cubicBezTo>
                    <a:pt x="275" y="300"/>
                    <a:pt x="250" y="325"/>
                    <a:pt x="250" y="413"/>
                  </a:cubicBezTo>
                  <a:cubicBezTo>
                    <a:pt x="213" y="413"/>
                    <a:pt x="213" y="475"/>
                    <a:pt x="250" y="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7" name="Google Shape;4797;p68"/>
            <p:cNvSpPr/>
            <p:nvPr/>
          </p:nvSpPr>
          <p:spPr>
            <a:xfrm>
              <a:off x="638941" y="2979517"/>
              <a:ext cx="75099" cy="295633"/>
            </a:xfrm>
            <a:custGeom>
              <a:avLst/>
              <a:gdLst/>
              <a:ahLst/>
              <a:cxnLst/>
              <a:rect l="l" t="t" r="r" b="b"/>
              <a:pathLst>
                <a:path w="2413" h="9499" extrusionOk="0">
                  <a:moveTo>
                    <a:pt x="26" y="51"/>
                  </a:moveTo>
                  <a:cubicBezTo>
                    <a:pt x="1275" y="3362"/>
                    <a:pt x="2413" y="6049"/>
                    <a:pt x="388" y="9373"/>
                  </a:cubicBezTo>
                  <a:cubicBezTo>
                    <a:pt x="338" y="9448"/>
                    <a:pt x="451" y="9498"/>
                    <a:pt x="488" y="9436"/>
                  </a:cubicBezTo>
                  <a:cubicBezTo>
                    <a:pt x="1438" y="8024"/>
                    <a:pt x="1838" y="6749"/>
                    <a:pt x="1675" y="5050"/>
                  </a:cubicBezTo>
                  <a:cubicBezTo>
                    <a:pt x="1488" y="3113"/>
                    <a:pt x="776" y="1813"/>
                    <a:pt x="76" y="38"/>
                  </a:cubicBezTo>
                  <a:cubicBezTo>
                    <a:pt x="63" y="1"/>
                    <a:pt x="1" y="13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8" name="Google Shape;4798;p68"/>
            <p:cNvSpPr/>
            <p:nvPr/>
          </p:nvSpPr>
          <p:spPr>
            <a:xfrm>
              <a:off x="707410" y="2631816"/>
              <a:ext cx="61467" cy="39712"/>
            </a:xfrm>
            <a:custGeom>
              <a:avLst/>
              <a:gdLst/>
              <a:ahLst/>
              <a:cxnLst/>
              <a:rect l="l" t="t" r="r" b="b"/>
              <a:pathLst>
                <a:path w="1975" h="1276" extrusionOk="0">
                  <a:moveTo>
                    <a:pt x="13" y="63"/>
                  </a:moveTo>
                  <a:cubicBezTo>
                    <a:pt x="100" y="613"/>
                    <a:pt x="450" y="1151"/>
                    <a:pt x="1062" y="1213"/>
                  </a:cubicBezTo>
                  <a:cubicBezTo>
                    <a:pt x="1550" y="1275"/>
                    <a:pt x="1975" y="888"/>
                    <a:pt x="1975" y="401"/>
                  </a:cubicBezTo>
                  <a:cubicBezTo>
                    <a:pt x="1975" y="326"/>
                    <a:pt x="1862" y="326"/>
                    <a:pt x="1862" y="401"/>
                  </a:cubicBezTo>
                  <a:cubicBezTo>
                    <a:pt x="1850" y="976"/>
                    <a:pt x="1275" y="1263"/>
                    <a:pt x="775" y="1026"/>
                  </a:cubicBezTo>
                  <a:cubicBezTo>
                    <a:pt x="363" y="838"/>
                    <a:pt x="163" y="463"/>
                    <a:pt x="75" y="38"/>
                  </a:cubicBezTo>
                  <a:cubicBezTo>
                    <a:pt x="63" y="1"/>
                    <a:pt x="0" y="13"/>
                    <a:pt x="13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9" name="Google Shape;4799;p68"/>
            <p:cNvSpPr/>
            <p:nvPr/>
          </p:nvSpPr>
          <p:spPr>
            <a:xfrm>
              <a:off x="675883" y="2899034"/>
              <a:ext cx="39339" cy="78180"/>
            </a:xfrm>
            <a:custGeom>
              <a:avLst/>
              <a:gdLst/>
              <a:ahLst/>
              <a:cxnLst/>
              <a:rect l="l" t="t" r="r" b="b"/>
              <a:pathLst>
                <a:path w="1264" h="2512" extrusionOk="0">
                  <a:moveTo>
                    <a:pt x="726" y="2449"/>
                  </a:moveTo>
                  <a:cubicBezTo>
                    <a:pt x="713" y="1825"/>
                    <a:pt x="1263" y="1325"/>
                    <a:pt x="1038" y="687"/>
                  </a:cubicBezTo>
                  <a:cubicBezTo>
                    <a:pt x="888" y="275"/>
                    <a:pt x="488" y="0"/>
                    <a:pt x="51" y="13"/>
                  </a:cubicBezTo>
                  <a:cubicBezTo>
                    <a:pt x="13" y="13"/>
                    <a:pt x="1" y="75"/>
                    <a:pt x="38" y="88"/>
                  </a:cubicBezTo>
                  <a:cubicBezTo>
                    <a:pt x="838" y="200"/>
                    <a:pt x="1138" y="875"/>
                    <a:pt x="838" y="1575"/>
                  </a:cubicBezTo>
                  <a:cubicBezTo>
                    <a:pt x="701" y="1850"/>
                    <a:pt x="638" y="2149"/>
                    <a:pt x="651" y="2449"/>
                  </a:cubicBezTo>
                  <a:cubicBezTo>
                    <a:pt x="651" y="2499"/>
                    <a:pt x="726" y="2512"/>
                    <a:pt x="726" y="24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0" name="Google Shape;4800;p68"/>
            <p:cNvSpPr/>
            <p:nvPr/>
          </p:nvSpPr>
          <p:spPr>
            <a:xfrm>
              <a:off x="656463" y="2897478"/>
              <a:ext cx="26859" cy="381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25" y="113"/>
                  </a:moveTo>
                  <a:cubicBezTo>
                    <a:pt x="525" y="0"/>
                    <a:pt x="275" y="163"/>
                    <a:pt x="163" y="437"/>
                  </a:cubicBezTo>
                  <a:cubicBezTo>
                    <a:pt x="75" y="675"/>
                    <a:pt x="0" y="1062"/>
                    <a:pt x="250" y="1212"/>
                  </a:cubicBezTo>
                  <a:cubicBezTo>
                    <a:pt x="275" y="1225"/>
                    <a:pt x="313" y="1200"/>
                    <a:pt x="300" y="1162"/>
                  </a:cubicBezTo>
                  <a:cubicBezTo>
                    <a:pt x="50" y="837"/>
                    <a:pt x="275" y="0"/>
                    <a:pt x="800" y="175"/>
                  </a:cubicBezTo>
                  <a:cubicBezTo>
                    <a:pt x="850" y="200"/>
                    <a:pt x="862" y="125"/>
                    <a:pt x="825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1" name="Google Shape;4801;p68"/>
            <p:cNvSpPr/>
            <p:nvPr/>
          </p:nvSpPr>
          <p:spPr>
            <a:xfrm>
              <a:off x="784812" y="2598764"/>
              <a:ext cx="70026" cy="101148"/>
            </a:xfrm>
            <a:custGeom>
              <a:avLst/>
              <a:gdLst/>
              <a:ahLst/>
              <a:cxnLst/>
              <a:rect l="l" t="t" r="r" b="b"/>
              <a:pathLst>
                <a:path w="2250" h="3250" extrusionOk="0">
                  <a:moveTo>
                    <a:pt x="87" y="3212"/>
                  </a:moveTo>
                  <a:cubicBezTo>
                    <a:pt x="1037" y="2425"/>
                    <a:pt x="2249" y="1450"/>
                    <a:pt x="1962" y="51"/>
                  </a:cubicBezTo>
                  <a:cubicBezTo>
                    <a:pt x="1949" y="1"/>
                    <a:pt x="1862" y="26"/>
                    <a:pt x="1875" y="76"/>
                  </a:cubicBezTo>
                  <a:cubicBezTo>
                    <a:pt x="2062" y="1463"/>
                    <a:pt x="987" y="2350"/>
                    <a:pt x="37" y="3162"/>
                  </a:cubicBezTo>
                  <a:cubicBezTo>
                    <a:pt x="0" y="3187"/>
                    <a:pt x="62" y="3250"/>
                    <a:pt x="100" y="32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2" name="Google Shape;4802;p68"/>
            <p:cNvSpPr/>
            <p:nvPr/>
          </p:nvSpPr>
          <p:spPr>
            <a:xfrm>
              <a:off x="721011" y="2884251"/>
              <a:ext cx="19078" cy="3853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101" y="1175"/>
                  </a:moveTo>
                  <a:cubicBezTo>
                    <a:pt x="126" y="775"/>
                    <a:pt x="288" y="388"/>
                    <a:pt x="575" y="100"/>
                  </a:cubicBezTo>
                  <a:cubicBezTo>
                    <a:pt x="613" y="63"/>
                    <a:pt x="563" y="0"/>
                    <a:pt x="525" y="25"/>
                  </a:cubicBezTo>
                  <a:cubicBezTo>
                    <a:pt x="350" y="150"/>
                    <a:pt x="225" y="325"/>
                    <a:pt x="163" y="525"/>
                  </a:cubicBezTo>
                  <a:cubicBezTo>
                    <a:pt x="51" y="725"/>
                    <a:pt x="1" y="950"/>
                    <a:pt x="13" y="1175"/>
                  </a:cubicBezTo>
                  <a:cubicBezTo>
                    <a:pt x="13" y="1237"/>
                    <a:pt x="113" y="1237"/>
                    <a:pt x="113" y="11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3" name="Google Shape;4803;p68"/>
            <p:cNvSpPr/>
            <p:nvPr/>
          </p:nvSpPr>
          <p:spPr>
            <a:xfrm>
              <a:off x="720233" y="2883846"/>
              <a:ext cx="27263" cy="42825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550" y="101"/>
                  </a:moveTo>
                  <a:cubicBezTo>
                    <a:pt x="763" y="538"/>
                    <a:pt x="475" y="1050"/>
                    <a:pt x="51" y="1250"/>
                  </a:cubicBezTo>
                  <a:cubicBezTo>
                    <a:pt x="1" y="1275"/>
                    <a:pt x="38" y="1375"/>
                    <a:pt x="101" y="1350"/>
                  </a:cubicBezTo>
                  <a:cubicBezTo>
                    <a:pt x="575" y="1138"/>
                    <a:pt x="875" y="538"/>
                    <a:pt x="638" y="51"/>
                  </a:cubicBezTo>
                  <a:cubicBezTo>
                    <a:pt x="613" y="1"/>
                    <a:pt x="525" y="51"/>
                    <a:pt x="550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4" name="Google Shape;4804;p68"/>
            <p:cNvSpPr/>
            <p:nvPr/>
          </p:nvSpPr>
          <p:spPr>
            <a:xfrm>
              <a:off x="669659" y="3178265"/>
              <a:ext cx="74725" cy="164545"/>
            </a:xfrm>
            <a:custGeom>
              <a:avLst/>
              <a:gdLst/>
              <a:ahLst/>
              <a:cxnLst/>
              <a:rect l="l" t="t" r="r" b="b"/>
              <a:pathLst>
                <a:path w="2401" h="5287" extrusionOk="0">
                  <a:moveTo>
                    <a:pt x="576" y="51"/>
                  </a:moveTo>
                  <a:cubicBezTo>
                    <a:pt x="263" y="1638"/>
                    <a:pt x="1" y="5074"/>
                    <a:pt x="2350" y="5287"/>
                  </a:cubicBezTo>
                  <a:cubicBezTo>
                    <a:pt x="2400" y="5287"/>
                    <a:pt x="2388" y="5224"/>
                    <a:pt x="2350" y="5212"/>
                  </a:cubicBezTo>
                  <a:cubicBezTo>
                    <a:pt x="63" y="4912"/>
                    <a:pt x="363" y="1600"/>
                    <a:pt x="651" y="63"/>
                  </a:cubicBezTo>
                  <a:cubicBezTo>
                    <a:pt x="663" y="13"/>
                    <a:pt x="588" y="1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5" name="Google Shape;4805;p68"/>
            <p:cNvSpPr/>
            <p:nvPr/>
          </p:nvSpPr>
          <p:spPr>
            <a:xfrm>
              <a:off x="709744" y="3258001"/>
              <a:ext cx="80918" cy="76655"/>
            </a:xfrm>
            <a:custGeom>
              <a:avLst/>
              <a:gdLst/>
              <a:ahLst/>
              <a:cxnLst/>
              <a:rect l="l" t="t" r="r" b="b"/>
              <a:pathLst>
                <a:path w="2600" h="2463" extrusionOk="0">
                  <a:moveTo>
                    <a:pt x="13" y="1500"/>
                  </a:moveTo>
                  <a:cubicBezTo>
                    <a:pt x="350" y="2175"/>
                    <a:pt x="1175" y="2462"/>
                    <a:pt x="1825" y="2012"/>
                  </a:cubicBezTo>
                  <a:cubicBezTo>
                    <a:pt x="2400" y="1600"/>
                    <a:pt x="2599" y="538"/>
                    <a:pt x="2025" y="38"/>
                  </a:cubicBezTo>
                  <a:cubicBezTo>
                    <a:pt x="1975" y="1"/>
                    <a:pt x="1900" y="76"/>
                    <a:pt x="1950" y="113"/>
                  </a:cubicBezTo>
                  <a:cubicBezTo>
                    <a:pt x="2462" y="588"/>
                    <a:pt x="2300" y="1563"/>
                    <a:pt x="1762" y="1938"/>
                  </a:cubicBezTo>
                  <a:cubicBezTo>
                    <a:pt x="1150" y="2350"/>
                    <a:pt x="400" y="2112"/>
                    <a:pt x="75" y="1463"/>
                  </a:cubicBezTo>
                  <a:cubicBezTo>
                    <a:pt x="50" y="1425"/>
                    <a:pt x="0" y="1463"/>
                    <a:pt x="13" y="1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6" name="Google Shape;4806;p68"/>
            <p:cNvSpPr/>
            <p:nvPr/>
          </p:nvSpPr>
          <p:spPr>
            <a:xfrm>
              <a:off x="719455" y="3245552"/>
              <a:ext cx="57981" cy="44754"/>
            </a:xfrm>
            <a:custGeom>
              <a:avLst/>
              <a:gdLst/>
              <a:ahLst/>
              <a:cxnLst/>
              <a:rect l="l" t="t" r="r" b="b"/>
              <a:pathLst>
                <a:path w="1863" h="1438" extrusionOk="0">
                  <a:moveTo>
                    <a:pt x="1850" y="700"/>
                  </a:moveTo>
                  <a:cubicBezTo>
                    <a:pt x="1663" y="226"/>
                    <a:pt x="1125" y="1"/>
                    <a:pt x="663" y="201"/>
                  </a:cubicBezTo>
                  <a:cubicBezTo>
                    <a:pt x="200" y="401"/>
                    <a:pt x="1" y="938"/>
                    <a:pt x="200" y="1400"/>
                  </a:cubicBezTo>
                  <a:cubicBezTo>
                    <a:pt x="225" y="1438"/>
                    <a:pt x="300" y="1413"/>
                    <a:pt x="288" y="1363"/>
                  </a:cubicBezTo>
                  <a:cubicBezTo>
                    <a:pt x="163" y="938"/>
                    <a:pt x="275" y="488"/>
                    <a:pt x="713" y="301"/>
                  </a:cubicBezTo>
                  <a:cubicBezTo>
                    <a:pt x="1125" y="138"/>
                    <a:pt x="1600" y="326"/>
                    <a:pt x="1788" y="738"/>
                  </a:cubicBezTo>
                  <a:cubicBezTo>
                    <a:pt x="1800" y="775"/>
                    <a:pt x="1863" y="738"/>
                    <a:pt x="1838" y="7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7" name="Google Shape;4807;p68"/>
            <p:cNvSpPr/>
            <p:nvPr/>
          </p:nvSpPr>
          <p:spPr>
            <a:xfrm>
              <a:off x="724123" y="3283273"/>
              <a:ext cx="38530" cy="21443"/>
            </a:xfrm>
            <a:custGeom>
              <a:avLst/>
              <a:gdLst/>
              <a:ahLst/>
              <a:cxnLst/>
              <a:rect l="l" t="t" r="r" b="b"/>
              <a:pathLst>
                <a:path w="1238" h="689" extrusionOk="0">
                  <a:moveTo>
                    <a:pt x="26" y="51"/>
                  </a:moveTo>
                  <a:cubicBezTo>
                    <a:pt x="1" y="388"/>
                    <a:pt x="375" y="638"/>
                    <a:pt x="688" y="626"/>
                  </a:cubicBezTo>
                  <a:cubicBezTo>
                    <a:pt x="1000" y="626"/>
                    <a:pt x="1238" y="351"/>
                    <a:pt x="1113" y="63"/>
                  </a:cubicBezTo>
                  <a:cubicBezTo>
                    <a:pt x="1100" y="13"/>
                    <a:pt x="1013" y="26"/>
                    <a:pt x="1025" y="88"/>
                  </a:cubicBezTo>
                  <a:cubicBezTo>
                    <a:pt x="1213" y="688"/>
                    <a:pt x="75" y="638"/>
                    <a:pt x="100" y="51"/>
                  </a:cubicBezTo>
                  <a:cubicBezTo>
                    <a:pt x="100" y="1"/>
                    <a:pt x="38" y="1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8" name="Google Shape;4808;p68"/>
            <p:cNvSpPr/>
            <p:nvPr/>
          </p:nvSpPr>
          <p:spPr>
            <a:xfrm>
              <a:off x="710896" y="2929752"/>
              <a:ext cx="89477" cy="68874"/>
            </a:xfrm>
            <a:custGeom>
              <a:avLst/>
              <a:gdLst/>
              <a:ahLst/>
              <a:cxnLst/>
              <a:rect l="l" t="t" r="r" b="b"/>
              <a:pathLst>
                <a:path w="2875" h="2213" extrusionOk="0">
                  <a:moveTo>
                    <a:pt x="88" y="463"/>
                  </a:moveTo>
                  <a:cubicBezTo>
                    <a:pt x="1400" y="113"/>
                    <a:pt x="2487" y="925"/>
                    <a:pt x="2812" y="2187"/>
                  </a:cubicBezTo>
                  <a:cubicBezTo>
                    <a:pt x="2812" y="2212"/>
                    <a:pt x="2875" y="2212"/>
                    <a:pt x="2862" y="2175"/>
                  </a:cubicBezTo>
                  <a:cubicBezTo>
                    <a:pt x="2762" y="788"/>
                    <a:pt x="1325" y="0"/>
                    <a:pt x="51" y="388"/>
                  </a:cubicBezTo>
                  <a:cubicBezTo>
                    <a:pt x="1" y="400"/>
                    <a:pt x="26" y="475"/>
                    <a:pt x="76" y="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9" name="Google Shape;4809;p68"/>
            <p:cNvSpPr/>
            <p:nvPr/>
          </p:nvSpPr>
          <p:spPr>
            <a:xfrm>
              <a:off x="701964" y="2433473"/>
              <a:ext cx="130310" cy="138869"/>
            </a:xfrm>
            <a:custGeom>
              <a:avLst/>
              <a:gdLst/>
              <a:ahLst/>
              <a:cxnLst/>
              <a:rect l="l" t="t" r="r" b="b"/>
              <a:pathLst>
                <a:path w="4187" h="4462" extrusionOk="0">
                  <a:moveTo>
                    <a:pt x="188" y="1800"/>
                  </a:moveTo>
                  <a:cubicBezTo>
                    <a:pt x="0" y="3250"/>
                    <a:pt x="1450" y="4424"/>
                    <a:pt x="2799" y="3712"/>
                  </a:cubicBezTo>
                  <a:cubicBezTo>
                    <a:pt x="4187" y="2975"/>
                    <a:pt x="3962" y="1038"/>
                    <a:pt x="3024" y="25"/>
                  </a:cubicBezTo>
                  <a:cubicBezTo>
                    <a:pt x="2999" y="0"/>
                    <a:pt x="2949" y="38"/>
                    <a:pt x="2974" y="75"/>
                  </a:cubicBezTo>
                  <a:cubicBezTo>
                    <a:pt x="3624" y="975"/>
                    <a:pt x="4074" y="2450"/>
                    <a:pt x="3124" y="3325"/>
                  </a:cubicBezTo>
                  <a:cubicBezTo>
                    <a:pt x="1912" y="4462"/>
                    <a:pt x="100" y="3375"/>
                    <a:pt x="288" y="1800"/>
                  </a:cubicBezTo>
                  <a:cubicBezTo>
                    <a:pt x="300" y="1738"/>
                    <a:pt x="188" y="1738"/>
                    <a:pt x="175" y="1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0" name="Google Shape;4810;p68"/>
            <p:cNvSpPr/>
            <p:nvPr/>
          </p:nvSpPr>
          <p:spPr>
            <a:xfrm>
              <a:off x="618338" y="2111822"/>
              <a:ext cx="182814" cy="327907"/>
            </a:xfrm>
            <a:custGeom>
              <a:avLst/>
              <a:gdLst/>
              <a:ahLst/>
              <a:cxnLst/>
              <a:rect l="l" t="t" r="r" b="b"/>
              <a:pathLst>
                <a:path w="5874" h="10536" extrusionOk="0">
                  <a:moveTo>
                    <a:pt x="5836" y="10448"/>
                  </a:moveTo>
                  <a:cubicBezTo>
                    <a:pt x="4162" y="9236"/>
                    <a:pt x="2050" y="8124"/>
                    <a:pt x="1125" y="6224"/>
                  </a:cubicBezTo>
                  <a:cubicBezTo>
                    <a:pt x="275" y="4462"/>
                    <a:pt x="100" y="1688"/>
                    <a:pt x="1300" y="63"/>
                  </a:cubicBezTo>
                  <a:cubicBezTo>
                    <a:pt x="1325" y="38"/>
                    <a:pt x="1275" y="1"/>
                    <a:pt x="1250" y="26"/>
                  </a:cubicBezTo>
                  <a:cubicBezTo>
                    <a:pt x="0" y="1463"/>
                    <a:pt x="138" y="3950"/>
                    <a:pt x="725" y="5674"/>
                  </a:cubicBezTo>
                  <a:cubicBezTo>
                    <a:pt x="1513" y="7986"/>
                    <a:pt x="3912" y="9186"/>
                    <a:pt x="5799" y="10510"/>
                  </a:cubicBezTo>
                  <a:cubicBezTo>
                    <a:pt x="5836" y="10535"/>
                    <a:pt x="5874" y="10473"/>
                    <a:pt x="5836" y="104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1" name="Google Shape;4811;p68"/>
            <p:cNvSpPr/>
            <p:nvPr/>
          </p:nvSpPr>
          <p:spPr>
            <a:xfrm>
              <a:off x="667324" y="2070616"/>
              <a:ext cx="105443" cy="125642"/>
            </a:xfrm>
            <a:custGeom>
              <a:avLst/>
              <a:gdLst/>
              <a:ahLst/>
              <a:cxnLst/>
              <a:rect l="l" t="t" r="r" b="b"/>
              <a:pathLst>
                <a:path w="3388" h="4037" extrusionOk="0">
                  <a:moveTo>
                    <a:pt x="88" y="1150"/>
                  </a:moveTo>
                  <a:cubicBezTo>
                    <a:pt x="1026" y="625"/>
                    <a:pt x="2413" y="500"/>
                    <a:pt x="2950" y="1662"/>
                  </a:cubicBezTo>
                  <a:cubicBezTo>
                    <a:pt x="3075" y="1937"/>
                    <a:pt x="3113" y="2249"/>
                    <a:pt x="3075" y="2549"/>
                  </a:cubicBezTo>
                  <a:cubicBezTo>
                    <a:pt x="3063" y="2624"/>
                    <a:pt x="3075" y="2712"/>
                    <a:pt x="3075" y="2774"/>
                  </a:cubicBezTo>
                  <a:cubicBezTo>
                    <a:pt x="2938" y="3549"/>
                    <a:pt x="2738" y="3524"/>
                    <a:pt x="2213" y="3587"/>
                  </a:cubicBezTo>
                  <a:cubicBezTo>
                    <a:pt x="1313" y="3699"/>
                    <a:pt x="976" y="3087"/>
                    <a:pt x="1113" y="2312"/>
                  </a:cubicBezTo>
                  <a:cubicBezTo>
                    <a:pt x="1226" y="1737"/>
                    <a:pt x="1526" y="1425"/>
                    <a:pt x="1938" y="1037"/>
                  </a:cubicBezTo>
                  <a:cubicBezTo>
                    <a:pt x="2250" y="737"/>
                    <a:pt x="2575" y="487"/>
                    <a:pt x="2588" y="25"/>
                  </a:cubicBezTo>
                  <a:cubicBezTo>
                    <a:pt x="2588" y="0"/>
                    <a:pt x="2550" y="0"/>
                    <a:pt x="2538" y="25"/>
                  </a:cubicBezTo>
                  <a:cubicBezTo>
                    <a:pt x="2438" y="750"/>
                    <a:pt x="1538" y="1137"/>
                    <a:pt x="1163" y="1725"/>
                  </a:cubicBezTo>
                  <a:cubicBezTo>
                    <a:pt x="863" y="2149"/>
                    <a:pt x="813" y="2712"/>
                    <a:pt x="1026" y="3187"/>
                  </a:cubicBezTo>
                  <a:cubicBezTo>
                    <a:pt x="1363" y="3912"/>
                    <a:pt x="2500" y="4036"/>
                    <a:pt x="2988" y="3387"/>
                  </a:cubicBezTo>
                  <a:cubicBezTo>
                    <a:pt x="3388" y="2874"/>
                    <a:pt x="3263" y="1800"/>
                    <a:pt x="2900" y="1312"/>
                  </a:cubicBezTo>
                  <a:cubicBezTo>
                    <a:pt x="2200" y="387"/>
                    <a:pt x="938" y="575"/>
                    <a:pt x="51" y="1087"/>
                  </a:cubicBezTo>
                  <a:cubicBezTo>
                    <a:pt x="1" y="1112"/>
                    <a:pt x="51" y="1187"/>
                    <a:pt x="88" y="1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2" name="Google Shape;4812;p68"/>
            <p:cNvSpPr/>
            <p:nvPr/>
          </p:nvSpPr>
          <p:spPr>
            <a:xfrm>
              <a:off x="735389" y="1993214"/>
              <a:ext cx="17148" cy="68874"/>
            </a:xfrm>
            <a:custGeom>
              <a:avLst/>
              <a:gdLst/>
              <a:ahLst/>
              <a:cxnLst/>
              <a:rect l="l" t="t" r="r" b="b"/>
              <a:pathLst>
                <a:path w="551" h="2213" extrusionOk="0">
                  <a:moveTo>
                    <a:pt x="476" y="2162"/>
                  </a:moveTo>
                  <a:cubicBezTo>
                    <a:pt x="551" y="1475"/>
                    <a:pt x="488" y="625"/>
                    <a:pt x="76" y="25"/>
                  </a:cubicBezTo>
                  <a:cubicBezTo>
                    <a:pt x="51" y="0"/>
                    <a:pt x="1" y="13"/>
                    <a:pt x="13" y="50"/>
                  </a:cubicBezTo>
                  <a:cubicBezTo>
                    <a:pt x="251" y="775"/>
                    <a:pt x="476" y="1387"/>
                    <a:pt x="401" y="2162"/>
                  </a:cubicBezTo>
                  <a:cubicBezTo>
                    <a:pt x="401" y="2212"/>
                    <a:pt x="476" y="2212"/>
                    <a:pt x="476" y="21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3" name="Google Shape;4813;p68"/>
            <p:cNvSpPr/>
            <p:nvPr/>
          </p:nvSpPr>
          <p:spPr>
            <a:xfrm>
              <a:off x="697295" y="2299304"/>
              <a:ext cx="120600" cy="101522"/>
            </a:xfrm>
            <a:custGeom>
              <a:avLst/>
              <a:gdLst/>
              <a:ahLst/>
              <a:cxnLst/>
              <a:rect l="l" t="t" r="r" b="b"/>
              <a:pathLst>
                <a:path w="3875" h="3262" extrusionOk="0">
                  <a:moveTo>
                    <a:pt x="38" y="2237"/>
                  </a:moveTo>
                  <a:cubicBezTo>
                    <a:pt x="688" y="2787"/>
                    <a:pt x="1500" y="3262"/>
                    <a:pt x="2375" y="3074"/>
                  </a:cubicBezTo>
                  <a:cubicBezTo>
                    <a:pt x="3212" y="2887"/>
                    <a:pt x="3812" y="2087"/>
                    <a:pt x="3849" y="1250"/>
                  </a:cubicBezTo>
                  <a:cubicBezTo>
                    <a:pt x="3874" y="675"/>
                    <a:pt x="3487" y="0"/>
                    <a:pt x="2824" y="75"/>
                  </a:cubicBezTo>
                  <a:cubicBezTo>
                    <a:pt x="2475" y="113"/>
                    <a:pt x="2062" y="463"/>
                    <a:pt x="2437" y="750"/>
                  </a:cubicBezTo>
                  <a:cubicBezTo>
                    <a:pt x="2475" y="775"/>
                    <a:pt x="2512" y="712"/>
                    <a:pt x="2475" y="675"/>
                  </a:cubicBezTo>
                  <a:cubicBezTo>
                    <a:pt x="3299" y="250"/>
                    <a:pt x="3724" y="400"/>
                    <a:pt x="3749" y="1137"/>
                  </a:cubicBezTo>
                  <a:cubicBezTo>
                    <a:pt x="3737" y="1450"/>
                    <a:pt x="3662" y="1762"/>
                    <a:pt x="3499" y="2037"/>
                  </a:cubicBezTo>
                  <a:cubicBezTo>
                    <a:pt x="3299" y="2474"/>
                    <a:pt x="2912" y="2799"/>
                    <a:pt x="2450" y="2937"/>
                  </a:cubicBezTo>
                  <a:cubicBezTo>
                    <a:pt x="1562" y="3174"/>
                    <a:pt x="750" y="2712"/>
                    <a:pt x="75" y="2187"/>
                  </a:cubicBezTo>
                  <a:cubicBezTo>
                    <a:pt x="50" y="2162"/>
                    <a:pt x="0" y="2212"/>
                    <a:pt x="38" y="22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4" name="Google Shape;4814;p68"/>
            <p:cNvSpPr/>
            <p:nvPr/>
          </p:nvSpPr>
          <p:spPr>
            <a:xfrm>
              <a:off x="733055" y="2389901"/>
              <a:ext cx="137717" cy="28446"/>
            </a:xfrm>
            <a:custGeom>
              <a:avLst/>
              <a:gdLst/>
              <a:ahLst/>
              <a:cxnLst/>
              <a:rect l="l" t="t" r="r" b="b"/>
              <a:pathLst>
                <a:path w="4425" h="914" extrusionOk="0">
                  <a:moveTo>
                    <a:pt x="38" y="88"/>
                  </a:moveTo>
                  <a:cubicBezTo>
                    <a:pt x="551" y="538"/>
                    <a:pt x="1238" y="663"/>
                    <a:pt x="1913" y="738"/>
                  </a:cubicBezTo>
                  <a:cubicBezTo>
                    <a:pt x="2725" y="826"/>
                    <a:pt x="3712" y="913"/>
                    <a:pt x="4400" y="388"/>
                  </a:cubicBezTo>
                  <a:cubicBezTo>
                    <a:pt x="4425" y="363"/>
                    <a:pt x="4400" y="313"/>
                    <a:pt x="4362" y="326"/>
                  </a:cubicBezTo>
                  <a:cubicBezTo>
                    <a:pt x="3238" y="913"/>
                    <a:pt x="1101" y="876"/>
                    <a:pt x="101" y="26"/>
                  </a:cubicBezTo>
                  <a:cubicBezTo>
                    <a:pt x="63" y="1"/>
                    <a:pt x="1" y="51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5" name="Google Shape;4815;p68"/>
            <p:cNvSpPr/>
            <p:nvPr/>
          </p:nvSpPr>
          <p:spPr>
            <a:xfrm>
              <a:off x="869590" y="2390306"/>
              <a:ext cx="15188" cy="14814"/>
            </a:xfrm>
            <a:custGeom>
              <a:avLst/>
              <a:gdLst/>
              <a:ahLst/>
              <a:cxnLst/>
              <a:rect l="l" t="t" r="r" b="b"/>
              <a:pathLst>
                <a:path w="488" h="476" extrusionOk="0">
                  <a:moveTo>
                    <a:pt x="50" y="350"/>
                  </a:moveTo>
                  <a:cubicBezTo>
                    <a:pt x="0" y="263"/>
                    <a:pt x="25" y="150"/>
                    <a:pt x="88" y="88"/>
                  </a:cubicBezTo>
                  <a:cubicBezTo>
                    <a:pt x="163" y="25"/>
                    <a:pt x="250" y="0"/>
                    <a:pt x="338" y="13"/>
                  </a:cubicBezTo>
                  <a:cubicBezTo>
                    <a:pt x="375" y="13"/>
                    <a:pt x="400" y="25"/>
                    <a:pt x="425" y="50"/>
                  </a:cubicBezTo>
                  <a:cubicBezTo>
                    <a:pt x="450" y="88"/>
                    <a:pt x="463" y="125"/>
                    <a:pt x="463" y="163"/>
                  </a:cubicBezTo>
                  <a:cubicBezTo>
                    <a:pt x="488" y="288"/>
                    <a:pt x="425" y="413"/>
                    <a:pt x="300" y="463"/>
                  </a:cubicBezTo>
                  <a:cubicBezTo>
                    <a:pt x="175" y="475"/>
                    <a:pt x="50" y="375"/>
                    <a:pt x="50" y="238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6" name="Google Shape;4816;p68"/>
            <p:cNvSpPr/>
            <p:nvPr/>
          </p:nvSpPr>
          <p:spPr>
            <a:xfrm>
              <a:off x="866073" y="2382525"/>
              <a:ext cx="21443" cy="27637"/>
            </a:xfrm>
            <a:custGeom>
              <a:avLst/>
              <a:gdLst/>
              <a:ahLst/>
              <a:cxnLst/>
              <a:rect l="l" t="t" r="r" b="b"/>
              <a:pathLst>
                <a:path w="689" h="888" extrusionOk="0">
                  <a:moveTo>
                    <a:pt x="213" y="588"/>
                  </a:moveTo>
                  <a:cubicBezTo>
                    <a:pt x="251" y="300"/>
                    <a:pt x="313" y="250"/>
                    <a:pt x="426" y="425"/>
                  </a:cubicBezTo>
                  <a:cubicBezTo>
                    <a:pt x="601" y="575"/>
                    <a:pt x="526" y="588"/>
                    <a:pt x="201" y="475"/>
                  </a:cubicBezTo>
                  <a:cubicBezTo>
                    <a:pt x="201" y="438"/>
                    <a:pt x="126" y="450"/>
                    <a:pt x="126" y="488"/>
                  </a:cubicBezTo>
                  <a:cubicBezTo>
                    <a:pt x="126" y="888"/>
                    <a:pt x="688" y="800"/>
                    <a:pt x="626" y="400"/>
                  </a:cubicBezTo>
                  <a:cubicBezTo>
                    <a:pt x="576" y="0"/>
                    <a:pt x="1" y="238"/>
                    <a:pt x="101" y="613"/>
                  </a:cubicBezTo>
                  <a:cubicBezTo>
                    <a:pt x="113" y="700"/>
                    <a:pt x="238" y="663"/>
                    <a:pt x="213" y="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7" name="Google Shape;4817;p68"/>
            <p:cNvSpPr/>
            <p:nvPr/>
          </p:nvSpPr>
          <p:spPr>
            <a:xfrm>
              <a:off x="660726" y="2105597"/>
              <a:ext cx="3921" cy="3921"/>
            </a:xfrm>
            <a:custGeom>
              <a:avLst/>
              <a:gdLst/>
              <a:ahLst/>
              <a:cxnLst/>
              <a:rect l="l" t="t" r="r" b="b"/>
              <a:pathLst>
                <a:path w="126" h="126" extrusionOk="0">
                  <a:moveTo>
                    <a:pt x="63" y="88"/>
                  </a:moveTo>
                  <a:lnTo>
                    <a:pt x="88" y="88"/>
                  </a:lnTo>
                  <a:cubicBezTo>
                    <a:pt x="126" y="88"/>
                    <a:pt x="126" y="38"/>
                    <a:pt x="88" y="26"/>
                  </a:cubicBezTo>
                  <a:lnTo>
                    <a:pt x="63" y="26"/>
                  </a:lnTo>
                  <a:cubicBezTo>
                    <a:pt x="1" y="1"/>
                    <a:pt x="1" y="126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8" name="Google Shape;4818;p68"/>
            <p:cNvSpPr/>
            <p:nvPr/>
          </p:nvSpPr>
          <p:spPr>
            <a:xfrm>
              <a:off x="714786" y="1944196"/>
              <a:ext cx="21817" cy="52535"/>
            </a:xfrm>
            <a:custGeom>
              <a:avLst/>
              <a:gdLst/>
              <a:ahLst/>
              <a:cxnLst/>
              <a:rect l="l" t="t" r="r" b="b"/>
              <a:pathLst>
                <a:path w="701" h="1688" extrusionOk="0">
                  <a:moveTo>
                    <a:pt x="638" y="1550"/>
                  </a:moveTo>
                  <a:cubicBezTo>
                    <a:pt x="388" y="1463"/>
                    <a:pt x="276" y="1025"/>
                    <a:pt x="226" y="800"/>
                  </a:cubicBezTo>
                  <a:cubicBezTo>
                    <a:pt x="188" y="563"/>
                    <a:pt x="201" y="313"/>
                    <a:pt x="238" y="63"/>
                  </a:cubicBezTo>
                  <a:cubicBezTo>
                    <a:pt x="238" y="13"/>
                    <a:pt x="163" y="1"/>
                    <a:pt x="138" y="51"/>
                  </a:cubicBezTo>
                  <a:cubicBezTo>
                    <a:pt x="1" y="513"/>
                    <a:pt x="76" y="1463"/>
                    <a:pt x="613" y="1663"/>
                  </a:cubicBezTo>
                  <a:cubicBezTo>
                    <a:pt x="675" y="1688"/>
                    <a:pt x="700" y="1575"/>
                    <a:pt x="638" y="15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9" name="Google Shape;4819;p68"/>
            <p:cNvSpPr/>
            <p:nvPr/>
          </p:nvSpPr>
          <p:spPr>
            <a:xfrm>
              <a:off x="717899" y="1943822"/>
              <a:ext cx="24525" cy="52535"/>
            </a:xfrm>
            <a:custGeom>
              <a:avLst/>
              <a:gdLst/>
              <a:ahLst/>
              <a:cxnLst/>
              <a:rect l="l" t="t" r="r" b="b"/>
              <a:pathLst>
                <a:path w="788" h="1688" extrusionOk="0">
                  <a:moveTo>
                    <a:pt x="38" y="113"/>
                  </a:moveTo>
                  <a:cubicBezTo>
                    <a:pt x="413" y="513"/>
                    <a:pt x="600" y="1062"/>
                    <a:pt x="550" y="1600"/>
                  </a:cubicBezTo>
                  <a:cubicBezTo>
                    <a:pt x="550" y="1662"/>
                    <a:pt x="625" y="1687"/>
                    <a:pt x="638" y="1625"/>
                  </a:cubicBezTo>
                  <a:cubicBezTo>
                    <a:pt x="788" y="1125"/>
                    <a:pt x="475" y="400"/>
                    <a:pt x="113" y="50"/>
                  </a:cubicBezTo>
                  <a:cubicBezTo>
                    <a:pt x="63" y="0"/>
                    <a:pt x="1" y="63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0" name="Google Shape;4820;p68"/>
            <p:cNvSpPr/>
            <p:nvPr/>
          </p:nvSpPr>
          <p:spPr>
            <a:xfrm>
              <a:off x="747465" y="2030156"/>
              <a:ext cx="37347" cy="41268"/>
            </a:xfrm>
            <a:custGeom>
              <a:avLst/>
              <a:gdLst/>
              <a:ahLst/>
              <a:cxnLst/>
              <a:rect l="l" t="t" r="r" b="b"/>
              <a:pathLst>
                <a:path w="1200" h="1326" extrusionOk="0">
                  <a:moveTo>
                    <a:pt x="100" y="1275"/>
                  </a:moveTo>
                  <a:cubicBezTo>
                    <a:pt x="88" y="963"/>
                    <a:pt x="250" y="713"/>
                    <a:pt x="450" y="463"/>
                  </a:cubicBezTo>
                  <a:cubicBezTo>
                    <a:pt x="613" y="238"/>
                    <a:pt x="875" y="100"/>
                    <a:pt x="1163" y="75"/>
                  </a:cubicBezTo>
                  <a:cubicBezTo>
                    <a:pt x="1200" y="75"/>
                    <a:pt x="1200" y="0"/>
                    <a:pt x="1150" y="0"/>
                  </a:cubicBezTo>
                  <a:cubicBezTo>
                    <a:pt x="850" y="13"/>
                    <a:pt x="563" y="163"/>
                    <a:pt x="388" y="413"/>
                  </a:cubicBezTo>
                  <a:cubicBezTo>
                    <a:pt x="188" y="663"/>
                    <a:pt x="0" y="938"/>
                    <a:pt x="25" y="1275"/>
                  </a:cubicBezTo>
                  <a:cubicBezTo>
                    <a:pt x="25" y="1325"/>
                    <a:pt x="100" y="1325"/>
                    <a:pt x="100" y="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1" name="Google Shape;4821;p68"/>
            <p:cNvSpPr/>
            <p:nvPr/>
          </p:nvSpPr>
          <p:spPr>
            <a:xfrm>
              <a:off x="748243" y="2029752"/>
              <a:ext cx="36195" cy="41673"/>
            </a:xfrm>
            <a:custGeom>
              <a:avLst/>
              <a:gdLst/>
              <a:ahLst/>
              <a:cxnLst/>
              <a:rect l="l" t="t" r="r" b="b"/>
              <a:pathLst>
                <a:path w="1163" h="1339" extrusionOk="0">
                  <a:moveTo>
                    <a:pt x="1100" y="51"/>
                  </a:moveTo>
                  <a:cubicBezTo>
                    <a:pt x="1013" y="313"/>
                    <a:pt x="875" y="563"/>
                    <a:pt x="700" y="788"/>
                  </a:cubicBezTo>
                  <a:cubicBezTo>
                    <a:pt x="525" y="1013"/>
                    <a:pt x="288" y="1076"/>
                    <a:pt x="50" y="1213"/>
                  </a:cubicBezTo>
                  <a:cubicBezTo>
                    <a:pt x="0" y="1251"/>
                    <a:pt x="38" y="1338"/>
                    <a:pt x="100" y="1313"/>
                  </a:cubicBezTo>
                  <a:cubicBezTo>
                    <a:pt x="675" y="1201"/>
                    <a:pt x="1088" y="626"/>
                    <a:pt x="1163" y="63"/>
                  </a:cubicBezTo>
                  <a:cubicBezTo>
                    <a:pt x="1163" y="26"/>
                    <a:pt x="1113" y="1"/>
                    <a:pt x="1100" y="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2" name="Google Shape;4822;p68"/>
            <p:cNvSpPr/>
            <p:nvPr/>
          </p:nvSpPr>
          <p:spPr>
            <a:xfrm>
              <a:off x="757175" y="2407019"/>
              <a:ext cx="108151" cy="47866"/>
            </a:xfrm>
            <a:custGeom>
              <a:avLst/>
              <a:gdLst/>
              <a:ahLst/>
              <a:cxnLst/>
              <a:rect l="l" t="t" r="r" b="b"/>
              <a:pathLst>
                <a:path w="3475" h="1538" extrusionOk="0">
                  <a:moveTo>
                    <a:pt x="38" y="88"/>
                  </a:moveTo>
                  <a:cubicBezTo>
                    <a:pt x="1025" y="813"/>
                    <a:pt x="2175" y="1313"/>
                    <a:pt x="3387" y="1525"/>
                  </a:cubicBezTo>
                  <a:cubicBezTo>
                    <a:pt x="3450" y="1538"/>
                    <a:pt x="3475" y="1450"/>
                    <a:pt x="3412" y="1438"/>
                  </a:cubicBezTo>
                  <a:cubicBezTo>
                    <a:pt x="2213" y="1213"/>
                    <a:pt x="1075" y="738"/>
                    <a:pt x="76" y="26"/>
                  </a:cubicBezTo>
                  <a:cubicBezTo>
                    <a:pt x="38" y="1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3" name="Google Shape;4823;p68"/>
            <p:cNvSpPr/>
            <p:nvPr/>
          </p:nvSpPr>
          <p:spPr>
            <a:xfrm>
              <a:off x="862182" y="2445517"/>
              <a:ext cx="20665" cy="22221"/>
            </a:xfrm>
            <a:custGeom>
              <a:avLst/>
              <a:gdLst/>
              <a:ahLst/>
              <a:cxnLst/>
              <a:rect l="l" t="t" r="r" b="b"/>
              <a:pathLst>
                <a:path w="664" h="714" extrusionOk="0">
                  <a:moveTo>
                    <a:pt x="151" y="251"/>
                  </a:moveTo>
                  <a:cubicBezTo>
                    <a:pt x="176" y="351"/>
                    <a:pt x="188" y="363"/>
                    <a:pt x="176" y="288"/>
                  </a:cubicBezTo>
                  <a:cubicBezTo>
                    <a:pt x="163" y="251"/>
                    <a:pt x="163" y="213"/>
                    <a:pt x="176" y="176"/>
                  </a:cubicBezTo>
                  <a:cubicBezTo>
                    <a:pt x="176" y="138"/>
                    <a:pt x="113" y="113"/>
                    <a:pt x="101" y="151"/>
                  </a:cubicBezTo>
                  <a:cubicBezTo>
                    <a:pt x="1" y="376"/>
                    <a:pt x="238" y="713"/>
                    <a:pt x="451" y="463"/>
                  </a:cubicBezTo>
                  <a:cubicBezTo>
                    <a:pt x="663" y="213"/>
                    <a:pt x="288" y="1"/>
                    <a:pt x="88" y="176"/>
                  </a:cubicBezTo>
                  <a:cubicBezTo>
                    <a:pt x="38" y="213"/>
                    <a:pt x="101" y="276"/>
                    <a:pt x="151" y="2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4" name="Google Shape;4824;p68"/>
            <p:cNvSpPr/>
            <p:nvPr/>
          </p:nvSpPr>
          <p:spPr>
            <a:xfrm>
              <a:off x="742797" y="2360366"/>
              <a:ext cx="102300" cy="38125"/>
            </a:xfrm>
            <a:custGeom>
              <a:avLst/>
              <a:gdLst/>
              <a:ahLst/>
              <a:cxnLst/>
              <a:rect l="l" t="t" r="r" b="b"/>
              <a:pathLst>
                <a:path w="3287" h="1225" extrusionOk="0">
                  <a:moveTo>
                    <a:pt x="63" y="1087"/>
                  </a:moveTo>
                  <a:cubicBezTo>
                    <a:pt x="1163" y="1225"/>
                    <a:pt x="2537" y="1000"/>
                    <a:pt x="3262" y="75"/>
                  </a:cubicBezTo>
                  <a:cubicBezTo>
                    <a:pt x="3287" y="38"/>
                    <a:pt x="3250" y="0"/>
                    <a:pt x="3225" y="25"/>
                  </a:cubicBezTo>
                  <a:cubicBezTo>
                    <a:pt x="2287" y="812"/>
                    <a:pt x="1288" y="1137"/>
                    <a:pt x="63" y="1000"/>
                  </a:cubicBezTo>
                  <a:cubicBezTo>
                    <a:pt x="0" y="987"/>
                    <a:pt x="0" y="1087"/>
                    <a:pt x="63" y="1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5" name="Google Shape;4825;p68"/>
            <p:cNvSpPr/>
            <p:nvPr/>
          </p:nvSpPr>
          <p:spPr>
            <a:xfrm>
              <a:off x="838467" y="2348695"/>
              <a:ext cx="18705" cy="15966"/>
            </a:xfrm>
            <a:custGeom>
              <a:avLst/>
              <a:gdLst/>
              <a:ahLst/>
              <a:cxnLst/>
              <a:rect l="l" t="t" r="r" b="b"/>
              <a:pathLst>
                <a:path w="601" h="513" extrusionOk="0">
                  <a:moveTo>
                    <a:pt x="250" y="100"/>
                  </a:moveTo>
                  <a:cubicBezTo>
                    <a:pt x="250" y="188"/>
                    <a:pt x="275" y="213"/>
                    <a:pt x="325" y="150"/>
                  </a:cubicBezTo>
                  <a:cubicBezTo>
                    <a:pt x="363" y="138"/>
                    <a:pt x="350" y="88"/>
                    <a:pt x="313" y="88"/>
                  </a:cubicBezTo>
                  <a:cubicBezTo>
                    <a:pt x="26" y="88"/>
                    <a:pt x="1" y="513"/>
                    <a:pt x="288" y="488"/>
                  </a:cubicBezTo>
                  <a:cubicBezTo>
                    <a:pt x="600" y="450"/>
                    <a:pt x="550" y="0"/>
                    <a:pt x="250" y="25"/>
                  </a:cubicBezTo>
                  <a:cubicBezTo>
                    <a:pt x="213" y="25"/>
                    <a:pt x="213" y="100"/>
                    <a:pt x="250" y="1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6" name="Google Shape;4826;p68"/>
            <p:cNvSpPr/>
            <p:nvPr/>
          </p:nvSpPr>
          <p:spPr>
            <a:xfrm>
              <a:off x="638941" y="1849303"/>
              <a:ext cx="75099" cy="295602"/>
            </a:xfrm>
            <a:custGeom>
              <a:avLst/>
              <a:gdLst/>
              <a:ahLst/>
              <a:cxnLst/>
              <a:rect l="l" t="t" r="r" b="b"/>
              <a:pathLst>
                <a:path w="2413" h="9498" extrusionOk="0">
                  <a:moveTo>
                    <a:pt x="76" y="9473"/>
                  </a:moveTo>
                  <a:cubicBezTo>
                    <a:pt x="776" y="7698"/>
                    <a:pt x="1488" y="6374"/>
                    <a:pt x="1675" y="4462"/>
                  </a:cubicBezTo>
                  <a:cubicBezTo>
                    <a:pt x="1838" y="2737"/>
                    <a:pt x="1438" y="1488"/>
                    <a:pt x="488" y="63"/>
                  </a:cubicBezTo>
                  <a:cubicBezTo>
                    <a:pt x="451" y="0"/>
                    <a:pt x="338" y="63"/>
                    <a:pt x="388" y="125"/>
                  </a:cubicBezTo>
                  <a:cubicBezTo>
                    <a:pt x="2413" y="3450"/>
                    <a:pt x="1275" y="6124"/>
                    <a:pt x="26" y="9448"/>
                  </a:cubicBezTo>
                  <a:cubicBezTo>
                    <a:pt x="1" y="9485"/>
                    <a:pt x="63" y="9498"/>
                    <a:pt x="76" y="9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7" name="Google Shape;4827;p68"/>
            <p:cNvSpPr/>
            <p:nvPr/>
          </p:nvSpPr>
          <p:spPr>
            <a:xfrm>
              <a:off x="707410" y="2452924"/>
              <a:ext cx="61467" cy="39681"/>
            </a:xfrm>
            <a:custGeom>
              <a:avLst/>
              <a:gdLst/>
              <a:ahLst/>
              <a:cxnLst/>
              <a:rect l="l" t="t" r="r" b="b"/>
              <a:pathLst>
                <a:path w="1975" h="1275" extrusionOk="0">
                  <a:moveTo>
                    <a:pt x="75" y="1238"/>
                  </a:moveTo>
                  <a:cubicBezTo>
                    <a:pt x="163" y="813"/>
                    <a:pt x="363" y="425"/>
                    <a:pt x="775" y="238"/>
                  </a:cubicBezTo>
                  <a:cubicBezTo>
                    <a:pt x="1262" y="25"/>
                    <a:pt x="1850" y="288"/>
                    <a:pt x="1862" y="863"/>
                  </a:cubicBezTo>
                  <a:cubicBezTo>
                    <a:pt x="1862" y="938"/>
                    <a:pt x="1975" y="938"/>
                    <a:pt x="1975" y="863"/>
                  </a:cubicBezTo>
                  <a:cubicBezTo>
                    <a:pt x="1975" y="375"/>
                    <a:pt x="1550" y="0"/>
                    <a:pt x="1062" y="50"/>
                  </a:cubicBezTo>
                  <a:cubicBezTo>
                    <a:pt x="450" y="113"/>
                    <a:pt x="100" y="663"/>
                    <a:pt x="13" y="1213"/>
                  </a:cubicBezTo>
                  <a:cubicBezTo>
                    <a:pt x="0" y="1250"/>
                    <a:pt x="63" y="1275"/>
                    <a:pt x="75" y="12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8" name="Google Shape;4828;p68"/>
            <p:cNvSpPr/>
            <p:nvPr/>
          </p:nvSpPr>
          <p:spPr>
            <a:xfrm>
              <a:off x="675883" y="2147613"/>
              <a:ext cx="39339" cy="77806"/>
            </a:xfrm>
            <a:custGeom>
              <a:avLst/>
              <a:gdLst/>
              <a:ahLst/>
              <a:cxnLst/>
              <a:rect l="l" t="t" r="r" b="b"/>
              <a:pathLst>
                <a:path w="1264" h="2500" extrusionOk="0">
                  <a:moveTo>
                    <a:pt x="651" y="50"/>
                  </a:moveTo>
                  <a:cubicBezTo>
                    <a:pt x="638" y="350"/>
                    <a:pt x="701" y="650"/>
                    <a:pt x="838" y="925"/>
                  </a:cubicBezTo>
                  <a:cubicBezTo>
                    <a:pt x="1138" y="1625"/>
                    <a:pt x="838" y="2312"/>
                    <a:pt x="38" y="2412"/>
                  </a:cubicBezTo>
                  <a:cubicBezTo>
                    <a:pt x="1" y="2412"/>
                    <a:pt x="13" y="2487"/>
                    <a:pt x="51" y="2487"/>
                  </a:cubicBezTo>
                  <a:cubicBezTo>
                    <a:pt x="488" y="2500"/>
                    <a:pt x="888" y="2225"/>
                    <a:pt x="1038" y="1812"/>
                  </a:cubicBezTo>
                  <a:cubicBezTo>
                    <a:pt x="1263" y="1175"/>
                    <a:pt x="713" y="675"/>
                    <a:pt x="726" y="50"/>
                  </a:cubicBezTo>
                  <a:cubicBezTo>
                    <a:pt x="726" y="0"/>
                    <a:pt x="651" y="0"/>
                    <a:pt x="651" y="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9" name="Google Shape;4829;p68"/>
            <p:cNvSpPr/>
            <p:nvPr/>
          </p:nvSpPr>
          <p:spPr>
            <a:xfrm>
              <a:off x="656463" y="2188850"/>
              <a:ext cx="26859" cy="38125"/>
            </a:xfrm>
            <a:custGeom>
              <a:avLst/>
              <a:gdLst/>
              <a:ahLst/>
              <a:cxnLst/>
              <a:rect l="l" t="t" r="r" b="b"/>
              <a:pathLst>
                <a:path w="863" h="1225" extrusionOk="0">
                  <a:moveTo>
                    <a:pt x="800" y="1050"/>
                  </a:moveTo>
                  <a:cubicBezTo>
                    <a:pt x="288" y="1225"/>
                    <a:pt x="38" y="387"/>
                    <a:pt x="300" y="63"/>
                  </a:cubicBezTo>
                  <a:cubicBezTo>
                    <a:pt x="313" y="25"/>
                    <a:pt x="275" y="0"/>
                    <a:pt x="250" y="13"/>
                  </a:cubicBezTo>
                  <a:cubicBezTo>
                    <a:pt x="0" y="163"/>
                    <a:pt x="75" y="550"/>
                    <a:pt x="163" y="775"/>
                  </a:cubicBezTo>
                  <a:cubicBezTo>
                    <a:pt x="275" y="1062"/>
                    <a:pt x="525" y="1225"/>
                    <a:pt x="825" y="1112"/>
                  </a:cubicBezTo>
                  <a:cubicBezTo>
                    <a:pt x="862" y="1100"/>
                    <a:pt x="850" y="1025"/>
                    <a:pt x="800" y="1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0" name="Google Shape;4830;p68"/>
            <p:cNvSpPr/>
            <p:nvPr/>
          </p:nvSpPr>
          <p:spPr>
            <a:xfrm>
              <a:off x="784407" y="2424541"/>
              <a:ext cx="70430" cy="101148"/>
            </a:xfrm>
            <a:custGeom>
              <a:avLst/>
              <a:gdLst/>
              <a:ahLst/>
              <a:cxnLst/>
              <a:rect l="l" t="t" r="r" b="b"/>
              <a:pathLst>
                <a:path w="2263" h="3250" extrusionOk="0">
                  <a:moveTo>
                    <a:pt x="50" y="88"/>
                  </a:moveTo>
                  <a:cubicBezTo>
                    <a:pt x="988" y="900"/>
                    <a:pt x="2062" y="1787"/>
                    <a:pt x="1875" y="3174"/>
                  </a:cubicBezTo>
                  <a:cubicBezTo>
                    <a:pt x="1875" y="3224"/>
                    <a:pt x="1950" y="3249"/>
                    <a:pt x="1962" y="3199"/>
                  </a:cubicBezTo>
                  <a:cubicBezTo>
                    <a:pt x="2262" y="1800"/>
                    <a:pt x="1050" y="825"/>
                    <a:pt x="88" y="38"/>
                  </a:cubicBezTo>
                  <a:cubicBezTo>
                    <a:pt x="50" y="0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1" name="Google Shape;4831;p68"/>
            <p:cNvSpPr/>
            <p:nvPr/>
          </p:nvSpPr>
          <p:spPr>
            <a:xfrm>
              <a:off x="720637" y="2201672"/>
              <a:ext cx="19078" cy="38530"/>
            </a:xfrm>
            <a:custGeom>
              <a:avLst/>
              <a:gdLst/>
              <a:ahLst/>
              <a:cxnLst/>
              <a:rect l="l" t="t" r="r" b="b"/>
              <a:pathLst>
                <a:path w="613" h="1238" extrusionOk="0">
                  <a:moveTo>
                    <a:pt x="25" y="63"/>
                  </a:moveTo>
                  <a:cubicBezTo>
                    <a:pt x="0" y="288"/>
                    <a:pt x="50" y="513"/>
                    <a:pt x="162" y="713"/>
                  </a:cubicBezTo>
                  <a:cubicBezTo>
                    <a:pt x="237" y="900"/>
                    <a:pt x="362" y="1075"/>
                    <a:pt x="525" y="1213"/>
                  </a:cubicBezTo>
                  <a:cubicBezTo>
                    <a:pt x="575" y="1238"/>
                    <a:pt x="612" y="1175"/>
                    <a:pt x="587" y="1138"/>
                  </a:cubicBezTo>
                  <a:cubicBezTo>
                    <a:pt x="300" y="850"/>
                    <a:pt x="125" y="463"/>
                    <a:pt x="113" y="63"/>
                  </a:cubicBezTo>
                  <a:cubicBezTo>
                    <a:pt x="113" y="0"/>
                    <a:pt x="25" y="0"/>
                    <a:pt x="25" y="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2" name="Google Shape;4832;p68"/>
            <p:cNvSpPr/>
            <p:nvPr/>
          </p:nvSpPr>
          <p:spPr>
            <a:xfrm>
              <a:off x="720233" y="2197782"/>
              <a:ext cx="27263" cy="42825"/>
            </a:xfrm>
            <a:custGeom>
              <a:avLst/>
              <a:gdLst/>
              <a:ahLst/>
              <a:cxnLst/>
              <a:rect l="l" t="t" r="r" b="b"/>
              <a:pathLst>
                <a:path w="876" h="1376" extrusionOk="0">
                  <a:moveTo>
                    <a:pt x="638" y="1325"/>
                  </a:moveTo>
                  <a:cubicBezTo>
                    <a:pt x="875" y="838"/>
                    <a:pt x="575" y="225"/>
                    <a:pt x="101" y="25"/>
                  </a:cubicBezTo>
                  <a:cubicBezTo>
                    <a:pt x="38" y="0"/>
                    <a:pt x="1" y="100"/>
                    <a:pt x="51" y="125"/>
                  </a:cubicBezTo>
                  <a:cubicBezTo>
                    <a:pt x="475" y="313"/>
                    <a:pt x="763" y="825"/>
                    <a:pt x="550" y="1275"/>
                  </a:cubicBezTo>
                  <a:cubicBezTo>
                    <a:pt x="525" y="1325"/>
                    <a:pt x="613" y="1375"/>
                    <a:pt x="638" y="13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3" name="Google Shape;4833;p68"/>
            <p:cNvSpPr/>
            <p:nvPr/>
          </p:nvSpPr>
          <p:spPr>
            <a:xfrm>
              <a:off x="669659" y="1781643"/>
              <a:ext cx="74321" cy="164545"/>
            </a:xfrm>
            <a:custGeom>
              <a:avLst/>
              <a:gdLst/>
              <a:ahLst/>
              <a:cxnLst/>
              <a:rect l="l" t="t" r="r" b="b"/>
              <a:pathLst>
                <a:path w="2388" h="5287" extrusionOk="0">
                  <a:moveTo>
                    <a:pt x="651" y="5211"/>
                  </a:moveTo>
                  <a:cubicBezTo>
                    <a:pt x="363" y="3674"/>
                    <a:pt x="51" y="375"/>
                    <a:pt x="2338" y="75"/>
                  </a:cubicBezTo>
                  <a:cubicBezTo>
                    <a:pt x="2388" y="75"/>
                    <a:pt x="2388" y="0"/>
                    <a:pt x="2338" y="0"/>
                  </a:cubicBezTo>
                  <a:cubicBezTo>
                    <a:pt x="1" y="212"/>
                    <a:pt x="263" y="3649"/>
                    <a:pt x="576" y="5236"/>
                  </a:cubicBezTo>
                  <a:cubicBezTo>
                    <a:pt x="588" y="5286"/>
                    <a:pt x="663" y="5261"/>
                    <a:pt x="651" y="5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4" name="Google Shape;4834;p68"/>
            <p:cNvSpPr/>
            <p:nvPr/>
          </p:nvSpPr>
          <p:spPr>
            <a:xfrm>
              <a:off x="709744" y="1790171"/>
              <a:ext cx="80918" cy="76281"/>
            </a:xfrm>
            <a:custGeom>
              <a:avLst/>
              <a:gdLst/>
              <a:ahLst/>
              <a:cxnLst/>
              <a:rect l="l" t="t" r="r" b="b"/>
              <a:pathLst>
                <a:path w="2600" h="2451" extrusionOk="0">
                  <a:moveTo>
                    <a:pt x="75" y="976"/>
                  </a:moveTo>
                  <a:cubicBezTo>
                    <a:pt x="400" y="351"/>
                    <a:pt x="1162" y="88"/>
                    <a:pt x="1762" y="513"/>
                  </a:cubicBezTo>
                  <a:cubicBezTo>
                    <a:pt x="2300" y="888"/>
                    <a:pt x="2474" y="1863"/>
                    <a:pt x="1950" y="2325"/>
                  </a:cubicBezTo>
                  <a:cubicBezTo>
                    <a:pt x="1900" y="2375"/>
                    <a:pt x="1975" y="2450"/>
                    <a:pt x="2025" y="2400"/>
                  </a:cubicBezTo>
                  <a:cubicBezTo>
                    <a:pt x="2599" y="1913"/>
                    <a:pt x="2412" y="838"/>
                    <a:pt x="1825" y="438"/>
                  </a:cubicBezTo>
                  <a:cubicBezTo>
                    <a:pt x="1187" y="1"/>
                    <a:pt x="325" y="251"/>
                    <a:pt x="13" y="938"/>
                  </a:cubicBezTo>
                  <a:cubicBezTo>
                    <a:pt x="0" y="976"/>
                    <a:pt x="50" y="1013"/>
                    <a:pt x="75" y="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5" name="Google Shape;4835;p68"/>
            <p:cNvSpPr/>
            <p:nvPr/>
          </p:nvSpPr>
          <p:spPr>
            <a:xfrm>
              <a:off x="719455" y="1833742"/>
              <a:ext cx="58386" cy="44754"/>
            </a:xfrm>
            <a:custGeom>
              <a:avLst/>
              <a:gdLst/>
              <a:ahLst/>
              <a:cxnLst/>
              <a:rect l="l" t="t" r="r" b="b"/>
              <a:pathLst>
                <a:path w="1876" h="1438" extrusionOk="0">
                  <a:moveTo>
                    <a:pt x="1788" y="713"/>
                  </a:moveTo>
                  <a:cubicBezTo>
                    <a:pt x="1600" y="1125"/>
                    <a:pt x="1138" y="1313"/>
                    <a:pt x="725" y="1150"/>
                  </a:cubicBezTo>
                  <a:cubicBezTo>
                    <a:pt x="288" y="963"/>
                    <a:pt x="163" y="513"/>
                    <a:pt x="288" y="88"/>
                  </a:cubicBezTo>
                  <a:cubicBezTo>
                    <a:pt x="300" y="38"/>
                    <a:pt x="225" y="1"/>
                    <a:pt x="213" y="51"/>
                  </a:cubicBezTo>
                  <a:cubicBezTo>
                    <a:pt x="1" y="513"/>
                    <a:pt x="213" y="1050"/>
                    <a:pt x="675" y="1250"/>
                  </a:cubicBezTo>
                  <a:cubicBezTo>
                    <a:pt x="1138" y="1438"/>
                    <a:pt x="1675" y="1225"/>
                    <a:pt x="1850" y="750"/>
                  </a:cubicBezTo>
                  <a:cubicBezTo>
                    <a:pt x="1875" y="713"/>
                    <a:pt x="1813" y="675"/>
                    <a:pt x="1800" y="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6" name="Google Shape;4836;p68"/>
            <p:cNvSpPr/>
            <p:nvPr/>
          </p:nvSpPr>
          <p:spPr>
            <a:xfrm>
              <a:off x="724123" y="1819364"/>
              <a:ext cx="38530" cy="21786"/>
            </a:xfrm>
            <a:custGeom>
              <a:avLst/>
              <a:gdLst/>
              <a:ahLst/>
              <a:cxnLst/>
              <a:rect l="l" t="t" r="r" b="b"/>
              <a:pathLst>
                <a:path w="1238" h="700" extrusionOk="0">
                  <a:moveTo>
                    <a:pt x="100" y="650"/>
                  </a:moveTo>
                  <a:cubicBezTo>
                    <a:pt x="75" y="63"/>
                    <a:pt x="1213" y="0"/>
                    <a:pt x="1025" y="613"/>
                  </a:cubicBezTo>
                  <a:cubicBezTo>
                    <a:pt x="1013" y="675"/>
                    <a:pt x="1100" y="688"/>
                    <a:pt x="1113" y="638"/>
                  </a:cubicBezTo>
                  <a:cubicBezTo>
                    <a:pt x="1238" y="350"/>
                    <a:pt x="975" y="75"/>
                    <a:pt x="688" y="75"/>
                  </a:cubicBezTo>
                  <a:cubicBezTo>
                    <a:pt x="388" y="75"/>
                    <a:pt x="1" y="313"/>
                    <a:pt x="26" y="650"/>
                  </a:cubicBezTo>
                  <a:cubicBezTo>
                    <a:pt x="26" y="700"/>
                    <a:pt x="113" y="700"/>
                    <a:pt x="100" y="6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7" name="Google Shape;4837;p68"/>
            <p:cNvSpPr/>
            <p:nvPr/>
          </p:nvSpPr>
          <p:spPr>
            <a:xfrm>
              <a:off x="711301" y="2125827"/>
              <a:ext cx="89073" cy="68874"/>
            </a:xfrm>
            <a:custGeom>
              <a:avLst/>
              <a:gdLst/>
              <a:ahLst/>
              <a:cxnLst/>
              <a:rect l="l" t="t" r="r" b="b"/>
              <a:pathLst>
                <a:path w="2862" h="2213" extrusionOk="0">
                  <a:moveTo>
                    <a:pt x="50" y="1838"/>
                  </a:moveTo>
                  <a:cubicBezTo>
                    <a:pt x="1312" y="2213"/>
                    <a:pt x="2749" y="1438"/>
                    <a:pt x="2862" y="38"/>
                  </a:cubicBezTo>
                  <a:cubicBezTo>
                    <a:pt x="2862" y="13"/>
                    <a:pt x="2812" y="1"/>
                    <a:pt x="2799" y="38"/>
                  </a:cubicBezTo>
                  <a:cubicBezTo>
                    <a:pt x="2474" y="1300"/>
                    <a:pt x="1400" y="2113"/>
                    <a:pt x="75" y="1763"/>
                  </a:cubicBezTo>
                  <a:cubicBezTo>
                    <a:pt x="25" y="1750"/>
                    <a:pt x="0" y="1825"/>
                    <a:pt x="50" y="1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8" name="Google Shape;4838;p68"/>
            <p:cNvSpPr/>
            <p:nvPr/>
          </p:nvSpPr>
          <p:spPr>
            <a:xfrm>
              <a:off x="806971" y="2567268"/>
              <a:ext cx="19078" cy="24929"/>
            </a:xfrm>
            <a:custGeom>
              <a:avLst/>
              <a:gdLst/>
              <a:ahLst/>
              <a:cxnLst/>
              <a:rect l="l" t="t" r="r" b="b"/>
              <a:pathLst>
                <a:path w="613" h="801" extrusionOk="0">
                  <a:moveTo>
                    <a:pt x="63" y="113"/>
                  </a:moveTo>
                  <a:cubicBezTo>
                    <a:pt x="288" y="263"/>
                    <a:pt x="450" y="488"/>
                    <a:pt x="513" y="750"/>
                  </a:cubicBezTo>
                  <a:cubicBezTo>
                    <a:pt x="525" y="800"/>
                    <a:pt x="613" y="800"/>
                    <a:pt x="613" y="738"/>
                  </a:cubicBezTo>
                  <a:cubicBezTo>
                    <a:pt x="575" y="438"/>
                    <a:pt x="388" y="163"/>
                    <a:pt x="113" y="25"/>
                  </a:cubicBezTo>
                  <a:cubicBezTo>
                    <a:pt x="50" y="0"/>
                    <a:pt x="0" y="88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9" name="Google Shape;4839;p68"/>
            <p:cNvSpPr/>
            <p:nvPr/>
          </p:nvSpPr>
          <p:spPr>
            <a:xfrm>
              <a:off x="823310" y="2571532"/>
              <a:ext cx="7407" cy="21039"/>
            </a:xfrm>
            <a:custGeom>
              <a:avLst/>
              <a:gdLst/>
              <a:ahLst/>
              <a:cxnLst/>
              <a:rect l="l" t="t" r="r" b="b"/>
              <a:pathLst>
                <a:path w="238" h="676" extrusionOk="0">
                  <a:moveTo>
                    <a:pt x="125" y="613"/>
                  </a:moveTo>
                  <a:cubicBezTo>
                    <a:pt x="200" y="451"/>
                    <a:pt x="238" y="251"/>
                    <a:pt x="200" y="76"/>
                  </a:cubicBezTo>
                  <a:cubicBezTo>
                    <a:pt x="188" y="1"/>
                    <a:pt x="100" y="26"/>
                    <a:pt x="88" y="88"/>
                  </a:cubicBezTo>
                  <a:cubicBezTo>
                    <a:pt x="100" y="251"/>
                    <a:pt x="63" y="426"/>
                    <a:pt x="13" y="588"/>
                  </a:cubicBezTo>
                  <a:cubicBezTo>
                    <a:pt x="0" y="651"/>
                    <a:pt x="100" y="676"/>
                    <a:pt x="125" y="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0" name="Google Shape;4840;p68"/>
            <p:cNvSpPr/>
            <p:nvPr/>
          </p:nvSpPr>
          <p:spPr>
            <a:xfrm>
              <a:off x="801120" y="2557527"/>
              <a:ext cx="9368" cy="11702"/>
            </a:xfrm>
            <a:custGeom>
              <a:avLst/>
              <a:gdLst/>
              <a:ahLst/>
              <a:cxnLst/>
              <a:rect l="l" t="t" r="r" b="b"/>
              <a:pathLst>
                <a:path w="301" h="376" extrusionOk="0">
                  <a:moveTo>
                    <a:pt x="226" y="276"/>
                  </a:moveTo>
                  <a:cubicBezTo>
                    <a:pt x="201" y="213"/>
                    <a:pt x="213" y="151"/>
                    <a:pt x="263" y="113"/>
                  </a:cubicBezTo>
                  <a:cubicBezTo>
                    <a:pt x="301" y="76"/>
                    <a:pt x="263" y="1"/>
                    <a:pt x="213" y="26"/>
                  </a:cubicBezTo>
                  <a:cubicBezTo>
                    <a:pt x="76" y="76"/>
                    <a:pt x="1" y="263"/>
                    <a:pt x="163" y="351"/>
                  </a:cubicBezTo>
                  <a:cubicBezTo>
                    <a:pt x="213" y="376"/>
                    <a:pt x="276" y="313"/>
                    <a:pt x="226" y="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1" name="Google Shape;4841;p68"/>
            <p:cNvSpPr/>
            <p:nvPr/>
          </p:nvSpPr>
          <p:spPr>
            <a:xfrm>
              <a:off x="808123" y="2534994"/>
              <a:ext cx="19483" cy="25303"/>
            </a:xfrm>
            <a:custGeom>
              <a:avLst/>
              <a:gdLst/>
              <a:ahLst/>
              <a:cxnLst/>
              <a:rect l="l" t="t" r="r" b="b"/>
              <a:pathLst>
                <a:path w="626" h="813" extrusionOk="0">
                  <a:moveTo>
                    <a:pt x="88" y="787"/>
                  </a:moveTo>
                  <a:cubicBezTo>
                    <a:pt x="338" y="625"/>
                    <a:pt x="626" y="363"/>
                    <a:pt x="563" y="50"/>
                  </a:cubicBezTo>
                  <a:cubicBezTo>
                    <a:pt x="538" y="0"/>
                    <a:pt x="488" y="0"/>
                    <a:pt x="463" y="50"/>
                  </a:cubicBezTo>
                  <a:cubicBezTo>
                    <a:pt x="413" y="313"/>
                    <a:pt x="263" y="550"/>
                    <a:pt x="38" y="712"/>
                  </a:cubicBezTo>
                  <a:cubicBezTo>
                    <a:pt x="1" y="750"/>
                    <a:pt x="51" y="812"/>
                    <a:pt x="88" y="7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2" name="Google Shape;4842;p68"/>
            <p:cNvSpPr/>
            <p:nvPr/>
          </p:nvSpPr>
          <p:spPr>
            <a:xfrm>
              <a:off x="820198" y="2535368"/>
              <a:ext cx="12854" cy="30376"/>
            </a:xfrm>
            <a:custGeom>
              <a:avLst/>
              <a:gdLst/>
              <a:ahLst/>
              <a:cxnLst/>
              <a:rect l="l" t="t" r="r" b="b"/>
              <a:pathLst>
                <a:path w="413" h="976" extrusionOk="0">
                  <a:moveTo>
                    <a:pt x="113" y="126"/>
                  </a:moveTo>
                  <a:cubicBezTo>
                    <a:pt x="288" y="363"/>
                    <a:pt x="225" y="625"/>
                    <a:pt x="50" y="838"/>
                  </a:cubicBezTo>
                  <a:cubicBezTo>
                    <a:pt x="0" y="900"/>
                    <a:pt x="75" y="975"/>
                    <a:pt x="138" y="925"/>
                  </a:cubicBezTo>
                  <a:cubicBezTo>
                    <a:pt x="375" y="700"/>
                    <a:pt x="413" y="313"/>
                    <a:pt x="200" y="51"/>
                  </a:cubicBezTo>
                  <a:cubicBezTo>
                    <a:pt x="163" y="1"/>
                    <a:pt x="75" y="76"/>
                    <a:pt x="113" y="1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3" name="Google Shape;4843;p68"/>
            <p:cNvSpPr/>
            <p:nvPr/>
          </p:nvSpPr>
          <p:spPr>
            <a:xfrm>
              <a:off x="819794" y="2561417"/>
              <a:ext cx="10146" cy="17553"/>
            </a:xfrm>
            <a:custGeom>
              <a:avLst/>
              <a:gdLst/>
              <a:ahLst/>
              <a:cxnLst/>
              <a:rect l="l" t="t" r="r" b="b"/>
              <a:pathLst>
                <a:path w="326" h="564" extrusionOk="0">
                  <a:moveTo>
                    <a:pt x="63" y="138"/>
                  </a:moveTo>
                  <a:cubicBezTo>
                    <a:pt x="151" y="238"/>
                    <a:pt x="201" y="363"/>
                    <a:pt x="213" y="501"/>
                  </a:cubicBezTo>
                  <a:cubicBezTo>
                    <a:pt x="226" y="563"/>
                    <a:pt x="313" y="538"/>
                    <a:pt x="313" y="488"/>
                  </a:cubicBezTo>
                  <a:cubicBezTo>
                    <a:pt x="326" y="326"/>
                    <a:pt x="263" y="163"/>
                    <a:pt x="138" y="63"/>
                  </a:cubicBezTo>
                  <a:cubicBezTo>
                    <a:pt x="88" y="1"/>
                    <a:pt x="1" y="88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4" name="Google Shape;4844;p68"/>
            <p:cNvSpPr/>
            <p:nvPr/>
          </p:nvSpPr>
          <p:spPr>
            <a:xfrm>
              <a:off x="831869" y="2554415"/>
              <a:ext cx="15561" cy="17927"/>
            </a:xfrm>
            <a:custGeom>
              <a:avLst/>
              <a:gdLst/>
              <a:ahLst/>
              <a:cxnLst/>
              <a:rect l="l" t="t" r="r" b="b"/>
              <a:pathLst>
                <a:path w="500" h="576" extrusionOk="0">
                  <a:moveTo>
                    <a:pt x="25" y="288"/>
                  </a:moveTo>
                  <a:cubicBezTo>
                    <a:pt x="38" y="413"/>
                    <a:pt x="75" y="538"/>
                    <a:pt x="225" y="563"/>
                  </a:cubicBezTo>
                  <a:cubicBezTo>
                    <a:pt x="338" y="576"/>
                    <a:pt x="437" y="488"/>
                    <a:pt x="437" y="363"/>
                  </a:cubicBezTo>
                  <a:cubicBezTo>
                    <a:pt x="500" y="63"/>
                    <a:pt x="38" y="1"/>
                    <a:pt x="13" y="313"/>
                  </a:cubicBezTo>
                  <a:cubicBezTo>
                    <a:pt x="0" y="388"/>
                    <a:pt x="125" y="401"/>
                    <a:pt x="150" y="326"/>
                  </a:cubicBezTo>
                  <a:cubicBezTo>
                    <a:pt x="150" y="313"/>
                    <a:pt x="150" y="301"/>
                    <a:pt x="163" y="288"/>
                  </a:cubicBezTo>
                  <a:cubicBezTo>
                    <a:pt x="163" y="201"/>
                    <a:pt x="25" y="201"/>
                    <a:pt x="25" y="2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0" name="Google Shape;2340;p39"/>
          <p:cNvSpPr txBox="1">
            <a:spLocks noGrp="1"/>
          </p:cNvSpPr>
          <p:nvPr>
            <p:ph type="title"/>
          </p:nvPr>
        </p:nvSpPr>
        <p:spPr>
          <a:xfrm>
            <a:off x="1144550" y="597425"/>
            <a:ext cx="6855300" cy="97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Quellen (Auswahl, IEEE)</a:t>
            </a:r>
            <a:endParaRPr/>
          </a:p>
        </p:txBody>
      </p:sp>
      <p:sp>
        <p:nvSpPr>
          <p:cNvPr id="2341" name="Google Shape;2341;p39"/>
          <p:cNvSpPr txBox="1">
            <a:spLocks noGrp="1"/>
          </p:cNvSpPr>
          <p:nvPr>
            <p:ph type="subTitle" idx="1"/>
          </p:nvPr>
        </p:nvSpPr>
        <p:spPr>
          <a:xfrm>
            <a:off x="4825664" y="1600200"/>
            <a:ext cx="3174000" cy="2651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[15] P. A. David, “Heroes, herds and hysteresis in technological history,” Ind. Corp. Change, vol. 1, no. 1, 1992.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[18] P. Bairoch, “International industrialization levels from 1750 to 1980,” J. Eur. Econ. Hist., vol. 11, no. 2, 1982.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[19] W. D. Devine, Jr., “From shafts to wires,” J. Econ. Hist., vol. 43, no. 2, 1983.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[20] P. A. David, “The dynamo and the computer,” Am. Econ. Rev., vol. 80, no. 2, 1990.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[25] Thomas A. Edison Papers, “Myth buster: Topsy the elephant,” Rutgers Univ., online.</a:t>
            </a:r>
            <a:endParaRPr/>
          </a:p>
        </p:txBody>
      </p:sp>
      <p:sp>
        <p:nvSpPr>
          <p:cNvPr id="2342" name="Google Shape;2342;p39"/>
          <p:cNvSpPr txBox="1">
            <a:spLocks noGrp="1"/>
          </p:cNvSpPr>
          <p:nvPr>
            <p:ph type="subTitle" idx="2"/>
          </p:nvPr>
        </p:nvSpPr>
        <p:spPr>
          <a:xfrm>
            <a:off x="1144550" y="1600200"/>
            <a:ext cx="3174000" cy="2651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[2] Thomas A. Edison Papers, “The current wars,” Rutgers Univ., online.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[3] J. Jonnes, Empires of Light. New York: Random House, 2003.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[4] W. B. Carlson, Tesla: Inventor of the Electrical Age. Princeton Univ. Press, 2013.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[5] T. P. Hughes, “Harold P. Brown and the executioner’s current,” Bus. Hist. Rev., vol. 32, no. 2, 1958.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[10] B. M. Cole and D. Chandler, “A model of competitive impression management,” Adm. Sci. Q., vol. 64, no. 4, 2019.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construction Era and the Gilded Age - History - 11th Grade Blue Variant by Slidesgo">
  <a:themeElements>
    <a:clrScheme name="Simple Light">
      <a:dk1>
        <a:srgbClr val="0A1A35"/>
      </a:dk1>
      <a:lt1>
        <a:srgbClr val="C2CFDE"/>
      </a:lt1>
      <a:dk2>
        <a:srgbClr val="4E5B9B"/>
      </a:dk2>
      <a:lt2>
        <a:srgbClr val="111872"/>
      </a:lt2>
      <a:accent1>
        <a:srgbClr val="0A1C5E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A1A3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1668</Words>
  <Application>Microsoft Office PowerPoint</Application>
  <PresentationFormat>On-screen Show (16:9)</PresentationFormat>
  <Paragraphs>285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Source Sans 3 Light</vt:lpstr>
      <vt:lpstr>Source Sans 3</vt:lpstr>
      <vt:lpstr>Nunito Light</vt:lpstr>
      <vt:lpstr>Anaheim</vt:lpstr>
      <vt:lpstr>Libre Baskerville</vt:lpstr>
      <vt:lpstr>Source Sans Pro</vt:lpstr>
      <vt:lpstr>Arial</vt:lpstr>
      <vt:lpstr>Reconstruction Era and the Gilded Age - History - 11th Grade Blue Variant by Slidesgo</vt:lpstr>
      <vt:lpstr>Reconstruction Era &amp; the Gilded Age - History -</vt:lpstr>
      <vt:lpstr>Contents of this template</vt:lpstr>
      <vt:lpstr>Table of contents</vt:lpstr>
      <vt:lpstr>- Whoa! -</vt:lpstr>
      <vt:lpstr>Introduction</vt:lpstr>
      <vt:lpstr>Introduction to Reconstruction Era &amp; the Gilded Age</vt:lpstr>
      <vt:lpstr>The Reconstruction Era (1865-1877)</vt:lpstr>
      <vt:lpstr>Context and background</vt:lpstr>
      <vt:lpstr>Lincoln's reconstruction plan</vt:lpstr>
      <vt:lpstr>Presidential reconstruction</vt:lpstr>
      <vt:lpstr>The Gilded Age (1877-1900)</vt:lpstr>
      <vt:lpstr>Technological innovations and inventions</vt:lpstr>
      <vt:lpstr>Awesome words</vt:lpstr>
      <vt:lpstr>—Someone Famous</vt:lpstr>
      <vt:lpstr>A picture is worth a thousand words</vt:lpstr>
      <vt:lpstr>A picture always reinforces  the concept</vt:lpstr>
      <vt:lpstr>Comparison</vt:lpstr>
      <vt:lpstr>98,300,000</vt:lpstr>
      <vt:lpstr>9h 55m 23s</vt:lpstr>
      <vt:lpstr>Workforce distribution in the Gilded Age</vt:lpstr>
      <vt:lpstr>Computer mockup</vt:lpstr>
      <vt:lpstr>Tablet mockup</vt:lpstr>
      <vt:lpstr>Phone mockup</vt:lpstr>
      <vt:lpstr>The Gilded Age: 1870-1900</vt:lpstr>
      <vt:lpstr>Reconstruction era &amp; Gilded Age timeline</vt:lpstr>
      <vt:lpstr>The key aspects</vt:lpstr>
      <vt:lpstr>Reconstruction amendments</vt:lpstr>
      <vt:lpstr>Immigration to the US, 1871 -1920</vt:lpstr>
      <vt:lpstr>American become urbanized</vt:lpstr>
      <vt:lpstr> Exercise 1: Answer this questions</vt:lpstr>
      <vt:lpstr> Exercise 2: True or False</vt:lpstr>
      <vt:lpstr> Exercise 3: Multiple choice</vt:lpstr>
      <vt:lpstr> Exercise 4: Fill in the blank</vt:lpstr>
      <vt:lpstr>Our team</vt:lpstr>
      <vt:lpstr>Thanks!</vt:lpstr>
      <vt:lpstr>Alternative resources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Simon Bruder (s)</cp:lastModifiedBy>
  <cp:revision>1</cp:revision>
  <dcterms:modified xsi:type="dcterms:W3CDTF">2026-10-01T11:58:51Z</dcterms:modified>
</cp:coreProperties>
</file>